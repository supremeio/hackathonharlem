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4" r:id="rId6"/>
    <p:sldMasterId id="2147483670" r:id="rId7"/>
    <p:sldMasterId id="2147483675" r:id="rId8"/>
    <p:sldMasterId id="2147483680" r:id="rId9"/>
    <p:sldMasterId id="2147483685" r:id="rId10"/>
    <p:sldMasterId id="2147483690" r:id="rId11"/>
    <p:sldMasterId id="2147483696" r:id="rId12"/>
    <p:sldMasterId id="2147483713" r:id="rId13"/>
    <p:sldMasterId id="2147483716" r:id="rId14"/>
  </p:sldMasterIdLst>
  <p:notesMasterIdLst>
    <p:notesMasterId r:id="rId15"/>
  </p:notesMasterIdLst>
  <p:sldIdLst/>
  <p:sldSz cy="6858000" cx="12192000"/>
  <p:notesSz cx="6858000" cy="9144000"/>
  <p:embeddedFontLst>
    <p:embeddedFont>
      <p:font typeface="Raleway"/>
      <p:regular r:id="rId61"/>
      <p:bold r:id="rId62"/>
      <p:italic r:id="rId63"/>
      <p:boldItalic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Space Grotesk SemiBold"/>
      <p:regular r:id="rId69"/>
      <p:bold r:id="rId70"/>
    </p:embeddedFont>
    <p:embeddedFont>
      <p:font typeface="DM Sans"/>
      <p:regular r:id="rId71"/>
      <p:bold r:id="rId72"/>
      <p:italic r:id="rId73"/>
      <p:boldItalic r:id="rId74"/>
    </p:embeddedFont>
    <p:embeddedFont>
      <p:font typeface="Space Grotesk"/>
      <p:regular r:id="rId75"/>
      <p:bold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77" roundtripDataSignature="AMtx7miD/eBqK3yq7D1r0PWuAedIqJG2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17502F-D290-4AD8-BEF2-9A6C50D8136A}">
  <a:tblStyle styleId="{F117502F-D290-4AD8-BEF2-9A6C50D813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slideMaster" Target="slideMasters/slideMaster6.xml"/><Relationship Id="rId11" Type="http://schemas.openxmlformats.org/officeDocument/2006/relationships/slideMaster" Target="slideMasters/slideMaster7.xml"/><Relationship Id="rId12" Type="http://schemas.openxmlformats.org/officeDocument/2006/relationships/slideMaster" Target="slideMasters/slideMaster8.xml"/><Relationship Id="rId13" Type="http://schemas.openxmlformats.org/officeDocument/2006/relationships/slideMaster" Target="slideMasters/slideMaster9.xml"/><Relationship Id="rId14" Type="http://schemas.openxmlformats.org/officeDocument/2006/relationships/slideMaster" Target="slideMasters/slideMaster10.xml"/><Relationship Id="rId15" Type="http://schemas.openxmlformats.org/officeDocument/2006/relationships/notesMaster" Target="notesMasters/notesMaster1.xml"/><Relationship Id="rId61" Type="http://schemas.openxmlformats.org/officeDocument/2006/relationships/font" Target="fonts/Raleway-regular.fntdata"/><Relationship Id="rId62" Type="http://schemas.openxmlformats.org/officeDocument/2006/relationships/font" Target="fonts/Raleway-bold.fntdata"/><Relationship Id="rId63" Type="http://schemas.openxmlformats.org/officeDocument/2006/relationships/font" Target="fonts/Raleway-italic.fntdata"/><Relationship Id="rId64" Type="http://schemas.openxmlformats.org/officeDocument/2006/relationships/font" Target="fonts/Raleway-boldItalic.fntdata"/><Relationship Id="rId65" Type="http://schemas.openxmlformats.org/officeDocument/2006/relationships/font" Target="fonts/Montserrat-regular.fntdata"/><Relationship Id="rId66" Type="http://schemas.openxmlformats.org/officeDocument/2006/relationships/font" Target="fonts/Montserrat-bold.fntdata"/><Relationship Id="rId67" Type="http://schemas.openxmlformats.org/officeDocument/2006/relationships/font" Target="fonts/Montserrat-italic.fntdata"/><Relationship Id="rId68" Type="http://schemas.openxmlformats.org/officeDocument/2006/relationships/font" Target="fonts/Montserrat-boldItalic.fntdata"/><Relationship Id="rId69" Type="http://schemas.openxmlformats.org/officeDocument/2006/relationships/font" Target="fonts/SpaceGroteskSemiBold-regular.fntdata"/><Relationship Id="rId70" Type="http://schemas.openxmlformats.org/officeDocument/2006/relationships/font" Target="fonts/SpaceGroteskSemiBold-bold.fntdata"/><Relationship Id="rId71" Type="http://schemas.openxmlformats.org/officeDocument/2006/relationships/font" Target="fonts/DMSans-regular.fntdata"/><Relationship Id="rId72" Type="http://schemas.openxmlformats.org/officeDocument/2006/relationships/font" Target="fonts/DMSans-bold.fntdata"/><Relationship Id="rId73" Type="http://schemas.openxmlformats.org/officeDocument/2006/relationships/font" Target="fonts/DMSans-italic.fntdata"/><Relationship Id="rId74" Type="http://schemas.openxmlformats.org/officeDocument/2006/relationships/font" Target="fonts/DMSans-boldItalic.fntdata"/><Relationship Id="rId75" Type="http://schemas.openxmlformats.org/officeDocument/2006/relationships/font" Target="fonts/SpaceGrotesk-regular.fntdata"/><Relationship Id="rId76" Type="http://schemas.openxmlformats.org/officeDocument/2006/relationships/font" Target="fonts/SpaceGrotesk-bold.fntdata"/><Relationship Id="rId7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9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8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3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jpg"/><Relationship Id="rId3" Type="http://schemas.openxmlformats.org/officeDocument/2006/relationships/image" Target="../media/image15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9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jpg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0.jp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scherm Paars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"/>
              <a:buNone/>
              <a:defRPr b="1" i="0" sz="6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" name="Google Shape;19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" name="Google Shape;20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" name="Google Shape;2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7"/>
          <p:cNvGrpSpPr/>
          <p:nvPr/>
        </p:nvGrpSpPr>
        <p:grpSpPr>
          <a:xfrm>
            <a:off x="3228148" y="-1235735"/>
            <a:ext cx="14410803" cy="11277599"/>
            <a:chOff x="5714115" y="-1311941"/>
            <a:chExt cx="14410803" cy="11277599"/>
          </a:xfrm>
        </p:grpSpPr>
        <p:grpSp>
          <p:nvGrpSpPr>
            <p:cNvPr id="24" name="Google Shape;24;p47"/>
            <p:cNvGrpSpPr/>
            <p:nvPr/>
          </p:nvGrpSpPr>
          <p:grpSpPr>
            <a:xfrm>
              <a:off x="5714115" y="-1311941"/>
              <a:ext cx="12918841" cy="9541000"/>
              <a:chOff x="5714115" y="-1311941"/>
              <a:chExt cx="12918841" cy="9541000"/>
            </a:xfrm>
          </p:grpSpPr>
          <p:grpSp>
            <p:nvGrpSpPr>
              <p:cNvPr id="25" name="Google Shape;25;p47"/>
              <p:cNvGrpSpPr/>
              <p:nvPr/>
            </p:nvGrpSpPr>
            <p:grpSpPr>
              <a:xfrm>
                <a:off x="9934257" y="-247237"/>
                <a:ext cx="4625332" cy="7703469"/>
                <a:chOff x="9934257" y="-247237"/>
                <a:chExt cx="4625332" cy="7703469"/>
              </a:xfrm>
            </p:grpSpPr>
            <p:sp>
              <p:nvSpPr>
                <p:cNvPr id="26" name="Google Shape;26;p47"/>
                <p:cNvSpPr/>
                <p:nvPr/>
              </p:nvSpPr>
              <p:spPr>
                <a:xfrm>
                  <a:off x="13774451" y="-247237"/>
                  <a:ext cx="785138" cy="1052068"/>
                </a:xfrm>
                <a:custGeom>
                  <a:rect b="b" l="l" r="r" t="t"/>
                  <a:pathLst>
                    <a:path extrusionOk="0" h="1052068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5"/>
                        <a:pt x="702791" y="244666"/>
                        <a:pt x="685710" y="274257"/>
                      </a:cubicBezTo>
                      <a:lnTo>
                        <a:pt x="321093" y="905796"/>
                      </a:lnTo>
                      <a:cubicBezTo>
                        <a:pt x="298360" y="945166"/>
                        <a:pt x="256037" y="969645"/>
                        <a:pt x="210475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8" y="907955"/>
                        <a:pt x="86809" y="874967"/>
                      </a:cubicBezTo>
                      <a:cubicBezTo>
                        <a:pt x="77983" y="841947"/>
                        <a:pt x="82492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631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80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2010"/>
                        <a:pt x="7243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70" y="1042289"/>
                        <a:pt x="173328" y="1052036"/>
                        <a:pt x="209999" y="1052068"/>
                      </a:cubicBezTo>
                      <a:cubicBezTo>
                        <a:pt x="209999" y="1052068"/>
                        <a:pt x="210031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84993" y="1052068"/>
                        <a:pt x="354843" y="1011777"/>
                        <a:pt x="392276" y="946944"/>
                      </a:cubicBezTo>
                      <a:lnTo>
                        <a:pt x="756893" y="315405"/>
                      </a:lnTo>
                      <a:cubicBezTo>
                        <a:pt x="784960" y="266795"/>
                        <a:pt x="792421" y="210153"/>
                        <a:pt x="777880" y="155893"/>
                      </a:cubicBezTo>
                      <a:cubicBezTo>
                        <a:pt x="763338" y="101664"/>
                        <a:pt x="728572" y="56325"/>
                        <a:pt x="679931" y="28258"/>
                      </a:cubicBezTo>
                      <a:cubicBezTo>
                        <a:pt x="647642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7" name="Google Shape;27;p47"/>
                <p:cNvSpPr/>
                <p:nvPr/>
              </p:nvSpPr>
              <p:spPr>
                <a:xfrm>
                  <a:off x="12721653" y="1576260"/>
                  <a:ext cx="785180" cy="1052068"/>
                </a:xfrm>
                <a:custGeom>
                  <a:rect b="b" l="l" r="r" t="t"/>
                  <a:pathLst>
                    <a:path extrusionOk="0" h="1052068" w="785180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217"/>
                        <a:pt x="702791" y="244666"/>
                        <a:pt x="685678" y="274257"/>
                      </a:cubicBezTo>
                      <a:lnTo>
                        <a:pt x="321060" y="905796"/>
                      </a:lnTo>
                      <a:cubicBezTo>
                        <a:pt x="298359" y="945134"/>
                        <a:pt x="256005" y="969645"/>
                        <a:pt x="210476" y="969772"/>
                      </a:cubicBezTo>
                      <a:lnTo>
                        <a:pt x="210094" y="969772"/>
                      </a:lnTo>
                      <a:cubicBezTo>
                        <a:pt x="187837" y="969772"/>
                        <a:pt x="165803" y="963835"/>
                        <a:pt x="146373" y="952595"/>
                      </a:cubicBezTo>
                      <a:cubicBezTo>
                        <a:pt x="116781" y="935514"/>
                        <a:pt x="95635" y="907955"/>
                        <a:pt x="86810" y="874966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1" y="146368"/>
                      </a:lnTo>
                      <a:cubicBezTo>
                        <a:pt x="481303" y="116777"/>
                        <a:pt x="508894" y="95631"/>
                        <a:pt x="541882" y="86773"/>
                      </a:cubicBezTo>
                      <a:cubicBezTo>
                        <a:pt x="552835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1" y="2413"/>
                        <a:pt x="520514" y="7239"/>
                      </a:cubicBezTo>
                      <a:cubicBezTo>
                        <a:pt x="466286" y="21781"/>
                        <a:pt x="420946" y="56547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4" y="785368"/>
                        <a:pt x="-7266" y="841978"/>
                        <a:pt x="7244" y="896239"/>
                      </a:cubicBezTo>
                      <a:cubicBezTo>
                        <a:pt x="21786" y="950468"/>
                        <a:pt x="56552" y="995807"/>
                        <a:pt x="105192" y="1023874"/>
                      </a:cubicBezTo>
                      <a:cubicBezTo>
                        <a:pt x="137101" y="1042289"/>
                        <a:pt x="173360" y="1052068"/>
                        <a:pt x="210031" y="1052068"/>
                      </a:cubicBezTo>
                      <a:cubicBezTo>
                        <a:pt x="210031" y="1052068"/>
                        <a:pt x="210062" y="1052068"/>
                        <a:pt x="210062" y="1052068"/>
                      </a:cubicBezTo>
                      <a:cubicBezTo>
                        <a:pt x="210062" y="1052068"/>
                        <a:pt x="210094" y="1052068"/>
                        <a:pt x="210094" y="1052068"/>
                      </a:cubicBezTo>
                      <a:cubicBezTo>
                        <a:pt x="285025" y="1052068"/>
                        <a:pt x="354875" y="1011777"/>
                        <a:pt x="392308" y="946944"/>
                      </a:cubicBezTo>
                      <a:lnTo>
                        <a:pt x="756924" y="315405"/>
                      </a:lnTo>
                      <a:cubicBezTo>
                        <a:pt x="784992" y="266763"/>
                        <a:pt x="792453" y="210153"/>
                        <a:pt x="777943" y="155893"/>
                      </a:cubicBezTo>
                      <a:cubicBezTo>
                        <a:pt x="763402" y="101663"/>
                        <a:pt x="728635" y="56325"/>
                        <a:pt x="679994" y="28257"/>
                      </a:cubicBezTo>
                      <a:cubicBezTo>
                        <a:pt x="647641" y="9557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8" name="Google Shape;28;p47"/>
                <p:cNvSpPr/>
                <p:nvPr/>
              </p:nvSpPr>
              <p:spPr>
                <a:xfrm>
                  <a:off x="11978417" y="2732500"/>
                  <a:ext cx="860872" cy="1183163"/>
                </a:xfrm>
                <a:custGeom>
                  <a:rect b="b" l="l" r="r" t="t"/>
                  <a:pathLst>
                    <a:path extrusionOk="0" h="1183163" w="860872">
                      <a:moveTo>
                        <a:pt x="650943" y="82296"/>
                      </a:moveTo>
                      <a:cubicBezTo>
                        <a:pt x="673041" y="82296"/>
                        <a:pt x="695013" y="88265"/>
                        <a:pt x="714538" y="99536"/>
                      </a:cubicBezTo>
                      <a:cubicBezTo>
                        <a:pt x="744130" y="116618"/>
                        <a:pt x="765275" y="144208"/>
                        <a:pt x="774133" y="177197"/>
                      </a:cubicBezTo>
                      <a:cubicBezTo>
                        <a:pt x="782960" y="210185"/>
                        <a:pt x="778452" y="244666"/>
                        <a:pt x="761338" y="274257"/>
                      </a:cubicBezTo>
                      <a:lnTo>
                        <a:pt x="321029" y="1036891"/>
                      </a:lnTo>
                      <a:cubicBezTo>
                        <a:pt x="298327" y="1076230"/>
                        <a:pt x="256037" y="1100709"/>
                        <a:pt x="210539" y="1100868"/>
                      </a:cubicBezTo>
                      <a:lnTo>
                        <a:pt x="210063" y="1100868"/>
                      </a:lnTo>
                      <a:cubicBezTo>
                        <a:pt x="187806" y="1100868"/>
                        <a:pt x="165771" y="1094931"/>
                        <a:pt x="146341" y="1083723"/>
                      </a:cubicBezTo>
                      <a:cubicBezTo>
                        <a:pt x="116749" y="1066641"/>
                        <a:pt x="95604" y="1039051"/>
                        <a:pt x="86746" y="1006062"/>
                      </a:cubicBezTo>
                      <a:cubicBezTo>
                        <a:pt x="77919" y="973042"/>
                        <a:pt x="82428" y="938594"/>
                        <a:pt x="99541" y="909003"/>
                      </a:cubicBezTo>
                      <a:lnTo>
                        <a:pt x="539850" y="146367"/>
                      </a:lnTo>
                      <a:cubicBezTo>
                        <a:pt x="556932" y="116776"/>
                        <a:pt x="584522" y="95631"/>
                        <a:pt x="617510" y="86773"/>
                      </a:cubicBezTo>
                      <a:cubicBezTo>
                        <a:pt x="628527" y="83788"/>
                        <a:pt x="639767" y="82296"/>
                        <a:pt x="650943" y="82296"/>
                      </a:cubicBezTo>
                      <a:moveTo>
                        <a:pt x="650943" y="0"/>
                      </a:moveTo>
                      <a:cubicBezTo>
                        <a:pt x="632687" y="0"/>
                        <a:pt x="614304" y="2413"/>
                        <a:pt x="596206" y="7239"/>
                      </a:cubicBezTo>
                      <a:cubicBezTo>
                        <a:pt x="541978" y="21780"/>
                        <a:pt x="496639" y="56547"/>
                        <a:pt x="468571" y="105188"/>
                      </a:cubicBezTo>
                      <a:lnTo>
                        <a:pt x="28262" y="867823"/>
                      </a:lnTo>
                      <a:cubicBezTo>
                        <a:pt x="163" y="916464"/>
                        <a:pt x="-7266" y="973074"/>
                        <a:pt x="7244" y="1027335"/>
                      </a:cubicBezTo>
                      <a:cubicBezTo>
                        <a:pt x="21785" y="1081564"/>
                        <a:pt x="56551" y="1126903"/>
                        <a:pt x="105161" y="1154970"/>
                      </a:cubicBezTo>
                      <a:cubicBezTo>
                        <a:pt x="137069" y="1173385"/>
                        <a:pt x="173328" y="1183132"/>
                        <a:pt x="209999" y="1183164"/>
                      </a:cubicBezTo>
                      <a:cubicBezTo>
                        <a:pt x="209999" y="1183164"/>
                        <a:pt x="210031" y="1183164"/>
                        <a:pt x="210063" y="1183164"/>
                      </a:cubicBezTo>
                      <a:cubicBezTo>
                        <a:pt x="210063" y="1183164"/>
                        <a:pt x="210095" y="1183164"/>
                        <a:pt x="210095" y="1183164"/>
                      </a:cubicBezTo>
                      <a:cubicBezTo>
                        <a:pt x="285024" y="1183164"/>
                        <a:pt x="354874" y="1142873"/>
                        <a:pt x="392308" y="1078040"/>
                      </a:cubicBezTo>
                      <a:lnTo>
                        <a:pt x="832617" y="315404"/>
                      </a:lnTo>
                      <a:cubicBezTo>
                        <a:pt x="860684" y="266764"/>
                        <a:pt x="868145" y="210121"/>
                        <a:pt x="853635" y="155892"/>
                      </a:cubicBezTo>
                      <a:cubicBezTo>
                        <a:pt x="839094" y="101664"/>
                        <a:pt x="804328" y="56324"/>
                        <a:pt x="755686" y="28258"/>
                      </a:cubicBezTo>
                      <a:cubicBezTo>
                        <a:pt x="723302" y="9557"/>
                        <a:pt x="687360" y="0"/>
                        <a:pt x="650943" y="0"/>
                      </a:cubicBezTo>
                      <a:lnTo>
                        <a:pt x="6509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29" name="Google Shape;29;p47"/>
                <p:cNvSpPr/>
                <p:nvPr/>
              </p:nvSpPr>
              <p:spPr>
                <a:xfrm>
                  <a:off x="13390907" y="909542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1" y="244348"/>
                        <a:pt x="401457" y="274034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385" y="480251"/>
                      </a:lnTo>
                      <a:lnTo>
                        <a:pt x="208353" y="480251"/>
                      </a:lnTo>
                      <a:cubicBezTo>
                        <a:pt x="185081" y="480251"/>
                        <a:pt x="162188" y="473805"/>
                        <a:pt x="142091" y="461582"/>
                      </a:cubicBezTo>
                      <a:cubicBezTo>
                        <a:pt x="114087" y="444595"/>
                        <a:pt x="94180" y="416877"/>
                        <a:pt x="86115" y="383604"/>
                      </a:cubicBezTo>
                      <a:cubicBezTo>
                        <a:pt x="77861" y="349536"/>
                        <a:pt x="82940" y="314103"/>
                        <a:pt x="100435" y="283782"/>
                      </a:cubicBezTo>
                      <a:lnTo>
                        <a:pt x="179905" y="146145"/>
                      </a:lnTo>
                      <a:cubicBezTo>
                        <a:pt x="202670" y="106775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30" y="266446"/>
                        <a:pt x="508327" y="209613"/>
                        <a:pt x="493595" y="155226"/>
                      </a:cubicBezTo>
                      <a:cubicBezTo>
                        <a:pt x="478864" y="100838"/>
                        <a:pt x="443811" y="55499"/>
                        <a:pt x="394852" y="27559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0" name="Google Shape;30;p47"/>
                <p:cNvSpPr/>
                <p:nvPr/>
              </p:nvSpPr>
              <p:spPr>
                <a:xfrm>
                  <a:off x="11595063" y="402002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328"/>
                      </a:moveTo>
                      <a:cubicBezTo>
                        <a:pt x="313191" y="82328"/>
                        <a:pt x="334941" y="88106"/>
                        <a:pt x="354086" y="99028"/>
                      </a:cubicBezTo>
                      <a:cubicBezTo>
                        <a:pt x="383867" y="116014"/>
                        <a:pt x="405203" y="143605"/>
                        <a:pt x="414157" y="176689"/>
                      </a:cubicBezTo>
                      <a:cubicBezTo>
                        <a:pt x="423110" y="209804"/>
                        <a:pt x="418602" y="244380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86" y="455739"/>
                        <a:pt x="254073" y="480251"/>
                        <a:pt x="208416" y="480251"/>
                      </a:cubicBezTo>
                      <a:lnTo>
                        <a:pt x="208067" y="480251"/>
                      </a:lnTo>
                      <a:cubicBezTo>
                        <a:pt x="184922" y="480187"/>
                        <a:pt x="162125" y="473742"/>
                        <a:pt x="142154" y="461613"/>
                      </a:cubicBezTo>
                      <a:cubicBezTo>
                        <a:pt x="114151" y="444627"/>
                        <a:pt x="94275" y="416909"/>
                        <a:pt x="86179" y="383635"/>
                      </a:cubicBezTo>
                      <a:cubicBezTo>
                        <a:pt x="77924" y="349567"/>
                        <a:pt x="83004" y="314134"/>
                        <a:pt x="100498" y="283813"/>
                      </a:cubicBezTo>
                      <a:lnTo>
                        <a:pt x="179969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6" y="562578"/>
                      </a:cubicBezTo>
                      <a:cubicBezTo>
                        <a:pt x="208416" y="562578"/>
                        <a:pt x="208448" y="562578"/>
                        <a:pt x="208448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50" y="8890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1" name="Google Shape;31;p47"/>
                <p:cNvSpPr/>
                <p:nvPr/>
              </p:nvSpPr>
              <p:spPr>
                <a:xfrm>
                  <a:off x="10601840" y="4686395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12" y="82328"/>
                      </a:moveTo>
                      <a:cubicBezTo>
                        <a:pt x="921509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08"/>
                        <a:pt x="1022633" y="177228"/>
                      </a:cubicBezTo>
                      <a:cubicBezTo>
                        <a:pt x="1031460" y="210217"/>
                        <a:pt x="1026920" y="244697"/>
                        <a:pt x="1009870" y="274288"/>
                      </a:cubicBezTo>
                      <a:lnTo>
                        <a:pt x="321053" y="1467326"/>
                      </a:lnTo>
                      <a:cubicBezTo>
                        <a:pt x="298289" y="1506791"/>
                        <a:pt x="255776" y="1531302"/>
                        <a:pt x="210119" y="1531302"/>
                      </a:cubicBezTo>
                      <a:lnTo>
                        <a:pt x="210087" y="1531302"/>
                      </a:lnTo>
                      <a:lnTo>
                        <a:pt x="210087" y="1531302"/>
                      </a:lnTo>
                      <a:cubicBezTo>
                        <a:pt x="187831" y="1531302"/>
                        <a:pt x="165796" y="1525365"/>
                        <a:pt x="146365" y="1514126"/>
                      </a:cubicBezTo>
                      <a:cubicBezTo>
                        <a:pt x="116774" y="1497044"/>
                        <a:pt x="95628" y="1469453"/>
                        <a:pt x="86770" y="1436465"/>
                      </a:cubicBezTo>
                      <a:cubicBezTo>
                        <a:pt x="77944" y="1403477"/>
                        <a:pt x="82484" y="1368996"/>
                        <a:pt x="99565" y="1339406"/>
                      </a:cubicBezTo>
                      <a:lnTo>
                        <a:pt x="788350" y="146367"/>
                      </a:lnTo>
                      <a:cubicBezTo>
                        <a:pt x="805432" y="116777"/>
                        <a:pt x="833022" y="95631"/>
                        <a:pt x="866042" y="86773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70"/>
                      </a:cubicBezTo>
                      <a:cubicBezTo>
                        <a:pt x="790446" y="21812"/>
                        <a:pt x="745107" y="56578"/>
                        <a:pt x="717039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3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56" y="1613598"/>
                        <a:pt x="210087" y="1613598"/>
                      </a:cubicBezTo>
                      <a:cubicBezTo>
                        <a:pt x="210087" y="1613598"/>
                        <a:pt x="210119" y="1613598"/>
                        <a:pt x="210119" y="1613598"/>
                      </a:cubicBezTo>
                      <a:cubicBezTo>
                        <a:pt x="285081" y="1613567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95"/>
                        <a:pt x="1116645" y="210121"/>
                        <a:pt x="1102104" y="155892"/>
                      </a:cubicBezTo>
                      <a:cubicBezTo>
                        <a:pt x="1087562" y="101664"/>
                        <a:pt x="1052796" y="56324"/>
                        <a:pt x="1004155" y="28258"/>
                      </a:cubicBezTo>
                      <a:cubicBezTo>
                        <a:pt x="971802" y="9589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2" name="Google Shape;32;p47"/>
                <p:cNvSpPr/>
                <p:nvPr/>
              </p:nvSpPr>
              <p:spPr>
                <a:xfrm>
                  <a:off x="9934257" y="6404165"/>
                  <a:ext cx="785211" cy="1052067"/>
                </a:xfrm>
                <a:custGeom>
                  <a:rect b="b" l="l" r="r" t="t"/>
                  <a:pathLst>
                    <a:path extrusionOk="0" h="1052067" w="785211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6"/>
                        <a:pt x="698473" y="177197"/>
                      </a:cubicBezTo>
                      <a:cubicBezTo>
                        <a:pt x="707299" y="210217"/>
                        <a:pt x="702791" y="244666"/>
                        <a:pt x="685678" y="274256"/>
                      </a:cubicBezTo>
                      <a:lnTo>
                        <a:pt x="321061" y="905796"/>
                      </a:lnTo>
                      <a:cubicBezTo>
                        <a:pt x="298296" y="945261"/>
                        <a:pt x="255783" y="969772"/>
                        <a:pt x="210126" y="969772"/>
                      </a:cubicBezTo>
                      <a:lnTo>
                        <a:pt x="210094" y="969772"/>
                      </a:lnTo>
                      <a:lnTo>
                        <a:pt x="210063" y="969772"/>
                      </a:lnTo>
                      <a:cubicBezTo>
                        <a:pt x="187806" y="969772"/>
                        <a:pt x="165772" y="963834"/>
                        <a:pt x="146341" y="952595"/>
                      </a:cubicBezTo>
                      <a:cubicBezTo>
                        <a:pt x="116749" y="935513"/>
                        <a:pt x="95604" y="907955"/>
                        <a:pt x="86746" y="874966"/>
                      </a:cubicBezTo>
                      <a:cubicBezTo>
                        <a:pt x="77919" y="841946"/>
                        <a:pt x="82428" y="807497"/>
                        <a:pt x="99541" y="777907"/>
                      </a:cubicBezTo>
                      <a:lnTo>
                        <a:pt x="464158" y="146367"/>
                      </a:lnTo>
                      <a:cubicBezTo>
                        <a:pt x="481240" y="116777"/>
                        <a:pt x="508830" y="95631"/>
                        <a:pt x="541818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0"/>
                        <a:pt x="420946" y="56578"/>
                        <a:pt x="392879" y="105187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8"/>
                        <a:pt x="7244" y="896239"/>
                      </a:cubicBezTo>
                      <a:cubicBezTo>
                        <a:pt x="21785" y="950468"/>
                        <a:pt x="56551" y="995807"/>
                        <a:pt x="105192" y="1023874"/>
                      </a:cubicBezTo>
                      <a:cubicBezTo>
                        <a:pt x="137101" y="1042289"/>
                        <a:pt x="173359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10094" y="1052068"/>
                        <a:pt x="210094" y="1052068"/>
                        <a:pt x="210126" y="1052068"/>
                      </a:cubicBezTo>
                      <a:cubicBezTo>
                        <a:pt x="285056" y="1052068"/>
                        <a:pt x="354906" y="1011777"/>
                        <a:pt x="392340" y="946944"/>
                      </a:cubicBezTo>
                      <a:lnTo>
                        <a:pt x="756956" y="315404"/>
                      </a:lnTo>
                      <a:cubicBezTo>
                        <a:pt x="785023" y="266764"/>
                        <a:pt x="792484" y="210153"/>
                        <a:pt x="777975" y="155892"/>
                      </a:cubicBezTo>
                      <a:cubicBezTo>
                        <a:pt x="763434" y="101664"/>
                        <a:pt x="728667" y="56324"/>
                        <a:pt x="680026" y="28257"/>
                      </a:cubicBezTo>
                      <a:cubicBezTo>
                        <a:pt x="647641" y="9556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33" name="Google Shape;33;p47"/>
              <p:cNvGrpSpPr/>
              <p:nvPr/>
            </p:nvGrpSpPr>
            <p:grpSpPr>
              <a:xfrm>
                <a:off x="7855553" y="-80232"/>
                <a:ext cx="4625301" cy="7703470"/>
                <a:chOff x="7855553" y="-80232"/>
                <a:chExt cx="4625301" cy="7703470"/>
              </a:xfrm>
            </p:grpSpPr>
            <p:sp>
              <p:nvSpPr>
                <p:cNvPr id="34" name="Google Shape;34;p47"/>
                <p:cNvSpPr/>
                <p:nvPr/>
              </p:nvSpPr>
              <p:spPr>
                <a:xfrm>
                  <a:off x="11695716" y="-80232"/>
                  <a:ext cx="785138" cy="1052036"/>
                </a:xfrm>
                <a:custGeom>
                  <a:rect b="b" l="l" r="r" t="t"/>
                  <a:pathLst>
                    <a:path extrusionOk="0" h="1052036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299" y="210185"/>
                        <a:pt x="702791" y="244666"/>
                        <a:pt x="685710" y="274257"/>
                      </a:cubicBezTo>
                      <a:lnTo>
                        <a:pt x="321092" y="905796"/>
                      </a:lnTo>
                      <a:cubicBezTo>
                        <a:pt x="298391" y="945134"/>
                        <a:pt x="256037" y="969645"/>
                        <a:pt x="210507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7" y="907955"/>
                        <a:pt x="86809" y="874967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599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695"/>
                      </a:lnTo>
                      <a:cubicBezTo>
                        <a:pt x="164" y="785336"/>
                        <a:pt x="-7266" y="841978"/>
                        <a:pt x="7244" y="896207"/>
                      </a:cubicBezTo>
                      <a:cubicBezTo>
                        <a:pt x="21785" y="950436"/>
                        <a:pt x="56551" y="995775"/>
                        <a:pt x="105161" y="1023842"/>
                      </a:cubicBezTo>
                      <a:cubicBezTo>
                        <a:pt x="137070" y="1042257"/>
                        <a:pt x="173328" y="1052005"/>
                        <a:pt x="209999" y="1052036"/>
                      </a:cubicBezTo>
                      <a:cubicBezTo>
                        <a:pt x="209999" y="1052036"/>
                        <a:pt x="210031" y="1052036"/>
                        <a:pt x="210031" y="1052036"/>
                      </a:cubicBezTo>
                      <a:cubicBezTo>
                        <a:pt x="210031" y="1052036"/>
                        <a:pt x="210063" y="1052036"/>
                        <a:pt x="210063" y="1052036"/>
                      </a:cubicBezTo>
                      <a:cubicBezTo>
                        <a:pt x="284993" y="1052036"/>
                        <a:pt x="354843" y="1011746"/>
                        <a:pt x="392276" y="946912"/>
                      </a:cubicBezTo>
                      <a:lnTo>
                        <a:pt x="756893" y="315373"/>
                      </a:lnTo>
                      <a:cubicBezTo>
                        <a:pt x="784960" y="266764"/>
                        <a:pt x="792421" y="210122"/>
                        <a:pt x="777879" y="155861"/>
                      </a:cubicBezTo>
                      <a:cubicBezTo>
                        <a:pt x="763338" y="101632"/>
                        <a:pt x="728572" y="56293"/>
                        <a:pt x="679931" y="28226"/>
                      </a:cubicBezTo>
                      <a:cubicBezTo>
                        <a:pt x="647642" y="9557"/>
                        <a:pt x="611700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5" name="Google Shape;35;p47"/>
                <p:cNvSpPr/>
                <p:nvPr/>
              </p:nvSpPr>
              <p:spPr>
                <a:xfrm>
                  <a:off x="9933907" y="2971323"/>
                  <a:ext cx="785157" cy="1052036"/>
                </a:xfrm>
                <a:custGeom>
                  <a:rect b="b" l="l" r="r" t="t"/>
                  <a:pathLst>
                    <a:path extrusionOk="0" h="1052036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79" y="99505"/>
                      </a:cubicBezTo>
                      <a:cubicBezTo>
                        <a:pt x="668439" y="116586"/>
                        <a:pt x="689616" y="144145"/>
                        <a:pt x="698442" y="177165"/>
                      </a:cubicBezTo>
                      <a:cubicBezTo>
                        <a:pt x="707301" y="210185"/>
                        <a:pt x="702760" y="244634"/>
                        <a:pt x="685679" y="274193"/>
                      </a:cubicBezTo>
                      <a:lnTo>
                        <a:pt x="321030" y="905764"/>
                      </a:lnTo>
                      <a:cubicBezTo>
                        <a:pt x="309886" y="925068"/>
                        <a:pt x="293662" y="941229"/>
                        <a:pt x="274040" y="952532"/>
                      </a:cubicBezTo>
                      <a:cubicBezTo>
                        <a:pt x="254578" y="963803"/>
                        <a:pt x="232638" y="969740"/>
                        <a:pt x="210604" y="969740"/>
                      </a:cubicBezTo>
                      <a:lnTo>
                        <a:pt x="210318" y="969740"/>
                      </a:lnTo>
                      <a:lnTo>
                        <a:pt x="210000" y="969740"/>
                      </a:lnTo>
                      <a:lnTo>
                        <a:pt x="209778" y="969740"/>
                      </a:lnTo>
                      <a:cubicBezTo>
                        <a:pt x="187712" y="969740"/>
                        <a:pt x="165773" y="963803"/>
                        <a:pt x="146342" y="952595"/>
                      </a:cubicBezTo>
                      <a:cubicBezTo>
                        <a:pt x="116782" y="935514"/>
                        <a:pt x="95605" y="907955"/>
                        <a:pt x="86779" y="874935"/>
                      </a:cubicBezTo>
                      <a:cubicBezTo>
                        <a:pt x="77921" y="841915"/>
                        <a:pt x="82461" y="807466"/>
                        <a:pt x="99542" y="777907"/>
                      </a:cubicBezTo>
                      <a:lnTo>
                        <a:pt x="464191" y="146336"/>
                      </a:lnTo>
                      <a:cubicBezTo>
                        <a:pt x="481273" y="116777"/>
                        <a:pt x="508831" y="95599"/>
                        <a:pt x="541852" y="86773"/>
                      </a:cubicBezTo>
                      <a:cubicBezTo>
                        <a:pt x="552837" y="83820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3"/>
                        <a:pt x="520516" y="7239"/>
                      </a:cubicBezTo>
                      <a:cubicBezTo>
                        <a:pt x="466286" y="21781"/>
                        <a:pt x="420948" y="56547"/>
                        <a:pt x="392880" y="105156"/>
                      </a:cubicBezTo>
                      <a:lnTo>
                        <a:pt x="28232" y="736727"/>
                      </a:lnTo>
                      <a:cubicBezTo>
                        <a:pt x="165" y="785336"/>
                        <a:pt x="-7265" y="842010"/>
                        <a:pt x="7245" y="896207"/>
                      </a:cubicBezTo>
                      <a:cubicBezTo>
                        <a:pt x="21755" y="950436"/>
                        <a:pt x="56553" y="995775"/>
                        <a:pt x="105162" y="1023842"/>
                      </a:cubicBezTo>
                      <a:cubicBezTo>
                        <a:pt x="136975" y="1042194"/>
                        <a:pt x="173139" y="1052036"/>
                        <a:pt x="209747" y="1052036"/>
                      </a:cubicBezTo>
                      <a:cubicBezTo>
                        <a:pt x="209873" y="1052036"/>
                        <a:pt x="209969" y="1052036"/>
                        <a:pt x="210096" y="1052036"/>
                      </a:cubicBezTo>
                      <a:cubicBezTo>
                        <a:pt x="210254" y="1052036"/>
                        <a:pt x="210413" y="1052036"/>
                        <a:pt x="210572" y="1052036"/>
                      </a:cubicBezTo>
                      <a:cubicBezTo>
                        <a:pt x="247910" y="1052036"/>
                        <a:pt x="283851" y="1041908"/>
                        <a:pt x="315220" y="1023779"/>
                      </a:cubicBezTo>
                      <a:cubicBezTo>
                        <a:pt x="346653" y="1005681"/>
                        <a:pt x="373577" y="979361"/>
                        <a:pt x="392277" y="946912"/>
                      </a:cubicBezTo>
                      <a:lnTo>
                        <a:pt x="756926" y="315341"/>
                      </a:lnTo>
                      <a:cubicBezTo>
                        <a:pt x="784993" y="266732"/>
                        <a:pt x="792423" y="210058"/>
                        <a:pt x="777913" y="155861"/>
                      </a:cubicBezTo>
                      <a:cubicBezTo>
                        <a:pt x="763371" y="101632"/>
                        <a:pt x="728605" y="56293"/>
                        <a:pt x="679996" y="28226"/>
                      </a:cubicBezTo>
                      <a:cubicBezTo>
                        <a:pt x="647642" y="9557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6" name="Google Shape;36;p47"/>
                <p:cNvSpPr/>
                <p:nvPr/>
              </p:nvSpPr>
              <p:spPr>
                <a:xfrm>
                  <a:off x="10601515" y="1742916"/>
                  <a:ext cx="826835" cy="1124204"/>
                </a:xfrm>
                <a:custGeom>
                  <a:rect b="b" l="l" r="r" t="t"/>
                  <a:pathLst>
                    <a:path extrusionOk="0" h="1124204" w="826835">
                      <a:moveTo>
                        <a:pt x="616876" y="82296"/>
                      </a:moveTo>
                      <a:cubicBezTo>
                        <a:pt x="638973" y="82296"/>
                        <a:pt x="660976" y="88265"/>
                        <a:pt x="680471" y="99536"/>
                      </a:cubicBezTo>
                      <a:cubicBezTo>
                        <a:pt x="710062" y="116618"/>
                        <a:pt x="731207" y="144208"/>
                        <a:pt x="740065" y="177197"/>
                      </a:cubicBezTo>
                      <a:cubicBezTo>
                        <a:pt x="748892" y="210185"/>
                        <a:pt x="744383" y="244666"/>
                        <a:pt x="727270" y="274257"/>
                      </a:cubicBezTo>
                      <a:lnTo>
                        <a:pt x="320997" y="977932"/>
                      </a:lnTo>
                      <a:cubicBezTo>
                        <a:pt x="298328" y="1017207"/>
                        <a:pt x="256100" y="1041686"/>
                        <a:pt x="210698" y="1041908"/>
                      </a:cubicBezTo>
                      <a:lnTo>
                        <a:pt x="210031" y="1041908"/>
                      </a:lnTo>
                      <a:cubicBezTo>
                        <a:pt x="187774" y="1041908"/>
                        <a:pt x="165740" y="1035971"/>
                        <a:pt x="146309" y="1024731"/>
                      </a:cubicBezTo>
                      <a:cubicBezTo>
                        <a:pt x="116718" y="1007650"/>
                        <a:pt x="95572" y="980091"/>
                        <a:pt x="86714" y="947102"/>
                      </a:cubicBezTo>
                      <a:cubicBezTo>
                        <a:pt x="77888" y="914082"/>
                        <a:pt x="82396" y="879634"/>
                        <a:pt x="99509" y="850043"/>
                      </a:cubicBezTo>
                      <a:lnTo>
                        <a:pt x="505782" y="146367"/>
                      </a:lnTo>
                      <a:cubicBezTo>
                        <a:pt x="522864" y="116776"/>
                        <a:pt x="550454" y="95631"/>
                        <a:pt x="583443" y="86773"/>
                      </a:cubicBezTo>
                      <a:cubicBezTo>
                        <a:pt x="594460" y="83788"/>
                        <a:pt x="605700" y="82296"/>
                        <a:pt x="616876" y="82296"/>
                      </a:cubicBezTo>
                      <a:moveTo>
                        <a:pt x="616876" y="0"/>
                      </a:moveTo>
                      <a:cubicBezTo>
                        <a:pt x="598619" y="0"/>
                        <a:pt x="580236" y="2413"/>
                        <a:pt x="562139" y="7239"/>
                      </a:cubicBezTo>
                      <a:cubicBezTo>
                        <a:pt x="507909" y="21780"/>
                        <a:pt x="462570" y="56547"/>
                        <a:pt x="434503" y="105188"/>
                      </a:cubicBezTo>
                      <a:lnTo>
                        <a:pt x="28262" y="808863"/>
                      </a:lnTo>
                      <a:cubicBezTo>
                        <a:pt x="164" y="857504"/>
                        <a:pt x="-7266" y="914114"/>
                        <a:pt x="7244" y="968375"/>
                      </a:cubicBezTo>
                      <a:cubicBezTo>
                        <a:pt x="21785" y="1022604"/>
                        <a:pt x="56552" y="1067943"/>
                        <a:pt x="105192" y="1096010"/>
                      </a:cubicBezTo>
                      <a:cubicBezTo>
                        <a:pt x="137101" y="1114425"/>
                        <a:pt x="173360" y="1124204"/>
                        <a:pt x="210031" y="1124204"/>
                      </a:cubicBezTo>
                      <a:cubicBezTo>
                        <a:pt x="210063" y="1124204"/>
                        <a:pt x="210095" y="1124204"/>
                        <a:pt x="210126" y="1124204"/>
                      </a:cubicBezTo>
                      <a:cubicBezTo>
                        <a:pt x="285056" y="1124204"/>
                        <a:pt x="354906" y="1083913"/>
                        <a:pt x="392339" y="1019080"/>
                      </a:cubicBezTo>
                      <a:lnTo>
                        <a:pt x="798581" y="315404"/>
                      </a:lnTo>
                      <a:cubicBezTo>
                        <a:pt x="826648" y="266763"/>
                        <a:pt x="834109" y="210121"/>
                        <a:pt x="819599" y="155892"/>
                      </a:cubicBezTo>
                      <a:cubicBezTo>
                        <a:pt x="805058" y="101663"/>
                        <a:pt x="770291" y="56324"/>
                        <a:pt x="721651" y="28257"/>
                      </a:cubicBezTo>
                      <a:cubicBezTo>
                        <a:pt x="689234" y="9557"/>
                        <a:pt x="653293" y="0"/>
                        <a:pt x="616876" y="0"/>
                      </a:cubicBezTo>
                      <a:lnTo>
                        <a:pt x="6168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7" name="Google Shape;37;p47"/>
                <p:cNvSpPr/>
                <p:nvPr/>
              </p:nvSpPr>
              <p:spPr>
                <a:xfrm>
                  <a:off x="11312393" y="1076197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328"/>
                      </a:moveTo>
                      <a:cubicBezTo>
                        <a:pt x="313192" y="82328"/>
                        <a:pt x="334941" y="88106"/>
                        <a:pt x="354086" y="99028"/>
                      </a:cubicBezTo>
                      <a:cubicBezTo>
                        <a:pt x="383867" y="116015"/>
                        <a:pt x="405203" y="143605"/>
                        <a:pt x="414157" y="176689"/>
                      </a:cubicBezTo>
                      <a:cubicBezTo>
                        <a:pt x="423110" y="209772"/>
                        <a:pt x="418602" y="244348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099" y="480251"/>
                      </a:lnTo>
                      <a:cubicBezTo>
                        <a:pt x="184922" y="480187"/>
                        <a:pt x="162125" y="473742"/>
                        <a:pt x="142123" y="461613"/>
                      </a:cubicBezTo>
                      <a:cubicBezTo>
                        <a:pt x="114119" y="444627"/>
                        <a:pt x="94244" y="416909"/>
                        <a:pt x="86148" y="383635"/>
                      </a:cubicBezTo>
                      <a:cubicBezTo>
                        <a:pt x="77893" y="349568"/>
                        <a:pt x="82973" y="314135"/>
                        <a:pt x="100467" y="283813"/>
                      </a:cubicBezTo>
                      <a:lnTo>
                        <a:pt x="179937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47"/>
                      </a:cubicBezTo>
                      <a:cubicBezTo>
                        <a:pt x="208353" y="562547"/>
                        <a:pt x="208385" y="562547"/>
                        <a:pt x="208417" y="562547"/>
                      </a:cubicBezTo>
                      <a:cubicBezTo>
                        <a:pt x="283379" y="562547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30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8" name="Google Shape;38;p47"/>
                <p:cNvSpPr/>
                <p:nvPr/>
              </p:nvSpPr>
              <p:spPr>
                <a:xfrm>
                  <a:off x="8523104" y="4853432"/>
                  <a:ext cx="1109371" cy="1613598"/>
                </a:xfrm>
                <a:custGeom>
                  <a:rect b="b" l="l" r="r" t="t"/>
                  <a:pathLst>
                    <a:path extrusionOk="0" h="1613598" w="1109371">
                      <a:moveTo>
                        <a:pt x="899412" y="82296"/>
                      </a:moveTo>
                      <a:cubicBezTo>
                        <a:pt x="921510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97"/>
                      </a:cubicBezTo>
                      <a:cubicBezTo>
                        <a:pt x="1031460" y="210185"/>
                        <a:pt x="1026919" y="244665"/>
                        <a:pt x="1009838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516" y="1531271"/>
                      </a:lnTo>
                      <a:cubicBezTo>
                        <a:pt x="187450" y="1531176"/>
                        <a:pt x="165606" y="1525238"/>
                        <a:pt x="146333" y="1514094"/>
                      </a:cubicBezTo>
                      <a:cubicBezTo>
                        <a:pt x="116742" y="1497013"/>
                        <a:pt x="95597" y="1469422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9" y="146336"/>
                      </a:lnTo>
                      <a:cubicBezTo>
                        <a:pt x="805400" y="116745"/>
                        <a:pt x="832991" y="95599"/>
                        <a:pt x="866011" y="86741"/>
                      </a:cubicBezTo>
                      <a:cubicBezTo>
                        <a:pt x="876996" y="83788"/>
                        <a:pt x="888267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6" y="0"/>
                        <a:pt x="862772" y="2413"/>
                        <a:pt x="844675" y="7271"/>
                      </a:cubicBezTo>
                      <a:cubicBezTo>
                        <a:pt x="790446" y="21812"/>
                        <a:pt x="745107" y="56578"/>
                        <a:pt x="717040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4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87" y="1613598"/>
                        <a:pt x="210119" y="1613598"/>
                      </a:cubicBezTo>
                      <a:cubicBezTo>
                        <a:pt x="285081" y="1613598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64"/>
                        <a:pt x="1116645" y="210121"/>
                        <a:pt x="1102135" y="155892"/>
                      </a:cubicBezTo>
                      <a:cubicBezTo>
                        <a:pt x="1087594" y="101664"/>
                        <a:pt x="1052828" y="56324"/>
                        <a:pt x="1004187" y="28258"/>
                      </a:cubicBezTo>
                      <a:cubicBezTo>
                        <a:pt x="971802" y="9557"/>
                        <a:pt x="935861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39" name="Google Shape;39;p47"/>
                <p:cNvSpPr/>
                <p:nvPr/>
              </p:nvSpPr>
              <p:spPr>
                <a:xfrm>
                  <a:off x="7855553" y="6571170"/>
                  <a:ext cx="785170" cy="1052068"/>
                </a:xfrm>
                <a:custGeom>
                  <a:rect b="b" l="l" r="r" t="t"/>
                  <a:pathLst>
                    <a:path extrusionOk="0" h="1052068" w="785170">
                      <a:moveTo>
                        <a:pt x="575251" y="82297"/>
                      </a:moveTo>
                      <a:cubicBezTo>
                        <a:pt x="597349" y="82297"/>
                        <a:pt x="619320" y="88265"/>
                        <a:pt x="638878" y="99537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6"/>
                        <a:pt x="702791" y="244666"/>
                        <a:pt x="685709" y="274257"/>
                      </a:cubicBezTo>
                      <a:lnTo>
                        <a:pt x="321093" y="905796"/>
                      </a:lnTo>
                      <a:cubicBezTo>
                        <a:pt x="298423" y="945071"/>
                        <a:pt x="256195" y="969550"/>
                        <a:pt x="210761" y="969773"/>
                      </a:cubicBezTo>
                      <a:lnTo>
                        <a:pt x="210094" y="969773"/>
                      </a:lnTo>
                      <a:cubicBezTo>
                        <a:pt x="187838" y="969773"/>
                        <a:pt x="165803" y="963835"/>
                        <a:pt x="146372" y="952627"/>
                      </a:cubicBezTo>
                      <a:cubicBezTo>
                        <a:pt x="116781" y="935546"/>
                        <a:pt x="95636" y="907955"/>
                        <a:pt x="86778" y="874967"/>
                      </a:cubicBezTo>
                      <a:cubicBezTo>
                        <a:pt x="77951" y="841947"/>
                        <a:pt x="82459" y="807498"/>
                        <a:pt x="99573" y="777907"/>
                      </a:cubicBezTo>
                      <a:lnTo>
                        <a:pt x="464190" y="146368"/>
                      </a:lnTo>
                      <a:cubicBezTo>
                        <a:pt x="481271" y="116777"/>
                        <a:pt x="508862" y="95631"/>
                        <a:pt x="541850" y="86773"/>
                      </a:cubicBezTo>
                      <a:cubicBezTo>
                        <a:pt x="552804" y="83820"/>
                        <a:pt x="564075" y="82297"/>
                        <a:pt x="575251" y="82297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9"/>
                        <a:pt x="7244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69" y="1042289"/>
                        <a:pt x="173328" y="1052037"/>
                        <a:pt x="209999" y="1052068"/>
                      </a:cubicBezTo>
                      <a:cubicBezTo>
                        <a:pt x="210031" y="1052068"/>
                        <a:pt x="210063" y="1052068"/>
                        <a:pt x="210094" y="1052068"/>
                      </a:cubicBezTo>
                      <a:cubicBezTo>
                        <a:pt x="285025" y="1052068"/>
                        <a:pt x="354875" y="1011778"/>
                        <a:pt x="392308" y="946944"/>
                      </a:cubicBezTo>
                      <a:lnTo>
                        <a:pt x="756925" y="315405"/>
                      </a:lnTo>
                      <a:cubicBezTo>
                        <a:pt x="784992" y="266764"/>
                        <a:pt x="792453" y="210154"/>
                        <a:pt x="777912" y="155893"/>
                      </a:cubicBezTo>
                      <a:cubicBezTo>
                        <a:pt x="763370" y="101664"/>
                        <a:pt x="728604" y="56324"/>
                        <a:pt x="679963" y="28258"/>
                      </a:cubicBezTo>
                      <a:cubicBezTo>
                        <a:pt x="647609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0" name="Google Shape;40;p47"/>
                <p:cNvSpPr/>
                <p:nvPr/>
              </p:nvSpPr>
              <p:spPr>
                <a:xfrm>
                  <a:off x="9516549" y="4127785"/>
                  <a:ext cx="535036" cy="621506"/>
                </a:xfrm>
                <a:custGeom>
                  <a:rect b="b" l="l" r="r" t="t"/>
                  <a:pathLst>
                    <a:path extrusionOk="0" h="621506" w="535036">
                      <a:moveTo>
                        <a:pt x="325193" y="82296"/>
                      </a:moveTo>
                      <a:cubicBezTo>
                        <a:pt x="347196" y="82296"/>
                        <a:pt x="368945" y="88074"/>
                        <a:pt x="388090" y="98997"/>
                      </a:cubicBezTo>
                      <a:cubicBezTo>
                        <a:pt x="417872" y="115983"/>
                        <a:pt x="439207" y="143574"/>
                        <a:pt x="448161" y="176657"/>
                      </a:cubicBezTo>
                      <a:cubicBezTo>
                        <a:pt x="457114" y="209772"/>
                        <a:pt x="452606" y="244348"/>
                        <a:pt x="435461" y="274034"/>
                      </a:cubicBezTo>
                      <a:lnTo>
                        <a:pt x="319319" y="475202"/>
                      </a:lnTo>
                      <a:cubicBezTo>
                        <a:pt x="296523" y="514667"/>
                        <a:pt x="254042" y="539179"/>
                        <a:pt x="208385" y="539179"/>
                      </a:cubicBezTo>
                      <a:lnTo>
                        <a:pt x="208068" y="539179"/>
                      </a:lnTo>
                      <a:cubicBezTo>
                        <a:pt x="184890" y="539115"/>
                        <a:pt x="162093" y="532670"/>
                        <a:pt x="142091" y="520541"/>
                      </a:cubicBezTo>
                      <a:cubicBezTo>
                        <a:pt x="114087" y="503555"/>
                        <a:pt x="94212" y="475837"/>
                        <a:pt x="86116" y="442563"/>
                      </a:cubicBezTo>
                      <a:cubicBezTo>
                        <a:pt x="77861" y="408496"/>
                        <a:pt x="82941" y="373063"/>
                        <a:pt x="100435" y="342741"/>
                      </a:cubicBezTo>
                      <a:lnTo>
                        <a:pt x="213941" y="146145"/>
                      </a:lnTo>
                      <a:cubicBezTo>
                        <a:pt x="236674" y="106743"/>
                        <a:pt x="279314" y="82296"/>
                        <a:pt x="325193" y="82296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94" y="104997"/>
                      </a:cubicBezTo>
                      <a:lnTo>
                        <a:pt x="29188" y="301561"/>
                      </a:lnTo>
                      <a:cubicBezTo>
                        <a:pt x="-28978" y="402305"/>
                        <a:pt x="2518" y="532099"/>
                        <a:pt x="99419" y="590899"/>
                      </a:cubicBezTo>
                      <a:cubicBezTo>
                        <a:pt x="132344" y="610902"/>
                        <a:pt x="169999" y="621475"/>
                        <a:pt x="208322" y="621506"/>
                      </a:cubicBezTo>
                      <a:cubicBezTo>
                        <a:pt x="208353" y="621506"/>
                        <a:pt x="208385" y="621506"/>
                        <a:pt x="208417" y="621506"/>
                      </a:cubicBezTo>
                      <a:cubicBezTo>
                        <a:pt x="283379" y="621506"/>
                        <a:pt x="353197" y="581216"/>
                        <a:pt x="390630" y="516382"/>
                      </a:cubicBezTo>
                      <a:lnTo>
                        <a:pt x="506772" y="315214"/>
                      </a:lnTo>
                      <a:cubicBezTo>
                        <a:pt x="534966" y="266414"/>
                        <a:pt x="542363" y="209582"/>
                        <a:pt x="527631" y="155194"/>
                      </a:cubicBezTo>
                      <a:cubicBezTo>
                        <a:pt x="512899" y="100806"/>
                        <a:pt x="477847" y="55468"/>
                        <a:pt x="428889" y="27559"/>
                      </a:cubicBezTo>
                      <a:cubicBezTo>
                        <a:pt x="396186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41" name="Google Shape;41;p47"/>
              <p:cNvGrpSpPr/>
              <p:nvPr/>
            </p:nvGrpSpPr>
            <p:grpSpPr>
              <a:xfrm>
                <a:off x="9564037" y="-1311941"/>
                <a:ext cx="4949515" cy="8264967"/>
                <a:chOff x="9564037" y="-1311941"/>
                <a:chExt cx="4949515" cy="8264967"/>
              </a:xfrm>
            </p:grpSpPr>
            <p:sp>
              <p:nvSpPr>
                <p:cNvPr id="42" name="Google Shape;42;p47"/>
                <p:cNvSpPr/>
                <p:nvPr/>
              </p:nvSpPr>
              <p:spPr>
                <a:xfrm>
                  <a:off x="13404190" y="-1311941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44" y="82328"/>
                      </a:moveTo>
                      <a:cubicBezTo>
                        <a:pt x="921541" y="82328"/>
                        <a:pt x="943544" y="88297"/>
                        <a:pt x="963071" y="99568"/>
                      </a:cubicBezTo>
                      <a:cubicBezTo>
                        <a:pt x="992661" y="116649"/>
                        <a:pt x="1013807" y="144208"/>
                        <a:pt x="1022634" y="177197"/>
                      </a:cubicBezTo>
                      <a:cubicBezTo>
                        <a:pt x="1031460" y="210185"/>
                        <a:pt x="1026919" y="244666"/>
                        <a:pt x="1009870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104" y="1531271"/>
                      </a:lnTo>
                      <a:cubicBezTo>
                        <a:pt x="187164" y="1531080"/>
                        <a:pt x="165479" y="1525175"/>
                        <a:pt x="146334" y="1514094"/>
                      </a:cubicBezTo>
                      <a:cubicBezTo>
                        <a:pt x="116742" y="1497013"/>
                        <a:pt x="95597" y="1469422"/>
                        <a:pt x="86771" y="1436434"/>
                      </a:cubicBezTo>
                      <a:cubicBezTo>
                        <a:pt x="77944" y="1403445"/>
                        <a:pt x="82484" y="1368965"/>
                        <a:pt x="99566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99"/>
                        <a:pt x="866042" y="86741"/>
                      </a:cubicBezTo>
                      <a:cubicBezTo>
                        <a:pt x="877028" y="83820"/>
                        <a:pt x="888267" y="82328"/>
                        <a:pt x="899444" y="82328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707" y="7239"/>
                      </a:cubicBezTo>
                      <a:cubicBezTo>
                        <a:pt x="790477" y="21780"/>
                        <a:pt x="745138" y="56547"/>
                        <a:pt x="717072" y="105188"/>
                      </a:cubicBezTo>
                      <a:lnTo>
                        <a:pt x="28255" y="1298258"/>
                      </a:lnTo>
                      <a:cubicBezTo>
                        <a:pt x="188" y="1346899"/>
                        <a:pt x="-7273" y="1403509"/>
                        <a:pt x="7237" y="1457770"/>
                      </a:cubicBezTo>
                      <a:cubicBezTo>
                        <a:pt x="21778" y="1511999"/>
                        <a:pt x="56545" y="1557338"/>
                        <a:pt x="105154" y="1585405"/>
                      </a:cubicBezTo>
                      <a:cubicBezTo>
                        <a:pt x="137062" y="1603851"/>
                        <a:pt x="173321" y="1613599"/>
                        <a:pt x="210024" y="1613599"/>
                      </a:cubicBezTo>
                      <a:cubicBezTo>
                        <a:pt x="210055" y="1613599"/>
                        <a:pt x="210087" y="1613599"/>
                        <a:pt x="210119" y="1613599"/>
                      </a:cubicBezTo>
                      <a:cubicBezTo>
                        <a:pt x="285081" y="1613599"/>
                        <a:pt x="354899" y="1573308"/>
                        <a:pt x="392333" y="1508474"/>
                      </a:cubicBezTo>
                      <a:lnTo>
                        <a:pt x="1081117" y="315436"/>
                      </a:lnTo>
                      <a:cubicBezTo>
                        <a:pt x="1109184" y="266795"/>
                        <a:pt x="1116645" y="210185"/>
                        <a:pt x="1102104" y="155924"/>
                      </a:cubicBezTo>
                      <a:cubicBezTo>
                        <a:pt x="1087562" y="101695"/>
                        <a:pt x="1052796" y="56356"/>
                        <a:pt x="1004155" y="28289"/>
                      </a:cubicBezTo>
                      <a:cubicBezTo>
                        <a:pt x="971834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3" name="Google Shape;43;p47"/>
                <p:cNvSpPr/>
                <p:nvPr/>
              </p:nvSpPr>
              <p:spPr>
                <a:xfrm>
                  <a:off x="10974848" y="2895949"/>
                  <a:ext cx="1109321" cy="1613566"/>
                </a:xfrm>
                <a:custGeom>
                  <a:rect b="b" l="l" r="r" t="t"/>
                  <a:pathLst>
                    <a:path extrusionOk="0" h="1613566" w="1109321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2998" y="99505"/>
                      </a:cubicBezTo>
                      <a:cubicBezTo>
                        <a:pt x="992588" y="116586"/>
                        <a:pt x="1013734" y="144145"/>
                        <a:pt x="1022592" y="177165"/>
                      </a:cubicBezTo>
                      <a:cubicBezTo>
                        <a:pt x="1031450" y="210185"/>
                        <a:pt x="1026910" y="244634"/>
                        <a:pt x="1009829" y="274225"/>
                      </a:cubicBezTo>
                      <a:lnTo>
                        <a:pt x="321044" y="1467231"/>
                      </a:lnTo>
                      <a:cubicBezTo>
                        <a:pt x="298280" y="1506696"/>
                        <a:pt x="255766" y="1531207"/>
                        <a:pt x="210142" y="1531207"/>
                      </a:cubicBezTo>
                      <a:lnTo>
                        <a:pt x="206744" y="1531207"/>
                      </a:lnTo>
                      <a:cubicBezTo>
                        <a:pt x="185631" y="1530636"/>
                        <a:pt x="164834" y="1524730"/>
                        <a:pt x="146356" y="1514062"/>
                      </a:cubicBezTo>
                      <a:cubicBezTo>
                        <a:pt x="116796" y="1496981"/>
                        <a:pt x="95619" y="1469390"/>
                        <a:pt x="86793" y="1436402"/>
                      </a:cubicBezTo>
                      <a:cubicBezTo>
                        <a:pt x="77934" y="1403382"/>
                        <a:pt x="82475" y="1368933"/>
                        <a:pt x="99556" y="1339342"/>
                      </a:cubicBezTo>
                      <a:lnTo>
                        <a:pt x="788341" y="146336"/>
                      </a:lnTo>
                      <a:cubicBezTo>
                        <a:pt x="805422" y="116777"/>
                        <a:pt x="833013" y="95599"/>
                        <a:pt x="866001" y="86741"/>
                      </a:cubicBezTo>
                      <a:cubicBezTo>
                        <a:pt x="876955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56"/>
                      </a:cubicBezTo>
                      <a:lnTo>
                        <a:pt x="28246" y="1298162"/>
                      </a:lnTo>
                      <a:cubicBezTo>
                        <a:pt x="179" y="1346772"/>
                        <a:pt x="-7282" y="1403445"/>
                        <a:pt x="7259" y="1457674"/>
                      </a:cubicBezTo>
                      <a:cubicBezTo>
                        <a:pt x="21800" y="1511904"/>
                        <a:pt x="56567" y="1557242"/>
                        <a:pt x="105176" y="1585309"/>
                      </a:cubicBezTo>
                      <a:cubicBezTo>
                        <a:pt x="137085" y="1603724"/>
                        <a:pt x="173280" y="1613504"/>
                        <a:pt x="209951" y="1613535"/>
                      </a:cubicBezTo>
                      <a:cubicBezTo>
                        <a:pt x="209951" y="1613535"/>
                        <a:pt x="209983" y="1613567"/>
                        <a:pt x="210014" y="1613567"/>
                      </a:cubicBezTo>
                      <a:cubicBezTo>
                        <a:pt x="210046" y="1613567"/>
                        <a:pt x="210078" y="1613567"/>
                        <a:pt x="210110" y="1613504"/>
                      </a:cubicBezTo>
                      <a:cubicBezTo>
                        <a:pt x="210110" y="1613504"/>
                        <a:pt x="210142" y="1613504"/>
                        <a:pt x="210142" y="1613504"/>
                      </a:cubicBezTo>
                      <a:cubicBezTo>
                        <a:pt x="285071" y="1613504"/>
                        <a:pt x="354826" y="1573276"/>
                        <a:pt x="392291" y="1508379"/>
                      </a:cubicBezTo>
                      <a:lnTo>
                        <a:pt x="1081076" y="315373"/>
                      </a:lnTo>
                      <a:cubicBezTo>
                        <a:pt x="1109143" y="266764"/>
                        <a:pt x="1116604" y="210090"/>
                        <a:pt x="1102062" y="155861"/>
                      </a:cubicBezTo>
                      <a:cubicBezTo>
                        <a:pt x="1087521" y="101632"/>
                        <a:pt x="1052755" y="56293"/>
                        <a:pt x="1004145" y="28226"/>
                      </a:cubicBezTo>
                      <a:cubicBezTo>
                        <a:pt x="971761" y="9525"/>
                        <a:pt x="935819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4" name="Google Shape;44;p47"/>
                <p:cNvSpPr/>
                <p:nvPr/>
              </p:nvSpPr>
              <p:spPr>
                <a:xfrm>
                  <a:off x="12736656" y="405796"/>
                  <a:ext cx="785217" cy="1052099"/>
                </a:xfrm>
                <a:custGeom>
                  <a:rect b="b" l="l" r="r" t="t"/>
                  <a:pathLst>
                    <a:path extrusionOk="0" h="1052099" w="785217">
                      <a:moveTo>
                        <a:pt x="575235" y="82328"/>
                      </a:moveTo>
                      <a:cubicBezTo>
                        <a:pt x="597333" y="82328"/>
                        <a:pt x="619304" y="88297"/>
                        <a:pt x="638830" y="99568"/>
                      </a:cubicBezTo>
                      <a:cubicBezTo>
                        <a:pt x="668421" y="116650"/>
                        <a:pt x="689566" y="144240"/>
                        <a:pt x="698425" y="177229"/>
                      </a:cubicBezTo>
                      <a:cubicBezTo>
                        <a:pt x="707251" y="210217"/>
                        <a:pt x="702743" y="244697"/>
                        <a:pt x="685661" y="274288"/>
                      </a:cubicBezTo>
                      <a:lnTo>
                        <a:pt x="321045" y="905796"/>
                      </a:lnTo>
                      <a:cubicBezTo>
                        <a:pt x="298438" y="944944"/>
                        <a:pt x="256401" y="969391"/>
                        <a:pt x="211189" y="969772"/>
                      </a:cubicBezTo>
                      <a:lnTo>
                        <a:pt x="210078" y="969772"/>
                      </a:lnTo>
                      <a:cubicBezTo>
                        <a:pt x="187821" y="969772"/>
                        <a:pt x="165787" y="963835"/>
                        <a:pt x="146356" y="952595"/>
                      </a:cubicBezTo>
                      <a:cubicBezTo>
                        <a:pt x="116765" y="935514"/>
                        <a:pt x="95620" y="907923"/>
                        <a:pt x="86761" y="874935"/>
                      </a:cubicBezTo>
                      <a:cubicBezTo>
                        <a:pt x="77935" y="841947"/>
                        <a:pt x="82443" y="807466"/>
                        <a:pt x="99525" y="777875"/>
                      </a:cubicBezTo>
                      <a:lnTo>
                        <a:pt x="464141" y="146336"/>
                      </a:lnTo>
                      <a:cubicBezTo>
                        <a:pt x="481223" y="116745"/>
                        <a:pt x="508782" y="95599"/>
                        <a:pt x="541802" y="86741"/>
                      </a:cubicBezTo>
                      <a:cubicBezTo>
                        <a:pt x="552820" y="83820"/>
                        <a:pt x="564059" y="82328"/>
                        <a:pt x="575235" y="82328"/>
                      </a:cubicBezTo>
                      <a:moveTo>
                        <a:pt x="575235" y="0"/>
                      </a:moveTo>
                      <a:cubicBezTo>
                        <a:pt x="556978" y="0"/>
                        <a:pt x="538596" y="2413"/>
                        <a:pt x="520498" y="7271"/>
                      </a:cubicBezTo>
                      <a:cubicBezTo>
                        <a:pt x="466269" y="21812"/>
                        <a:pt x="420930" y="56579"/>
                        <a:pt x="392863" y="105220"/>
                      </a:cubicBezTo>
                      <a:lnTo>
                        <a:pt x="28245" y="736759"/>
                      </a:lnTo>
                      <a:cubicBezTo>
                        <a:pt x="179" y="785368"/>
                        <a:pt x="-7283" y="842010"/>
                        <a:pt x="7259" y="896271"/>
                      </a:cubicBezTo>
                      <a:cubicBezTo>
                        <a:pt x="21801" y="950500"/>
                        <a:pt x="56567" y="995839"/>
                        <a:pt x="105208" y="1023906"/>
                      </a:cubicBezTo>
                      <a:cubicBezTo>
                        <a:pt x="137116" y="1042321"/>
                        <a:pt x="173375" y="1052068"/>
                        <a:pt x="210046" y="1052100"/>
                      </a:cubicBezTo>
                      <a:cubicBezTo>
                        <a:pt x="210078" y="1052100"/>
                        <a:pt x="210110" y="1052100"/>
                        <a:pt x="210141" y="1052100"/>
                      </a:cubicBezTo>
                      <a:cubicBezTo>
                        <a:pt x="285072" y="1052100"/>
                        <a:pt x="354922" y="1011809"/>
                        <a:pt x="392355" y="946976"/>
                      </a:cubicBezTo>
                      <a:lnTo>
                        <a:pt x="756972" y="315436"/>
                      </a:lnTo>
                      <a:cubicBezTo>
                        <a:pt x="785039" y="266827"/>
                        <a:pt x="792500" y="210185"/>
                        <a:pt x="777959" y="155924"/>
                      </a:cubicBezTo>
                      <a:cubicBezTo>
                        <a:pt x="763417" y="101695"/>
                        <a:pt x="728651" y="56356"/>
                        <a:pt x="680010" y="28289"/>
                      </a:cubicBezTo>
                      <a:cubicBezTo>
                        <a:pt x="647625" y="9589"/>
                        <a:pt x="611684" y="0"/>
                        <a:pt x="575235" y="0"/>
                      </a:cubicBezTo>
                      <a:lnTo>
                        <a:pt x="57523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5" name="Google Shape;45;p47"/>
                <p:cNvSpPr/>
                <p:nvPr/>
              </p:nvSpPr>
              <p:spPr>
                <a:xfrm>
                  <a:off x="12353285" y="1562258"/>
                  <a:ext cx="500968" cy="562546"/>
                </a:xfrm>
                <a:custGeom>
                  <a:rect b="b" l="l" r="r" t="t"/>
                  <a:pathLst>
                    <a:path extrusionOk="0" h="562546" w="500968">
                      <a:moveTo>
                        <a:pt x="291189" y="82296"/>
                      </a:moveTo>
                      <a:cubicBezTo>
                        <a:pt x="313191" y="82296"/>
                        <a:pt x="334940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6" y="176657"/>
                      </a:cubicBezTo>
                      <a:cubicBezTo>
                        <a:pt x="423110" y="209772"/>
                        <a:pt x="418602" y="244348"/>
                        <a:pt x="401456" y="274034"/>
                      </a:cubicBezTo>
                      <a:lnTo>
                        <a:pt x="319351" y="416243"/>
                      </a:lnTo>
                      <a:cubicBezTo>
                        <a:pt x="296745" y="455422"/>
                        <a:pt x="254708" y="479838"/>
                        <a:pt x="209464" y="480219"/>
                      </a:cubicBezTo>
                      <a:lnTo>
                        <a:pt x="208385" y="480219"/>
                      </a:lnTo>
                      <a:cubicBezTo>
                        <a:pt x="185144" y="480219"/>
                        <a:pt x="162221" y="473774"/>
                        <a:pt x="142154" y="461582"/>
                      </a:cubicBezTo>
                      <a:cubicBezTo>
                        <a:pt x="114151" y="444595"/>
                        <a:pt x="94275" y="416877"/>
                        <a:pt x="86179" y="383604"/>
                      </a:cubicBezTo>
                      <a:cubicBezTo>
                        <a:pt x="77924" y="349536"/>
                        <a:pt x="83004" y="314103"/>
                        <a:pt x="100498" y="283782"/>
                      </a:cubicBezTo>
                      <a:lnTo>
                        <a:pt x="179968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3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85" y="562547"/>
                        <a:pt x="208385" y="562547"/>
                      </a:cubicBezTo>
                      <a:cubicBezTo>
                        <a:pt x="208385" y="562547"/>
                        <a:pt x="208385" y="562547"/>
                        <a:pt x="208385" y="562547"/>
                      </a:cubicBezTo>
                      <a:cubicBezTo>
                        <a:pt x="283347" y="562547"/>
                        <a:pt x="353165" y="522256"/>
                        <a:pt x="390598" y="457422"/>
                      </a:cubicBezTo>
                      <a:lnTo>
                        <a:pt x="472704" y="315214"/>
                      </a:lnTo>
                      <a:cubicBezTo>
                        <a:pt x="500898" y="266414"/>
                        <a:pt x="508296" y="209582"/>
                        <a:pt x="493563" y="155194"/>
                      </a:cubicBezTo>
                      <a:cubicBezTo>
                        <a:pt x="478831" y="100806"/>
                        <a:pt x="443779" y="55467"/>
                        <a:pt x="394821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6" name="Google Shape;46;p47"/>
                <p:cNvSpPr/>
                <p:nvPr/>
              </p:nvSpPr>
              <p:spPr>
                <a:xfrm>
                  <a:off x="11968253" y="2229167"/>
                  <a:ext cx="500993" cy="562546"/>
                </a:xfrm>
                <a:custGeom>
                  <a:rect b="b" l="l" r="r" t="t"/>
                  <a:pathLst>
                    <a:path extrusionOk="0" h="562546" w="500993">
                      <a:moveTo>
                        <a:pt x="291189" y="82296"/>
                      </a:moveTo>
                      <a:cubicBezTo>
                        <a:pt x="313192" y="82296"/>
                        <a:pt x="334940" y="88075"/>
                        <a:pt x="354086" y="98997"/>
                      </a:cubicBezTo>
                      <a:cubicBezTo>
                        <a:pt x="383868" y="115983"/>
                        <a:pt x="405203" y="143574"/>
                        <a:pt x="414156" y="176657"/>
                      </a:cubicBezTo>
                      <a:cubicBezTo>
                        <a:pt x="423110" y="209741"/>
                        <a:pt x="418602" y="244316"/>
                        <a:pt x="401456" y="274003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8353" y="480219"/>
                      </a:lnTo>
                      <a:cubicBezTo>
                        <a:pt x="185112" y="480219"/>
                        <a:pt x="162221" y="473774"/>
                        <a:pt x="142123" y="461550"/>
                      </a:cubicBezTo>
                      <a:cubicBezTo>
                        <a:pt x="114119" y="444564"/>
                        <a:pt x="94244" y="416846"/>
                        <a:pt x="86147" y="383572"/>
                      </a:cubicBezTo>
                      <a:cubicBezTo>
                        <a:pt x="77892" y="349504"/>
                        <a:pt x="82972" y="314071"/>
                        <a:pt x="100467" y="283750"/>
                      </a:cubicBezTo>
                      <a:lnTo>
                        <a:pt x="179937" y="146114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9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4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53" y="562547"/>
                        <a:pt x="208385" y="562547"/>
                      </a:cubicBezTo>
                      <a:cubicBezTo>
                        <a:pt x="208385" y="562547"/>
                        <a:pt x="208417" y="562547"/>
                        <a:pt x="208417" y="562547"/>
                      </a:cubicBezTo>
                      <a:cubicBezTo>
                        <a:pt x="283378" y="562547"/>
                        <a:pt x="353197" y="522256"/>
                        <a:pt x="390630" y="457422"/>
                      </a:cubicBezTo>
                      <a:lnTo>
                        <a:pt x="472736" y="315182"/>
                      </a:lnTo>
                      <a:cubicBezTo>
                        <a:pt x="500898" y="266383"/>
                        <a:pt x="508327" y="209550"/>
                        <a:pt x="493595" y="155162"/>
                      </a:cubicBezTo>
                      <a:cubicBezTo>
                        <a:pt x="478863" y="100775"/>
                        <a:pt x="443811" y="55436"/>
                        <a:pt x="394853" y="27496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7" name="Google Shape;47;p47"/>
                <p:cNvSpPr/>
                <p:nvPr/>
              </p:nvSpPr>
              <p:spPr>
                <a:xfrm>
                  <a:off x="9564037" y="5339460"/>
                  <a:ext cx="1109384" cy="1613566"/>
                </a:xfrm>
                <a:custGeom>
                  <a:rect b="b" l="l" r="r" t="t"/>
                  <a:pathLst>
                    <a:path extrusionOk="0" h="1613566" w="1109384">
                      <a:moveTo>
                        <a:pt x="899402" y="82328"/>
                      </a:moveTo>
                      <a:cubicBezTo>
                        <a:pt x="921500" y="82328"/>
                        <a:pt x="943503" y="88297"/>
                        <a:pt x="963029" y="99568"/>
                      </a:cubicBezTo>
                      <a:cubicBezTo>
                        <a:pt x="992620" y="116649"/>
                        <a:pt x="1013766" y="144240"/>
                        <a:pt x="1022624" y="177229"/>
                      </a:cubicBezTo>
                      <a:cubicBezTo>
                        <a:pt x="1031451" y="210217"/>
                        <a:pt x="1026910" y="244697"/>
                        <a:pt x="1009861" y="274288"/>
                      </a:cubicBezTo>
                      <a:lnTo>
                        <a:pt x="321076" y="1467327"/>
                      </a:lnTo>
                      <a:cubicBezTo>
                        <a:pt x="298311" y="1506792"/>
                        <a:pt x="255798" y="1531303"/>
                        <a:pt x="210110" y="1531303"/>
                      </a:cubicBezTo>
                      <a:cubicBezTo>
                        <a:pt x="187821" y="1531303"/>
                        <a:pt x="165818" y="1525365"/>
                        <a:pt x="146356" y="1514126"/>
                      </a:cubicBezTo>
                      <a:cubicBezTo>
                        <a:pt x="116765" y="1497044"/>
                        <a:pt x="95619" y="1469486"/>
                        <a:pt x="86793" y="1436465"/>
                      </a:cubicBezTo>
                      <a:cubicBezTo>
                        <a:pt x="77966" y="1403477"/>
                        <a:pt x="82506" y="1368996"/>
                        <a:pt x="99588" y="1339406"/>
                      </a:cubicBezTo>
                      <a:lnTo>
                        <a:pt x="788404" y="146367"/>
                      </a:lnTo>
                      <a:cubicBezTo>
                        <a:pt x="805486" y="116777"/>
                        <a:pt x="833077" y="95631"/>
                        <a:pt x="866065" y="86773"/>
                      </a:cubicBezTo>
                      <a:cubicBezTo>
                        <a:pt x="876987" y="83820"/>
                        <a:pt x="888226" y="82328"/>
                        <a:pt x="899402" y="82328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7"/>
                        <a:pt x="7259" y="1457738"/>
                      </a:cubicBezTo>
                      <a:cubicBezTo>
                        <a:pt x="21800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103" y="1613567"/>
                        <a:pt x="354922" y="1573276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7" y="210122"/>
                        <a:pt x="1102126" y="155861"/>
                      </a:cubicBezTo>
                      <a:cubicBezTo>
                        <a:pt x="1087585" y="101632"/>
                        <a:pt x="1052818" y="56293"/>
                        <a:pt x="1004209" y="28226"/>
                      </a:cubicBezTo>
                      <a:cubicBezTo>
                        <a:pt x="971793" y="9589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" name="Google Shape;48;p47"/>
                <p:cNvSpPr/>
                <p:nvPr/>
              </p:nvSpPr>
              <p:spPr>
                <a:xfrm>
                  <a:off x="10557473" y="4613814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5193" y="82328"/>
                      </a:moveTo>
                      <a:cubicBezTo>
                        <a:pt x="347196" y="82328"/>
                        <a:pt x="368945" y="88106"/>
                        <a:pt x="388090" y="99028"/>
                      </a:cubicBezTo>
                      <a:cubicBezTo>
                        <a:pt x="417871" y="116014"/>
                        <a:pt x="439207" y="143573"/>
                        <a:pt x="448161" y="176688"/>
                      </a:cubicBezTo>
                      <a:cubicBezTo>
                        <a:pt x="457114" y="209804"/>
                        <a:pt x="452606" y="244380"/>
                        <a:pt x="435461" y="274066"/>
                      </a:cubicBezTo>
                      <a:lnTo>
                        <a:pt x="319319" y="475234"/>
                      </a:lnTo>
                      <a:cubicBezTo>
                        <a:pt x="296523" y="514699"/>
                        <a:pt x="254042" y="539210"/>
                        <a:pt x="208385" y="539210"/>
                      </a:cubicBezTo>
                      <a:lnTo>
                        <a:pt x="208321" y="539210"/>
                      </a:lnTo>
                      <a:cubicBezTo>
                        <a:pt x="185081" y="539210"/>
                        <a:pt x="162189" y="532765"/>
                        <a:pt x="142091" y="520573"/>
                      </a:cubicBezTo>
                      <a:cubicBezTo>
                        <a:pt x="114088" y="503587"/>
                        <a:pt x="94212" y="475869"/>
                        <a:pt x="86116" y="442595"/>
                      </a:cubicBezTo>
                      <a:cubicBezTo>
                        <a:pt x="77861" y="408527"/>
                        <a:pt x="82941" y="373094"/>
                        <a:pt x="100435" y="342773"/>
                      </a:cubicBezTo>
                      <a:lnTo>
                        <a:pt x="213909" y="146209"/>
                      </a:lnTo>
                      <a:cubicBezTo>
                        <a:pt x="236674" y="106775"/>
                        <a:pt x="279283" y="82328"/>
                        <a:pt x="325193" y="82328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63" y="104997"/>
                      </a:cubicBezTo>
                      <a:lnTo>
                        <a:pt x="29188" y="301561"/>
                      </a:lnTo>
                      <a:cubicBezTo>
                        <a:pt x="-28978" y="402304"/>
                        <a:pt x="2518" y="532098"/>
                        <a:pt x="99419" y="590867"/>
                      </a:cubicBezTo>
                      <a:cubicBezTo>
                        <a:pt x="132344" y="610870"/>
                        <a:pt x="169999" y="621443"/>
                        <a:pt x="208321" y="621475"/>
                      </a:cubicBezTo>
                      <a:cubicBezTo>
                        <a:pt x="208321" y="621475"/>
                        <a:pt x="208353" y="621475"/>
                        <a:pt x="208385" y="621475"/>
                      </a:cubicBezTo>
                      <a:cubicBezTo>
                        <a:pt x="208385" y="621475"/>
                        <a:pt x="208417" y="621475"/>
                        <a:pt x="208417" y="621475"/>
                      </a:cubicBezTo>
                      <a:cubicBezTo>
                        <a:pt x="283378" y="621475"/>
                        <a:pt x="353197" y="581184"/>
                        <a:pt x="390630" y="516350"/>
                      </a:cubicBezTo>
                      <a:lnTo>
                        <a:pt x="506771" y="315182"/>
                      </a:lnTo>
                      <a:cubicBezTo>
                        <a:pt x="534965" y="266382"/>
                        <a:pt x="542363" y="209550"/>
                        <a:pt x="527631" y="155162"/>
                      </a:cubicBezTo>
                      <a:cubicBezTo>
                        <a:pt x="512899" y="100774"/>
                        <a:pt x="477847" y="55435"/>
                        <a:pt x="428889" y="27527"/>
                      </a:cubicBezTo>
                      <a:cubicBezTo>
                        <a:pt x="396155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49" name="Google Shape;49;p47"/>
              <p:cNvGrpSpPr/>
              <p:nvPr/>
            </p:nvGrpSpPr>
            <p:grpSpPr>
              <a:xfrm>
                <a:off x="7079781" y="-442499"/>
                <a:ext cx="4949566" cy="8265000"/>
                <a:chOff x="7079781" y="-442499"/>
                <a:chExt cx="4949566" cy="8265000"/>
              </a:xfrm>
            </p:grpSpPr>
            <p:sp>
              <p:nvSpPr>
                <p:cNvPr id="50" name="Google Shape;50;p47"/>
                <p:cNvSpPr/>
                <p:nvPr/>
              </p:nvSpPr>
              <p:spPr>
                <a:xfrm>
                  <a:off x="9703832" y="2001075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43" y="82296"/>
                      </a:moveTo>
                      <a:cubicBezTo>
                        <a:pt x="726841" y="82296"/>
                        <a:pt x="748812" y="88265"/>
                        <a:pt x="768338" y="99536"/>
                      </a:cubicBezTo>
                      <a:cubicBezTo>
                        <a:pt x="797929" y="116618"/>
                        <a:pt x="819075" y="144208"/>
                        <a:pt x="827933" y="177197"/>
                      </a:cubicBezTo>
                      <a:cubicBezTo>
                        <a:pt x="836760" y="210185"/>
                        <a:pt x="832251" y="244666"/>
                        <a:pt x="815138" y="274257"/>
                      </a:cubicBezTo>
                      <a:lnTo>
                        <a:pt x="321044" y="1130110"/>
                      </a:lnTo>
                      <a:cubicBezTo>
                        <a:pt x="298343" y="1169448"/>
                        <a:pt x="255989" y="1193959"/>
                        <a:pt x="210459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8"/>
                        <a:pt x="95619" y="1132269"/>
                        <a:pt x="86761" y="1099280"/>
                      </a:cubicBezTo>
                      <a:cubicBezTo>
                        <a:pt x="77935" y="1066260"/>
                        <a:pt x="82443" y="1031811"/>
                        <a:pt x="99525" y="1002220"/>
                      </a:cubicBezTo>
                      <a:lnTo>
                        <a:pt x="593650" y="146367"/>
                      </a:lnTo>
                      <a:cubicBezTo>
                        <a:pt x="610731" y="116776"/>
                        <a:pt x="638290" y="95631"/>
                        <a:pt x="671310" y="86773"/>
                      </a:cubicBezTo>
                      <a:cubicBezTo>
                        <a:pt x="682328" y="83820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6" y="961041"/>
                      </a:lnTo>
                      <a:cubicBezTo>
                        <a:pt x="179" y="1009682"/>
                        <a:pt x="-7283" y="1066324"/>
                        <a:pt x="7259" y="1120553"/>
                      </a:cubicBezTo>
                      <a:cubicBezTo>
                        <a:pt x="21801" y="1174782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2"/>
                        <a:pt x="210046" y="1276382"/>
                      </a:cubicBezTo>
                      <a:cubicBezTo>
                        <a:pt x="210046" y="1276382"/>
                        <a:pt x="210078" y="1276382"/>
                        <a:pt x="210078" y="1276382"/>
                      </a:cubicBezTo>
                      <a:cubicBezTo>
                        <a:pt x="210078" y="1276382"/>
                        <a:pt x="210110" y="1276382"/>
                        <a:pt x="210110" y="1276382"/>
                      </a:cubicBezTo>
                      <a:cubicBezTo>
                        <a:pt x="285040" y="1276382"/>
                        <a:pt x="354890" y="1236091"/>
                        <a:pt x="392323" y="1171257"/>
                      </a:cubicBezTo>
                      <a:lnTo>
                        <a:pt x="886448" y="315404"/>
                      </a:lnTo>
                      <a:cubicBezTo>
                        <a:pt x="914515" y="266764"/>
                        <a:pt x="921977" y="210121"/>
                        <a:pt x="907467" y="155892"/>
                      </a:cubicBezTo>
                      <a:cubicBezTo>
                        <a:pt x="892925" y="101664"/>
                        <a:pt x="858159" y="56324"/>
                        <a:pt x="809518" y="28257"/>
                      </a:cubicBezTo>
                      <a:cubicBezTo>
                        <a:pt x="777101" y="9557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" name="Google Shape;51;p47"/>
                <p:cNvSpPr/>
                <p:nvPr/>
              </p:nvSpPr>
              <p:spPr>
                <a:xfrm>
                  <a:off x="10919975" y="-442499"/>
                  <a:ext cx="1109372" cy="1613566"/>
                </a:xfrm>
                <a:custGeom>
                  <a:rect b="b" l="l" r="r" t="t"/>
                  <a:pathLst>
                    <a:path extrusionOk="0" h="1613566" w="1109372">
                      <a:moveTo>
                        <a:pt x="898904" y="82296"/>
                      </a:moveTo>
                      <a:lnTo>
                        <a:pt x="899317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45"/>
                        <a:pt x="1022634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1" y="1496822"/>
                        <a:pt x="276350" y="1517968"/>
                        <a:pt x="243361" y="1526826"/>
                      </a:cubicBezTo>
                      <a:cubicBezTo>
                        <a:pt x="232344" y="1529779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1"/>
                      </a:cubicBezTo>
                      <a:cubicBezTo>
                        <a:pt x="116711" y="1496949"/>
                        <a:pt x="95565" y="1469358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50" y="146304"/>
                      </a:lnTo>
                      <a:cubicBezTo>
                        <a:pt x="811051" y="106934"/>
                        <a:pt x="853406" y="82455"/>
                        <a:pt x="898904" y="82296"/>
                      </a:cubicBezTo>
                      <a:moveTo>
                        <a:pt x="899253" y="0"/>
                      </a:moveTo>
                      <a:cubicBezTo>
                        <a:pt x="824323" y="0"/>
                        <a:pt x="754473" y="40291"/>
                        <a:pt x="717040" y="105156"/>
                      </a:cubicBezTo>
                      <a:lnTo>
                        <a:pt x="28255" y="1298162"/>
                      </a:lnTo>
                      <a:cubicBezTo>
                        <a:pt x="188" y="1346803"/>
                        <a:pt x="-7273" y="1403445"/>
                        <a:pt x="7237" y="1457674"/>
                      </a:cubicBezTo>
                      <a:cubicBezTo>
                        <a:pt x="21747" y="1511903"/>
                        <a:pt x="56544" y="1557242"/>
                        <a:pt x="105186" y="1585309"/>
                      </a:cubicBezTo>
                      <a:cubicBezTo>
                        <a:pt x="137570" y="1604010"/>
                        <a:pt x="173511" y="1613567"/>
                        <a:pt x="209961" y="1613567"/>
                      </a:cubicBezTo>
                      <a:cubicBezTo>
                        <a:pt x="228217" y="1613567"/>
                        <a:pt x="246600" y="1611154"/>
                        <a:pt x="264698" y="1606328"/>
                      </a:cubicBezTo>
                      <a:cubicBezTo>
                        <a:pt x="318926" y="1591786"/>
                        <a:pt x="364266" y="1557020"/>
                        <a:pt x="392332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90"/>
                        <a:pt x="1102136" y="155829"/>
                      </a:cubicBezTo>
                      <a:cubicBezTo>
                        <a:pt x="1087594" y="101600"/>
                        <a:pt x="1052828" y="56261"/>
                        <a:pt x="1004218" y="28194"/>
                      </a:cubicBezTo>
                      <a:cubicBezTo>
                        <a:pt x="972310" y="9747"/>
                        <a:pt x="936051" y="0"/>
                        <a:pt x="899348" y="0"/>
                      </a:cubicBezTo>
                      <a:cubicBezTo>
                        <a:pt x="899348" y="0"/>
                        <a:pt x="899317" y="0"/>
                        <a:pt x="899317" y="0"/>
                      </a:cubicBezTo>
                      <a:cubicBezTo>
                        <a:pt x="899285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" name="Google Shape;52;p47"/>
                <p:cNvSpPr/>
                <p:nvPr/>
              </p:nvSpPr>
              <p:spPr>
                <a:xfrm>
                  <a:off x="10500865" y="1275238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1" y="514668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7"/>
                        <a:pt x="146947" y="522415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9"/>
                        <a:pt x="82431" y="377063"/>
                        <a:pt x="99576" y="347377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5"/>
                        <a:pt x="7405" y="466312"/>
                      </a:cubicBezTo>
                      <a:cubicBezTo>
                        <a:pt x="22137" y="520700"/>
                        <a:pt x="57190" y="566039"/>
                        <a:pt x="106148" y="593947"/>
                      </a:cubicBezTo>
                      <a:cubicBezTo>
                        <a:pt x="138851" y="612616"/>
                        <a:pt x="174569" y="621475"/>
                        <a:pt x="209843" y="621475"/>
                      </a:cubicBezTo>
                      <a:cubicBezTo>
                        <a:pt x="282615" y="621475"/>
                        <a:pt x="353544" y="583756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7" y="89376"/>
                        <a:pt x="435586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" name="Google Shape;53;p47"/>
                <p:cNvSpPr/>
                <p:nvPr/>
              </p:nvSpPr>
              <p:spPr>
                <a:xfrm>
                  <a:off x="7079781" y="6208903"/>
                  <a:ext cx="1109372" cy="1613598"/>
                </a:xfrm>
                <a:custGeom>
                  <a:rect b="b" l="l" r="r" t="t"/>
                  <a:pathLst>
                    <a:path extrusionOk="0" h="1613598" w="1109372">
                      <a:moveTo>
                        <a:pt x="898142" y="82296"/>
                      </a:moveTo>
                      <a:lnTo>
                        <a:pt x="899316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13"/>
                        <a:pt x="1022633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0" y="1496822"/>
                        <a:pt x="276350" y="1517967"/>
                        <a:pt x="243361" y="1526825"/>
                      </a:cubicBezTo>
                      <a:cubicBezTo>
                        <a:pt x="232344" y="1529778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0"/>
                      </a:cubicBezTo>
                      <a:cubicBezTo>
                        <a:pt x="116711" y="1496949"/>
                        <a:pt x="95565" y="1469390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18" y="146272"/>
                      </a:lnTo>
                      <a:cubicBezTo>
                        <a:pt x="810924" y="107156"/>
                        <a:pt x="852930" y="82709"/>
                        <a:pt x="898142" y="82296"/>
                      </a:cubicBezTo>
                      <a:moveTo>
                        <a:pt x="899253" y="0"/>
                      </a:moveTo>
                      <a:cubicBezTo>
                        <a:pt x="824291" y="31"/>
                        <a:pt x="754473" y="40291"/>
                        <a:pt x="717040" y="105156"/>
                      </a:cubicBezTo>
                      <a:lnTo>
                        <a:pt x="28255" y="1298194"/>
                      </a:lnTo>
                      <a:cubicBezTo>
                        <a:pt x="188" y="1346835"/>
                        <a:pt x="-7273" y="1403445"/>
                        <a:pt x="7237" y="1457706"/>
                      </a:cubicBezTo>
                      <a:cubicBezTo>
                        <a:pt x="21778" y="1511935"/>
                        <a:pt x="56544" y="1557274"/>
                        <a:pt x="105185" y="1585341"/>
                      </a:cubicBezTo>
                      <a:cubicBezTo>
                        <a:pt x="137570" y="1604042"/>
                        <a:pt x="173511" y="1613598"/>
                        <a:pt x="209960" y="1613598"/>
                      </a:cubicBezTo>
                      <a:cubicBezTo>
                        <a:pt x="228217" y="1613598"/>
                        <a:pt x="246600" y="1611185"/>
                        <a:pt x="264697" y="1606359"/>
                      </a:cubicBezTo>
                      <a:cubicBezTo>
                        <a:pt x="318926" y="1591818"/>
                        <a:pt x="364265" y="1557020"/>
                        <a:pt x="392332" y="1508410"/>
                      </a:cubicBezTo>
                      <a:lnTo>
                        <a:pt x="1081117" y="315372"/>
                      </a:lnTo>
                      <a:cubicBezTo>
                        <a:pt x="1109184" y="266731"/>
                        <a:pt x="1116645" y="210121"/>
                        <a:pt x="1102135" y="155861"/>
                      </a:cubicBezTo>
                      <a:cubicBezTo>
                        <a:pt x="1087594" y="101631"/>
                        <a:pt x="1052828" y="56293"/>
                        <a:pt x="1004218" y="28225"/>
                      </a:cubicBezTo>
                      <a:cubicBezTo>
                        <a:pt x="972310" y="9779"/>
                        <a:pt x="936051" y="31"/>
                        <a:pt x="899348" y="31"/>
                      </a:cubicBezTo>
                      <a:cubicBezTo>
                        <a:pt x="899316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" name="Google Shape;54;p47"/>
                <p:cNvSpPr/>
                <p:nvPr/>
              </p:nvSpPr>
              <p:spPr>
                <a:xfrm>
                  <a:off x="8071501" y="5052663"/>
                  <a:ext cx="785185" cy="1052036"/>
                </a:xfrm>
                <a:custGeom>
                  <a:rect b="b" l="l" r="r" t="t"/>
                  <a:pathLst>
                    <a:path extrusionOk="0" h="1052036" w="785185">
                      <a:moveTo>
                        <a:pt x="576092" y="82328"/>
                      </a:moveTo>
                      <a:cubicBezTo>
                        <a:pt x="598031" y="82518"/>
                        <a:pt x="619717" y="88424"/>
                        <a:pt x="638894" y="99504"/>
                      </a:cubicBezTo>
                      <a:cubicBezTo>
                        <a:pt x="668485" y="116586"/>
                        <a:pt x="689630" y="144145"/>
                        <a:pt x="698488" y="177165"/>
                      </a:cubicBezTo>
                      <a:cubicBezTo>
                        <a:pt x="707315" y="210153"/>
                        <a:pt x="702806" y="244634"/>
                        <a:pt x="685725" y="274225"/>
                      </a:cubicBezTo>
                      <a:lnTo>
                        <a:pt x="321108" y="905764"/>
                      </a:lnTo>
                      <a:cubicBezTo>
                        <a:pt x="304026" y="935355"/>
                        <a:pt x="276436" y="956501"/>
                        <a:pt x="243447" y="965359"/>
                      </a:cubicBezTo>
                      <a:cubicBezTo>
                        <a:pt x="232430" y="968311"/>
                        <a:pt x="221191" y="969804"/>
                        <a:pt x="210014" y="969804"/>
                      </a:cubicBezTo>
                      <a:cubicBezTo>
                        <a:pt x="187917" y="969804"/>
                        <a:pt x="165914" y="963835"/>
                        <a:pt x="146388" y="952564"/>
                      </a:cubicBezTo>
                      <a:cubicBezTo>
                        <a:pt x="116797" y="935482"/>
                        <a:pt x="95651" y="907891"/>
                        <a:pt x="86793" y="874903"/>
                      </a:cubicBezTo>
                      <a:cubicBezTo>
                        <a:pt x="77966" y="841883"/>
                        <a:pt x="82475" y="807434"/>
                        <a:pt x="99556" y="777843"/>
                      </a:cubicBezTo>
                      <a:lnTo>
                        <a:pt x="464173" y="146304"/>
                      </a:lnTo>
                      <a:cubicBezTo>
                        <a:pt x="486938" y="106839"/>
                        <a:pt x="529451" y="82328"/>
                        <a:pt x="575108" y="82328"/>
                      </a:cubicBezTo>
                      <a:lnTo>
                        <a:pt x="576092" y="82328"/>
                      </a:lnTo>
                      <a:moveTo>
                        <a:pt x="575171" y="0"/>
                      </a:moveTo>
                      <a:cubicBezTo>
                        <a:pt x="575140" y="0"/>
                        <a:pt x="575108" y="0"/>
                        <a:pt x="575076" y="0"/>
                      </a:cubicBezTo>
                      <a:cubicBezTo>
                        <a:pt x="500146" y="0"/>
                        <a:pt x="430296" y="40291"/>
                        <a:pt x="392863" y="105124"/>
                      </a:cubicBezTo>
                      <a:lnTo>
                        <a:pt x="28246" y="736632"/>
                      </a:lnTo>
                      <a:cubicBezTo>
                        <a:pt x="179" y="785273"/>
                        <a:pt x="-7283" y="841915"/>
                        <a:pt x="7259" y="896144"/>
                      </a:cubicBezTo>
                      <a:cubicBezTo>
                        <a:pt x="21801" y="950373"/>
                        <a:pt x="56567" y="995712"/>
                        <a:pt x="105176" y="1023779"/>
                      </a:cubicBezTo>
                      <a:cubicBezTo>
                        <a:pt x="137561" y="1042479"/>
                        <a:pt x="173502" y="1052036"/>
                        <a:pt x="209951" y="1052036"/>
                      </a:cubicBezTo>
                      <a:cubicBezTo>
                        <a:pt x="228207" y="1052036"/>
                        <a:pt x="246591" y="1049623"/>
                        <a:pt x="264688" y="1044765"/>
                      </a:cubicBezTo>
                      <a:cubicBezTo>
                        <a:pt x="318917" y="1030224"/>
                        <a:pt x="364256" y="995458"/>
                        <a:pt x="392323" y="946817"/>
                      </a:cubicBezTo>
                      <a:lnTo>
                        <a:pt x="756940" y="315277"/>
                      </a:lnTo>
                      <a:cubicBezTo>
                        <a:pt x="785007" y="266668"/>
                        <a:pt x="792468" y="210026"/>
                        <a:pt x="777927" y="155765"/>
                      </a:cubicBezTo>
                      <a:cubicBezTo>
                        <a:pt x="763385" y="101536"/>
                        <a:pt x="728619" y="56197"/>
                        <a:pt x="679978" y="28130"/>
                      </a:cubicBezTo>
                      <a:cubicBezTo>
                        <a:pt x="648101" y="9779"/>
                        <a:pt x="611843" y="32"/>
                        <a:pt x="575171" y="0"/>
                      </a:cubicBezTo>
                      <a:lnTo>
                        <a:pt x="57517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" name="Google Shape;55;p47"/>
                <p:cNvSpPr/>
                <p:nvPr/>
              </p:nvSpPr>
              <p:spPr>
                <a:xfrm>
                  <a:off x="8739057" y="4385754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3632" y="82296"/>
                      </a:moveTo>
                      <a:cubicBezTo>
                        <a:pt x="316555" y="82486"/>
                        <a:pt x="339066" y="88932"/>
                        <a:pt x="358846" y="100933"/>
                      </a:cubicBezTo>
                      <a:cubicBezTo>
                        <a:pt x="386850" y="117920"/>
                        <a:pt x="406757" y="145637"/>
                        <a:pt x="414822" y="178911"/>
                      </a:cubicBezTo>
                      <a:cubicBezTo>
                        <a:pt x="423076" y="212979"/>
                        <a:pt x="417997" y="248412"/>
                        <a:pt x="400502" y="278733"/>
                      </a:cubicBezTo>
                      <a:lnTo>
                        <a:pt x="321032" y="416370"/>
                      </a:lnTo>
                      <a:cubicBezTo>
                        <a:pt x="298299" y="455740"/>
                        <a:pt x="255691" y="480187"/>
                        <a:pt x="209812" y="480187"/>
                      </a:cubicBezTo>
                      <a:cubicBezTo>
                        <a:pt x="187809" y="480187"/>
                        <a:pt x="166060" y="474409"/>
                        <a:pt x="146915" y="463486"/>
                      </a:cubicBezTo>
                      <a:cubicBezTo>
                        <a:pt x="117133" y="446500"/>
                        <a:pt x="95797" y="418910"/>
                        <a:pt x="86844" y="385826"/>
                      </a:cubicBezTo>
                      <a:cubicBezTo>
                        <a:pt x="77890" y="352711"/>
                        <a:pt x="82399" y="318135"/>
                        <a:pt x="99544" y="288449"/>
                      </a:cubicBezTo>
                      <a:lnTo>
                        <a:pt x="181649" y="146241"/>
                      </a:lnTo>
                      <a:cubicBezTo>
                        <a:pt x="204446" y="106775"/>
                        <a:pt x="246928" y="82264"/>
                        <a:pt x="292584" y="82264"/>
                      </a:cubicBezTo>
                      <a:lnTo>
                        <a:pt x="293632" y="82296"/>
                      </a:lnTo>
                      <a:moveTo>
                        <a:pt x="292679" y="0"/>
                      </a:moveTo>
                      <a:cubicBezTo>
                        <a:pt x="292647" y="0"/>
                        <a:pt x="292616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3"/>
                      </a:lnTo>
                      <a:cubicBezTo>
                        <a:pt x="71" y="296132"/>
                        <a:pt x="-7327" y="352965"/>
                        <a:pt x="7405" y="407353"/>
                      </a:cubicBezTo>
                      <a:cubicBezTo>
                        <a:pt x="22137" y="461740"/>
                        <a:pt x="57189" y="507080"/>
                        <a:pt x="106148" y="535019"/>
                      </a:cubicBezTo>
                      <a:cubicBezTo>
                        <a:pt x="138850" y="553657"/>
                        <a:pt x="174569" y="562547"/>
                        <a:pt x="209843" y="562547"/>
                      </a:cubicBezTo>
                      <a:cubicBezTo>
                        <a:pt x="282614" y="562547"/>
                        <a:pt x="353544" y="524828"/>
                        <a:pt x="392342" y="457549"/>
                      </a:cubicBezTo>
                      <a:lnTo>
                        <a:pt x="471813" y="319913"/>
                      </a:lnTo>
                      <a:cubicBezTo>
                        <a:pt x="529978" y="219170"/>
                        <a:pt x="498483" y="89376"/>
                        <a:pt x="401582" y="30575"/>
                      </a:cubicBezTo>
                      <a:cubicBezTo>
                        <a:pt x="368625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" name="Google Shape;56;p47"/>
                <p:cNvSpPr/>
                <p:nvPr/>
              </p:nvSpPr>
              <p:spPr>
                <a:xfrm>
                  <a:off x="9124121" y="3381724"/>
                  <a:ext cx="695628" cy="899667"/>
                </a:xfrm>
                <a:custGeom>
                  <a:rect b="b" l="l" r="r" t="t"/>
                  <a:pathLst>
                    <a:path extrusionOk="0" h="899667" w="695628">
                      <a:moveTo>
                        <a:pt x="487529" y="82296"/>
                      </a:moveTo>
                      <a:cubicBezTo>
                        <a:pt x="510675" y="82360"/>
                        <a:pt x="533471" y="88805"/>
                        <a:pt x="553474" y="100965"/>
                      </a:cubicBezTo>
                      <a:cubicBezTo>
                        <a:pt x="581477" y="117951"/>
                        <a:pt x="601384" y="145669"/>
                        <a:pt x="609449" y="178943"/>
                      </a:cubicBezTo>
                      <a:cubicBezTo>
                        <a:pt x="617704" y="213011"/>
                        <a:pt x="612624" y="248444"/>
                        <a:pt x="595130" y="278765"/>
                      </a:cubicBezTo>
                      <a:lnTo>
                        <a:pt x="321032" y="753523"/>
                      </a:lnTo>
                      <a:cubicBezTo>
                        <a:pt x="298299" y="792893"/>
                        <a:pt x="255690" y="817340"/>
                        <a:pt x="209812" y="817340"/>
                      </a:cubicBezTo>
                      <a:cubicBezTo>
                        <a:pt x="187809" y="817340"/>
                        <a:pt x="166060" y="811562"/>
                        <a:pt x="146915" y="800640"/>
                      </a:cubicBezTo>
                      <a:cubicBezTo>
                        <a:pt x="117133" y="783654"/>
                        <a:pt x="95797" y="756063"/>
                        <a:pt x="86844" y="722979"/>
                      </a:cubicBezTo>
                      <a:cubicBezTo>
                        <a:pt x="77890" y="689864"/>
                        <a:pt x="82399" y="655288"/>
                        <a:pt x="99544" y="625602"/>
                      </a:cubicBezTo>
                      <a:lnTo>
                        <a:pt x="376309" y="146241"/>
                      </a:lnTo>
                      <a:cubicBezTo>
                        <a:pt x="399105" y="106775"/>
                        <a:pt x="441587" y="82264"/>
                        <a:pt x="487243" y="82264"/>
                      </a:cubicBezTo>
                      <a:lnTo>
                        <a:pt x="487529" y="82264"/>
                      </a:lnTo>
                      <a:moveTo>
                        <a:pt x="487307" y="0"/>
                      </a:moveTo>
                      <a:cubicBezTo>
                        <a:pt x="487275" y="0"/>
                        <a:pt x="487243" y="0"/>
                        <a:pt x="487211" y="0"/>
                      </a:cubicBezTo>
                      <a:cubicBezTo>
                        <a:pt x="412250" y="0"/>
                        <a:pt x="342432" y="40291"/>
                        <a:pt x="304998" y="105124"/>
                      </a:cubicBezTo>
                      <a:lnTo>
                        <a:pt x="28265" y="584486"/>
                      </a:lnTo>
                      <a:cubicBezTo>
                        <a:pt x="71" y="633285"/>
                        <a:pt x="-7327" y="690118"/>
                        <a:pt x="7405" y="744506"/>
                      </a:cubicBezTo>
                      <a:cubicBezTo>
                        <a:pt x="22137" y="798894"/>
                        <a:pt x="57189" y="844233"/>
                        <a:pt x="106148" y="872141"/>
                      </a:cubicBezTo>
                      <a:cubicBezTo>
                        <a:pt x="138851" y="890810"/>
                        <a:pt x="174569" y="899668"/>
                        <a:pt x="209843" y="899668"/>
                      </a:cubicBezTo>
                      <a:cubicBezTo>
                        <a:pt x="282614" y="899668"/>
                        <a:pt x="353544" y="861949"/>
                        <a:pt x="392342" y="794671"/>
                      </a:cubicBezTo>
                      <a:lnTo>
                        <a:pt x="666440" y="319913"/>
                      </a:lnTo>
                      <a:cubicBezTo>
                        <a:pt x="724606" y="219170"/>
                        <a:pt x="693110" y="89408"/>
                        <a:pt x="596209" y="30607"/>
                      </a:cubicBezTo>
                      <a:cubicBezTo>
                        <a:pt x="563253" y="10604"/>
                        <a:pt x="525597" y="0"/>
                        <a:pt x="487307" y="0"/>
                      </a:cubicBezTo>
                      <a:lnTo>
                        <a:pt x="48730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7" name="Google Shape;57;p47"/>
              <p:cNvGrpSpPr/>
              <p:nvPr/>
            </p:nvGrpSpPr>
            <p:grpSpPr>
              <a:xfrm>
                <a:off x="8232632" y="-150368"/>
                <a:ext cx="4949525" cy="8264969"/>
                <a:chOff x="8232632" y="-150368"/>
                <a:chExt cx="4949525" cy="8264969"/>
              </a:xfrm>
            </p:grpSpPr>
            <p:sp>
              <p:nvSpPr>
                <p:cNvPr id="58" name="Google Shape;58;p47"/>
                <p:cNvSpPr/>
                <p:nvPr/>
              </p:nvSpPr>
              <p:spPr>
                <a:xfrm>
                  <a:off x="12072817" y="-150368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1" y="82296"/>
                      </a:moveTo>
                      <a:cubicBezTo>
                        <a:pt x="921509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65"/>
                      </a:cubicBezTo>
                      <a:cubicBezTo>
                        <a:pt x="1031460" y="210153"/>
                        <a:pt x="1026920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298289" y="1506633"/>
                        <a:pt x="255903" y="1531144"/>
                        <a:pt x="210373" y="1531239"/>
                      </a:cubicBezTo>
                      <a:lnTo>
                        <a:pt x="210088" y="1531239"/>
                      </a:lnTo>
                      <a:lnTo>
                        <a:pt x="209135" y="1531239"/>
                      </a:lnTo>
                      <a:cubicBezTo>
                        <a:pt x="187164" y="1531080"/>
                        <a:pt x="165479" y="1525143"/>
                        <a:pt x="146302" y="1514062"/>
                      </a:cubicBezTo>
                      <a:cubicBezTo>
                        <a:pt x="116710" y="1496981"/>
                        <a:pt x="95565" y="1469422"/>
                        <a:pt x="86739" y="1436402"/>
                      </a:cubicBezTo>
                      <a:cubicBezTo>
                        <a:pt x="77912" y="1403382"/>
                        <a:pt x="82453" y="1368933"/>
                        <a:pt x="99534" y="1339342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7" y="83788"/>
                        <a:pt x="888235" y="82296"/>
                        <a:pt x="899411" y="82296"/>
                      </a:cubicBezTo>
                      <a:moveTo>
                        <a:pt x="899411" y="0"/>
                      </a:moveTo>
                      <a:cubicBezTo>
                        <a:pt x="881155" y="0"/>
                        <a:pt x="862772" y="2413"/>
                        <a:pt x="844674" y="7239"/>
                      </a:cubicBezTo>
                      <a:cubicBezTo>
                        <a:pt x="790446" y="21781"/>
                        <a:pt x="745107" y="56579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3" y="1603820"/>
                        <a:pt x="173321" y="1613567"/>
                        <a:pt x="210024" y="1613567"/>
                      </a:cubicBezTo>
                      <a:cubicBezTo>
                        <a:pt x="210056" y="1613567"/>
                        <a:pt x="210088" y="1613567"/>
                        <a:pt x="210088" y="1613567"/>
                      </a:cubicBezTo>
                      <a:cubicBezTo>
                        <a:pt x="210088" y="1613567"/>
                        <a:pt x="210088" y="1613567"/>
                        <a:pt x="210088" y="1613567"/>
                      </a:cubicBezTo>
                      <a:cubicBezTo>
                        <a:pt x="285017" y="1613535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4" y="210122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60" y="0"/>
                        <a:pt x="899411" y="0"/>
                      </a:cubicBezTo>
                      <a:lnTo>
                        <a:pt x="89941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" name="Google Shape;59;p47"/>
                <p:cNvSpPr/>
                <p:nvPr/>
              </p:nvSpPr>
              <p:spPr>
                <a:xfrm>
                  <a:off x="10278190" y="3616610"/>
                  <a:ext cx="729101" cy="954976"/>
                </a:xfrm>
                <a:custGeom>
                  <a:rect b="b" l="l" r="r" t="t"/>
                  <a:pathLst>
                    <a:path extrusionOk="0" h="954976" w="729101">
                      <a:moveTo>
                        <a:pt x="519228" y="82296"/>
                      </a:moveTo>
                      <a:cubicBezTo>
                        <a:pt x="541326" y="82296"/>
                        <a:pt x="563297" y="88233"/>
                        <a:pt x="582823" y="99505"/>
                      </a:cubicBezTo>
                      <a:cubicBezTo>
                        <a:pt x="612414" y="116586"/>
                        <a:pt x="633559" y="144145"/>
                        <a:pt x="642386" y="177165"/>
                      </a:cubicBezTo>
                      <a:cubicBezTo>
                        <a:pt x="651244" y="210185"/>
                        <a:pt x="646704" y="244634"/>
                        <a:pt x="629623" y="274193"/>
                      </a:cubicBezTo>
                      <a:lnTo>
                        <a:pt x="321044" y="808641"/>
                      </a:lnTo>
                      <a:cubicBezTo>
                        <a:pt x="298915" y="846995"/>
                        <a:pt x="258147" y="871220"/>
                        <a:pt x="213952" y="872554"/>
                      </a:cubicBezTo>
                      <a:lnTo>
                        <a:pt x="210110" y="872554"/>
                      </a:lnTo>
                      <a:cubicBezTo>
                        <a:pt x="187694" y="872522"/>
                        <a:pt x="165660" y="866617"/>
                        <a:pt x="146324" y="855472"/>
                      </a:cubicBezTo>
                      <a:cubicBezTo>
                        <a:pt x="116765" y="838391"/>
                        <a:pt x="95588" y="810832"/>
                        <a:pt x="86761" y="777811"/>
                      </a:cubicBezTo>
                      <a:cubicBezTo>
                        <a:pt x="77903" y="744792"/>
                        <a:pt x="82443" y="710343"/>
                        <a:pt x="99525" y="680752"/>
                      </a:cubicBezTo>
                      <a:lnTo>
                        <a:pt x="408103" y="146304"/>
                      </a:lnTo>
                      <a:cubicBezTo>
                        <a:pt x="425184" y="116745"/>
                        <a:pt x="452743" y="95567"/>
                        <a:pt x="485763" y="86741"/>
                      </a:cubicBezTo>
                      <a:cubicBezTo>
                        <a:pt x="496781" y="83788"/>
                        <a:pt x="508052" y="82296"/>
                        <a:pt x="519228" y="82296"/>
                      </a:cubicBezTo>
                      <a:moveTo>
                        <a:pt x="519228" y="0"/>
                      </a:moveTo>
                      <a:cubicBezTo>
                        <a:pt x="500971" y="0"/>
                        <a:pt x="482588" y="2413"/>
                        <a:pt x="464459" y="7271"/>
                      </a:cubicBezTo>
                      <a:cubicBezTo>
                        <a:pt x="410230" y="21812"/>
                        <a:pt x="364891" y="56579"/>
                        <a:pt x="336824" y="105188"/>
                      </a:cubicBezTo>
                      <a:lnTo>
                        <a:pt x="28246" y="639636"/>
                      </a:lnTo>
                      <a:cubicBezTo>
                        <a:pt x="179" y="688245"/>
                        <a:pt x="-7282" y="744919"/>
                        <a:pt x="7259" y="799148"/>
                      </a:cubicBezTo>
                      <a:cubicBezTo>
                        <a:pt x="21801" y="853377"/>
                        <a:pt x="56567" y="898716"/>
                        <a:pt x="105176" y="926783"/>
                      </a:cubicBezTo>
                      <a:cubicBezTo>
                        <a:pt x="137085" y="945198"/>
                        <a:pt x="173343" y="954850"/>
                        <a:pt x="210015" y="954913"/>
                      </a:cubicBezTo>
                      <a:cubicBezTo>
                        <a:pt x="210110" y="954977"/>
                        <a:pt x="210110" y="954977"/>
                        <a:pt x="210110" y="954977"/>
                      </a:cubicBezTo>
                      <a:cubicBezTo>
                        <a:pt x="210110" y="954977"/>
                        <a:pt x="210142" y="954977"/>
                        <a:pt x="210142" y="954977"/>
                      </a:cubicBezTo>
                      <a:cubicBezTo>
                        <a:pt x="285071" y="954977"/>
                        <a:pt x="354890" y="914622"/>
                        <a:pt x="392291" y="849852"/>
                      </a:cubicBezTo>
                      <a:lnTo>
                        <a:pt x="700870" y="315405"/>
                      </a:lnTo>
                      <a:cubicBezTo>
                        <a:pt x="728937" y="266795"/>
                        <a:pt x="736366" y="210122"/>
                        <a:pt x="721856" y="155924"/>
                      </a:cubicBezTo>
                      <a:cubicBezTo>
                        <a:pt x="707346" y="101695"/>
                        <a:pt x="672549" y="56356"/>
                        <a:pt x="623940" y="28289"/>
                      </a:cubicBezTo>
                      <a:cubicBezTo>
                        <a:pt x="591586" y="9525"/>
                        <a:pt x="555645" y="0"/>
                        <a:pt x="519228" y="0"/>
                      </a:cubicBezTo>
                      <a:lnTo>
                        <a:pt x="5192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0" name="Google Shape;60;p47"/>
                <p:cNvSpPr/>
                <p:nvPr/>
              </p:nvSpPr>
              <p:spPr>
                <a:xfrm>
                  <a:off x="11275734" y="1567370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52" y="82296"/>
                      </a:moveTo>
                      <a:cubicBezTo>
                        <a:pt x="726850" y="82296"/>
                        <a:pt x="748853" y="88265"/>
                        <a:pt x="768379" y="99536"/>
                      </a:cubicBezTo>
                      <a:cubicBezTo>
                        <a:pt x="797970" y="116618"/>
                        <a:pt x="819116" y="144209"/>
                        <a:pt x="827974" y="177197"/>
                      </a:cubicBezTo>
                      <a:cubicBezTo>
                        <a:pt x="836801" y="210217"/>
                        <a:pt x="832292" y="244665"/>
                        <a:pt x="815211" y="274256"/>
                      </a:cubicBezTo>
                      <a:lnTo>
                        <a:pt x="321053" y="1130109"/>
                      </a:lnTo>
                      <a:cubicBezTo>
                        <a:pt x="298321" y="1169480"/>
                        <a:pt x="255966" y="1193990"/>
                        <a:pt x="210437" y="1194086"/>
                      </a:cubicBezTo>
                      <a:lnTo>
                        <a:pt x="210087" y="1194086"/>
                      </a:lnTo>
                      <a:lnTo>
                        <a:pt x="209643" y="1194086"/>
                      </a:lnTo>
                      <a:cubicBezTo>
                        <a:pt x="187545" y="1193990"/>
                        <a:pt x="165669" y="1188053"/>
                        <a:pt x="146333" y="1176909"/>
                      </a:cubicBezTo>
                      <a:cubicBezTo>
                        <a:pt x="116742" y="1159828"/>
                        <a:pt x="95597" y="1132269"/>
                        <a:pt x="86739" y="1099249"/>
                      </a:cubicBezTo>
                      <a:cubicBezTo>
                        <a:pt x="77912" y="1066228"/>
                        <a:pt x="82421" y="1031780"/>
                        <a:pt x="99534" y="1002189"/>
                      </a:cubicBezTo>
                      <a:lnTo>
                        <a:pt x="593659" y="146336"/>
                      </a:lnTo>
                      <a:cubicBezTo>
                        <a:pt x="610740" y="116745"/>
                        <a:pt x="638331" y="95599"/>
                        <a:pt x="671320" y="86741"/>
                      </a:cubicBezTo>
                      <a:cubicBezTo>
                        <a:pt x="682337" y="83820"/>
                        <a:pt x="693608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7" y="56547"/>
                        <a:pt x="522380" y="105188"/>
                      </a:cubicBezTo>
                      <a:lnTo>
                        <a:pt x="28255" y="961041"/>
                      </a:lnTo>
                      <a:cubicBezTo>
                        <a:pt x="188" y="1009682"/>
                        <a:pt x="-7273" y="1066292"/>
                        <a:pt x="7237" y="1120553"/>
                      </a:cubicBezTo>
                      <a:cubicBezTo>
                        <a:pt x="21778" y="1174782"/>
                        <a:pt x="56544" y="1220121"/>
                        <a:pt x="105185" y="1248188"/>
                      </a:cubicBezTo>
                      <a:cubicBezTo>
                        <a:pt x="137094" y="1266603"/>
                        <a:pt x="173352" y="1276350"/>
                        <a:pt x="210024" y="1276382"/>
                      </a:cubicBezTo>
                      <a:cubicBezTo>
                        <a:pt x="210024" y="1276382"/>
                        <a:pt x="210056" y="1276382"/>
                        <a:pt x="210056" y="1276382"/>
                      </a:cubicBezTo>
                      <a:cubicBezTo>
                        <a:pt x="210056" y="1276382"/>
                        <a:pt x="210087" y="1276382"/>
                        <a:pt x="210087" y="1276382"/>
                      </a:cubicBezTo>
                      <a:cubicBezTo>
                        <a:pt x="285017" y="1276382"/>
                        <a:pt x="354867" y="1236091"/>
                        <a:pt x="392301" y="1171258"/>
                      </a:cubicBezTo>
                      <a:lnTo>
                        <a:pt x="886458" y="315405"/>
                      </a:lnTo>
                      <a:cubicBezTo>
                        <a:pt x="914524" y="266795"/>
                        <a:pt x="921986" y="210153"/>
                        <a:pt x="907444" y="155893"/>
                      </a:cubicBezTo>
                      <a:cubicBezTo>
                        <a:pt x="892903" y="101663"/>
                        <a:pt x="858136" y="56324"/>
                        <a:pt x="809527" y="28257"/>
                      </a:cubicBezTo>
                      <a:cubicBezTo>
                        <a:pt x="777142" y="9557"/>
                        <a:pt x="741201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1" name="Google Shape;61;p47"/>
                <p:cNvSpPr/>
                <p:nvPr/>
              </p:nvSpPr>
              <p:spPr>
                <a:xfrm>
                  <a:off x="10891420" y="2949829"/>
                  <a:ext cx="500968" cy="562578"/>
                </a:xfrm>
                <a:custGeom>
                  <a:rect b="b" l="l" r="r" t="t"/>
                  <a:pathLst>
                    <a:path extrusionOk="0" h="562578" w="500968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618" y="455644"/>
                        <a:pt x="254232" y="480124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5" y="473710"/>
                        <a:pt x="142122" y="461581"/>
                      </a:cubicBezTo>
                      <a:cubicBezTo>
                        <a:pt x="114119" y="444595"/>
                        <a:pt x="94212" y="416877"/>
                        <a:pt x="86147" y="383604"/>
                      </a:cubicBezTo>
                      <a:cubicBezTo>
                        <a:pt x="77892" y="349536"/>
                        <a:pt x="82972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78"/>
                      </a:cubicBezTo>
                      <a:cubicBezTo>
                        <a:pt x="208322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7"/>
                        <a:pt x="390598" y="457454"/>
                      </a:cubicBezTo>
                      <a:lnTo>
                        <a:pt x="472703" y="315246"/>
                      </a:lnTo>
                      <a:cubicBezTo>
                        <a:pt x="500897" y="266446"/>
                        <a:pt x="508295" y="209613"/>
                        <a:pt x="493563" y="155226"/>
                      </a:cubicBezTo>
                      <a:cubicBezTo>
                        <a:pt x="478831" y="100838"/>
                        <a:pt x="443779" y="55499"/>
                        <a:pt x="394821" y="27591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2" name="Google Shape;62;p47"/>
                <p:cNvSpPr/>
                <p:nvPr/>
              </p:nvSpPr>
              <p:spPr>
                <a:xfrm>
                  <a:off x="8232632" y="6501034"/>
                  <a:ext cx="1109394" cy="1613567"/>
                </a:xfrm>
                <a:custGeom>
                  <a:rect b="b" l="l" r="r" t="t"/>
                  <a:pathLst>
                    <a:path extrusionOk="0" h="1613567" w="1109394">
                      <a:moveTo>
                        <a:pt x="899402" y="82296"/>
                      </a:moveTo>
                      <a:cubicBezTo>
                        <a:pt x="921500" y="82296"/>
                        <a:pt x="943503" y="88266"/>
                        <a:pt x="963029" y="99536"/>
                      </a:cubicBezTo>
                      <a:cubicBezTo>
                        <a:pt x="992620" y="116618"/>
                        <a:pt x="1013766" y="144177"/>
                        <a:pt x="1022624" y="177166"/>
                      </a:cubicBezTo>
                      <a:cubicBezTo>
                        <a:pt x="1031451" y="210153"/>
                        <a:pt x="1026910" y="244634"/>
                        <a:pt x="1009829" y="274225"/>
                      </a:cubicBezTo>
                      <a:lnTo>
                        <a:pt x="321013" y="1467263"/>
                      </a:lnTo>
                      <a:cubicBezTo>
                        <a:pt x="298311" y="1506570"/>
                        <a:pt x="256052" y="1531049"/>
                        <a:pt x="210618" y="1531240"/>
                      </a:cubicBezTo>
                      <a:lnTo>
                        <a:pt x="210046" y="1531240"/>
                      </a:lnTo>
                      <a:cubicBezTo>
                        <a:pt x="187789" y="1531240"/>
                        <a:pt x="165755" y="1525302"/>
                        <a:pt x="146292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1" y="116713"/>
                        <a:pt x="832981" y="95567"/>
                        <a:pt x="865970" y="86709"/>
                      </a:cubicBezTo>
                      <a:cubicBezTo>
                        <a:pt x="876987" y="83820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6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8"/>
                        <a:pt x="7259" y="1457738"/>
                      </a:cubicBezTo>
                      <a:cubicBezTo>
                        <a:pt x="21801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072" y="1613535"/>
                        <a:pt x="354922" y="1573277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8" y="210122"/>
                        <a:pt x="1102158" y="155861"/>
                      </a:cubicBezTo>
                      <a:cubicBezTo>
                        <a:pt x="1087616" y="101632"/>
                        <a:pt x="1052850" y="56293"/>
                        <a:pt x="1004209" y="28226"/>
                      </a:cubicBezTo>
                      <a:cubicBezTo>
                        <a:pt x="971792" y="9557"/>
                        <a:pt x="935851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3" name="Google Shape;63;p47"/>
                <p:cNvSpPr/>
                <p:nvPr/>
              </p:nvSpPr>
              <p:spPr>
                <a:xfrm>
                  <a:off x="9610668" y="4675695"/>
                  <a:ext cx="785195" cy="1052036"/>
                </a:xfrm>
                <a:custGeom>
                  <a:rect b="b" l="l" r="r" t="t"/>
                  <a:pathLst>
                    <a:path extrusionOk="0" h="1052036" w="785195">
                      <a:moveTo>
                        <a:pt x="575244" y="82296"/>
                      </a:moveTo>
                      <a:cubicBezTo>
                        <a:pt x="597342" y="82296"/>
                        <a:pt x="619345" y="88265"/>
                        <a:pt x="638871" y="99536"/>
                      </a:cubicBezTo>
                      <a:cubicBezTo>
                        <a:pt x="668462" y="116618"/>
                        <a:pt x="689608" y="144176"/>
                        <a:pt x="698434" y="177197"/>
                      </a:cubicBezTo>
                      <a:cubicBezTo>
                        <a:pt x="707261" y="210217"/>
                        <a:pt x="702752" y="244665"/>
                        <a:pt x="685671" y="274257"/>
                      </a:cubicBezTo>
                      <a:lnTo>
                        <a:pt x="321054" y="905796"/>
                      </a:lnTo>
                      <a:cubicBezTo>
                        <a:pt x="298289" y="945261"/>
                        <a:pt x="255776" y="969772"/>
                        <a:pt x="210119" y="969772"/>
                      </a:cubicBezTo>
                      <a:lnTo>
                        <a:pt x="209580" y="969772"/>
                      </a:lnTo>
                      <a:cubicBezTo>
                        <a:pt x="187481" y="969677"/>
                        <a:pt x="165606" y="963739"/>
                        <a:pt x="146334" y="952627"/>
                      </a:cubicBezTo>
                      <a:cubicBezTo>
                        <a:pt x="116742" y="935545"/>
                        <a:pt x="95597" y="907955"/>
                        <a:pt x="86739" y="874966"/>
                      </a:cubicBezTo>
                      <a:cubicBezTo>
                        <a:pt x="77912" y="841978"/>
                        <a:pt x="82421" y="807498"/>
                        <a:pt x="99534" y="777907"/>
                      </a:cubicBezTo>
                      <a:lnTo>
                        <a:pt x="464151" y="146367"/>
                      </a:lnTo>
                      <a:cubicBezTo>
                        <a:pt x="481232" y="116776"/>
                        <a:pt x="508823" y="95599"/>
                        <a:pt x="541811" y="86773"/>
                      </a:cubicBezTo>
                      <a:cubicBezTo>
                        <a:pt x="552829" y="83788"/>
                        <a:pt x="564068" y="82296"/>
                        <a:pt x="575244" y="82296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5" y="2413"/>
                        <a:pt x="520507" y="7239"/>
                      </a:cubicBezTo>
                      <a:cubicBezTo>
                        <a:pt x="466278" y="21780"/>
                        <a:pt x="420939" y="56578"/>
                        <a:pt x="392872" y="105188"/>
                      </a:cubicBezTo>
                      <a:lnTo>
                        <a:pt x="28255" y="736695"/>
                      </a:lnTo>
                      <a:cubicBezTo>
                        <a:pt x="188" y="785336"/>
                        <a:pt x="-7273" y="841978"/>
                        <a:pt x="7237" y="896207"/>
                      </a:cubicBezTo>
                      <a:cubicBezTo>
                        <a:pt x="21778" y="950436"/>
                        <a:pt x="56544" y="995775"/>
                        <a:pt x="105186" y="1023842"/>
                      </a:cubicBezTo>
                      <a:cubicBezTo>
                        <a:pt x="137094" y="1042257"/>
                        <a:pt x="173353" y="1052004"/>
                        <a:pt x="210024" y="1052036"/>
                      </a:cubicBezTo>
                      <a:cubicBezTo>
                        <a:pt x="210056" y="1052036"/>
                        <a:pt x="210087" y="1052036"/>
                        <a:pt x="210119" y="1052036"/>
                      </a:cubicBezTo>
                      <a:cubicBezTo>
                        <a:pt x="285049" y="1052036"/>
                        <a:pt x="354899" y="1011745"/>
                        <a:pt x="392332" y="946912"/>
                      </a:cubicBezTo>
                      <a:lnTo>
                        <a:pt x="756949" y="315373"/>
                      </a:lnTo>
                      <a:cubicBezTo>
                        <a:pt x="785017" y="266764"/>
                        <a:pt x="792478" y="210121"/>
                        <a:pt x="777936" y="155861"/>
                      </a:cubicBezTo>
                      <a:cubicBezTo>
                        <a:pt x="763426" y="101632"/>
                        <a:pt x="728629" y="56293"/>
                        <a:pt x="680019" y="28226"/>
                      </a:cubicBezTo>
                      <a:cubicBezTo>
                        <a:pt x="647634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4" name="Google Shape;64;p47"/>
                <p:cNvSpPr/>
                <p:nvPr/>
              </p:nvSpPr>
              <p:spPr>
                <a:xfrm>
                  <a:off x="9227307" y="5832125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2"/>
                      </a:lnTo>
                      <a:cubicBezTo>
                        <a:pt x="296650" y="455613"/>
                        <a:pt x="254327" y="480092"/>
                        <a:pt x="208797" y="480219"/>
                      </a:cubicBezTo>
                      <a:lnTo>
                        <a:pt x="208353" y="480219"/>
                      </a:lnTo>
                      <a:lnTo>
                        <a:pt x="208035" y="480219"/>
                      </a:lnTo>
                      <a:cubicBezTo>
                        <a:pt x="184890" y="480155"/>
                        <a:pt x="162093" y="473710"/>
                        <a:pt x="142122" y="461582"/>
                      </a:cubicBezTo>
                      <a:cubicBezTo>
                        <a:pt x="114119" y="444595"/>
                        <a:pt x="94212" y="416877"/>
                        <a:pt x="86148" y="383603"/>
                      </a:cubicBezTo>
                      <a:cubicBezTo>
                        <a:pt x="77892" y="349536"/>
                        <a:pt x="82973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46"/>
                      </a:cubicBezTo>
                      <a:cubicBezTo>
                        <a:pt x="208322" y="562546"/>
                        <a:pt x="208353" y="562546"/>
                        <a:pt x="208353" y="562546"/>
                      </a:cubicBezTo>
                      <a:cubicBezTo>
                        <a:pt x="208385" y="562546"/>
                        <a:pt x="208385" y="562546"/>
                        <a:pt x="208416" y="562546"/>
                      </a:cubicBezTo>
                      <a:cubicBezTo>
                        <a:pt x="208416" y="562546"/>
                        <a:pt x="208448" y="562546"/>
                        <a:pt x="208448" y="562546"/>
                      </a:cubicBezTo>
                      <a:cubicBezTo>
                        <a:pt x="283379" y="562546"/>
                        <a:pt x="353197" y="522256"/>
                        <a:pt x="390630" y="457422"/>
                      </a:cubicBezTo>
                      <a:lnTo>
                        <a:pt x="472735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65" name="Google Shape;65;p47"/>
              <p:cNvGrpSpPr/>
              <p:nvPr/>
            </p:nvGrpSpPr>
            <p:grpSpPr>
              <a:xfrm>
                <a:off x="13625656" y="-367506"/>
                <a:ext cx="4307276" cy="7152512"/>
                <a:chOff x="13625656" y="-367506"/>
                <a:chExt cx="4307276" cy="7152512"/>
              </a:xfrm>
            </p:grpSpPr>
            <p:sp>
              <p:nvSpPr>
                <p:cNvPr id="66" name="Google Shape;66;p47"/>
                <p:cNvSpPr/>
                <p:nvPr/>
              </p:nvSpPr>
              <p:spPr>
                <a:xfrm>
                  <a:off x="16816172" y="-367506"/>
                  <a:ext cx="1116760" cy="1626393"/>
                </a:xfrm>
                <a:custGeom>
                  <a:rect b="b" l="l" r="r" t="t"/>
                  <a:pathLst>
                    <a:path extrusionOk="0" h="1626393" w="1116760">
                      <a:moveTo>
                        <a:pt x="905476" y="82296"/>
                      </a:moveTo>
                      <a:lnTo>
                        <a:pt x="906682" y="82296"/>
                      </a:lnTo>
                      <a:cubicBezTo>
                        <a:pt x="928939" y="82296"/>
                        <a:pt x="950973" y="88233"/>
                        <a:pt x="970437" y="99473"/>
                      </a:cubicBezTo>
                      <a:cubicBezTo>
                        <a:pt x="1000028" y="116554"/>
                        <a:pt x="1021173" y="144113"/>
                        <a:pt x="1030000" y="177133"/>
                      </a:cubicBezTo>
                      <a:cubicBezTo>
                        <a:pt x="1038826" y="210122"/>
                        <a:pt x="1034285" y="244602"/>
                        <a:pt x="1017236" y="274193"/>
                      </a:cubicBezTo>
                      <a:lnTo>
                        <a:pt x="321054" y="1480026"/>
                      </a:lnTo>
                      <a:cubicBezTo>
                        <a:pt x="303973" y="1509617"/>
                        <a:pt x="276381" y="1530763"/>
                        <a:pt x="243393" y="1539621"/>
                      </a:cubicBezTo>
                      <a:cubicBezTo>
                        <a:pt x="232376" y="1542574"/>
                        <a:pt x="221137" y="1544066"/>
                        <a:pt x="209960" y="1544066"/>
                      </a:cubicBezTo>
                      <a:cubicBezTo>
                        <a:pt x="187863" y="1544066"/>
                        <a:pt x="165860" y="1538097"/>
                        <a:pt x="146333" y="1526826"/>
                      </a:cubicBezTo>
                      <a:cubicBezTo>
                        <a:pt x="116742" y="1509744"/>
                        <a:pt x="95597" y="1482185"/>
                        <a:pt x="86739" y="1449197"/>
                      </a:cubicBezTo>
                      <a:cubicBezTo>
                        <a:pt x="77912" y="1416209"/>
                        <a:pt x="82453" y="1381728"/>
                        <a:pt x="99534" y="1352137"/>
                      </a:cubicBezTo>
                      <a:lnTo>
                        <a:pt x="795716" y="146304"/>
                      </a:lnTo>
                      <a:cubicBezTo>
                        <a:pt x="818291" y="107188"/>
                        <a:pt x="860296" y="82740"/>
                        <a:pt x="905476" y="82296"/>
                      </a:cubicBezTo>
                      <a:moveTo>
                        <a:pt x="906650" y="0"/>
                      </a:moveTo>
                      <a:cubicBezTo>
                        <a:pt x="831689" y="32"/>
                        <a:pt x="761871" y="40291"/>
                        <a:pt x="724438" y="105156"/>
                      </a:cubicBezTo>
                      <a:lnTo>
                        <a:pt x="28255" y="1310989"/>
                      </a:lnTo>
                      <a:cubicBezTo>
                        <a:pt x="188" y="1359630"/>
                        <a:pt x="-7273" y="1416241"/>
                        <a:pt x="7236" y="1470501"/>
                      </a:cubicBezTo>
                      <a:cubicBezTo>
                        <a:pt x="21778" y="1524730"/>
                        <a:pt x="56544" y="1570069"/>
                        <a:pt x="105185" y="1598136"/>
                      </a:cubicBezTo>
                      <a:cubicBezTo>
                        <a:pt x="137570" y="1616837"/>
                        <a:pt x="173512" y="1626394"/>
                        <a:pt x="209960" y="1626394"/>
                      </a:cubicBezTo>
                      <a:cubicBezTo>
                        <a:pt x="228217" y="1626394"/>
                        <a:pt x="246600" y="1623981"/>
                        <a:pt x="264697" y="1619155"/>
                      </a:cubicBezTo>
                      <a:cubicBezTo>
                        <a:pt x="318927" y="1604613"/>
                        <a:pt x="364266" y="1569847"/>
                        <a:pt x="392332" y="1521206"/>
                      </a:cubicBezTo>
                      <a:lnTo>
                        <a:pt x="1088515" y="315373"/>
                      </a:lnTo>
                      <a:cubicBezTo>
                        <a:pt x="1116582" y="266732"/>
                        <a:pt x="1124043" y="210090"/>
                        <a:pt x="1109502" y="155861"/>
                      </a:cubicBezTo>
                      <a:cubicBezTo>
                        <a:pt x="1094992" y="101632"/>
                        <a:pt x="1060194" y="56293"/>
                        <a:pt x="1011584" y="28226"/>
                      </a:cubicBezTo>
                      <a:cubicBezTo>
                        <a:pt x="979675" y="9779"/>
                        <a:pt x="943417" y="32"/>
                        <a:pt x="906714" y="32"/>
                      </a:cubicBezTo>
                      <a:cubicBezTo>
                        <a:pt x="906714" y="0"/>
                        <a:pt x="906682" y="0"/>
                        <a:pt x="906650" y="0"/>
                      </a:cubicBezTo>
                      <a:lnTo>
                        <a:pt x="90665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7" name="Google Shape;67;p47"/>
                <p:cNvSpPr/>
                <p:nvPr/>
              </p:nvSpPr>
              <p:spPr>
                <a:xfrm>
                  <a:off x="16410937" y="1338992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8" y="117919"/>
                        <a:pt x="440793" y="145637"/>
                        <a:pt x="448890" y="178911"/>
                      </a:cubicBezTo>
                      <a:cubicBezTo>
                        <a:pt x="457144" y="212979"/>
                        <a:pt x="452065" y="248412"/>
                        <a:pt x="434570" y="278733"/>
                      </a:cubicBezTo>
                      <a:lnTo>
                        <a:pt x="321064" y="475329"/>
                      </a:lnTo>
                      <a:cubicBezTo>
                        <a:pt x="298331" y="514699"/>
                        <a:pt x="255722" y="539147"/>
                        <a:pt x="209812" y="539147"/>
                      </a:cubicBezTo>
                      <a:cubicBezTo>
                        <a:pt x="187809" y="539147"/>
                        <a:pt x="166060" y="533368"/>
                        <a:pt x="146915" y="522446"/>
                      </a:cubicBezTo>
                      <a:cubicBezTo>
                        <a:pt x="117133" y="505460"/>
                        <a:pt x="95797" y="477869"/>
                        <a:pt x="86844" y="444786"/>
                      </a:cubicBezTo>
                      <a:cubicBezTo>
                        <a:pt x="77890" y="411671"/>
                        <a:pt x="82399" y="377095"/>
                        <a:pt x="99544" y="347409"/>
                      </a:cubicBezTo>
                      <a:lnTo>
                        <a:pt x="215685" y="146241"/>
                      </a:lnTo>
                      <a:cubicBezTo>
                        <a:pt x="238482" y="106775"/>
                        <a:pt x="280963" y="82264"/>
                        <a:pt x="326620" y="82264"/>
                      </a:cubicBezTo>
                      <a:lnTo>
                        <a:pt x="326683" y="82264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4"/>
                        <a:pt x="7406" y="466312"/>
                      </a:cubicBezTo>
                      <a:cubicBezTo>
                        <a:pt x="22137" y="520700"/>
                        <a:pt x="57189" y="566039"/>
                        <a:pt x="106148" y="593979"/>
                      </a:cubicBezTo>
                      <a:cubicBezTo>
                        <a:pt x="138850" y="612616"/>
                        <a:pt x="174569" y="621474"/>
                        <a:pt x="209812" y="621474"/>
                      </a:cubicBezTo>
                      <a:cubicBezTo>
                        <a:pt x="282583" y="621474"/>
                        <a:pt x="353512" y="583756"/>
                        <a:pt x="392343" y="516477"/>
                      </a:cubicBezTo>
                      <a:lnTo>
                        <a:pt x="505849" y="319913"/>
                      </a:lnTo>
                      <a:cubicBezTo>
                        <a:pt x="564014" y="219170"/>
                        <a:pt x="532519" y="89376"/>
                        <a:pt x="435617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8" name="Google Shape;68;p47"/>
                <p:cNvSpPr/>
                <p:nvPr/>
              </p:nvSpPr>
              <p:spPr>
                <a:xfrm>
                  <a:off x="13625656" y="5185092"/>
                  <a:ext cx="1101205" cy="1599914"/>
                </a:xfrm>
                <a:custGeom>
                  <a:rect b="b" l="l" r="r" t="t"/>
                  <a:pathLst>
                    <a:path extrusionOk="0" h="1599914" w="1101205">
                      <a:moveTo>
                        <a:pt x="891528" y="82296"/>
                      </a:moveTo>
                      <a:cubicBezTo>
                        <a:pt x="913626" y="82296"/>
                        <a:pt x="935629" y="88233"/>
                        <a:pt x="955124" y="99504"/>
                      </a:cubicBezTo>
                      <a:cubicBezTo>
                        <a:pt x="974523" y="110712"/>
                        <a:pt x="990715" y="126873"/>
                        <a:pt x="1001891" y="146241"/>
                      </a:cubicBezTo>
                      <a:cubicBezTo>
                        <a:pt x="1013004" y="165481"/>
                        <a:pt x="1018909" y="187611"/>
                        <a:pt x="1018909" y="210376"/>
                      </a:cubicBezTo>
                      <a:cubicBezTo>
                        <a:pt x="1018973" y="232791"/>
                        <a:pt x="1013068" y="254857"/>
                        <a:pt x="1001923" y="274225"/>
                      </a:cubicBezTo>
                      <a:lnTo>
                        <a:pt x="321045" y="1453578"/>
                      </a:lnTo>
                      <a:cubicBezTo>
                        <a:pt x="303931" y="1483233"/>
                        <a:pt x="276404" y="1504378"/>
                        <a:pt x="243383" y="1513141"/>
                      </a:cubicBezTo>
                      <a:cubicBezTo>
                        <a:pt x="232335" y="1516095"/>
                        <a:pt x="221064" y="1517619"/>
                        <a:pt x="209888" y="1517619"/>
                      </a:cubicBezTo>
                      <a:cubicBezTo>
                        <a:pt x="187536" y="1517619"/>
                        <a:pt x="166136" y="1511808"/>
                        <a:pt x="146356" y="1500378"/>
                      </a:cubicBezTo>
                      <a:cubicBezTo>
                        <a:pt x="116797" y="1483297"/>
                        <a:pt x="95620" y="1455738"/>
                        <a:pt x="86793" y="1422717"/>
                      </a:cubicBezTo>
                      <a:cubicBezTo>
                        <a:pt x="77966" y="1389698"/>
                        <a:pt x="82475" y="1355249"/>
                        <a:pt x="99557" y="1325658"/>
                      </a:cubicBezTo>
                      <a:lnTo>
                        <a:pt x="780435" y="146304"/>
                      </a:lnTo>
                      <a:cubicBezTo>
                        <a:pt x="797516" y="116745"/>
                        <a:pt x="825076" y="95567"/>
                        <a:pt x="858096" y="86741"/>
                      </a:cubicBezTo>
                      <a:cubicBezTo>
                        <a:pt x="869113" y="83788"/>
                        <a:pt x="880352" y="82296"/>
                        <a:pt x="891528" y="82296"/>
                      </a:cubicBezTo>
                      <a:moveTo>
                        <a:pt x="891528" y="0"/>
                      </a:moveTo>
                      <a:cubicBezTo>
                        <a:pt x="873272" y="0"/>
                        <a:pt x="854889" y="2413"/>
                        <a:pt x="836760" y="7239"/>
                      </a:cubicBezTo>
                      <a:cubicBezTo>
                        <a:pt x="782530" y="21780"/>
                        <a:pt x="737191" y="56547"/>
                        <a:pt x="709125" y="105156"/>
                      </a:cubicBezTo>
                      <a:lnTo>
                        <a:pt x="28245" y="1284510"/>
                      </a:lnTo>
                      <a:cubicBezTo>
                        <a:pt x="179" y="1333119"/>
                        <a:pt x="-7283" y="1389793"/>
                        <a:pt x="7259" y="1444022"/>
                      </a:cubicBezTo>
                      <a:cubicBezTo>
                        <a:pt x="21801" y="1498251"/>
                        <a:pt x="56567" y="1543590"/>
                        <a:pt x="105176" y="1571657"/>
                      </a:cubicBezTo>
                      <a:cubicBezTo>
                        <a:pt x="137593" y="1590389"/>
                        <a:pt x="173502" y="1599914"/>
                        <a:pt x="209856" y="1599914"/>
                      </a:cubicBezTo>
                      <a:cubicBezTo>
                        <a:pt x="228144" y="1599914"/>
                        <a:pt x="246527" y="1597501"/>
                        <a:pt x="264657" y="1592644"/>
                      </a:cubicBezTo>
                      <a:cubicBezTo>
                        <a:pt x="318980" y="1578165"/>
                        <a:pt x="364224" y="1543336"/>
                        <a:pt x="392291" y="1494726"/>
                      </a:cubicBezTo>
                      <a:lnTo>
                        <a:pt x="1073170" y="315373"/>
                      </a:lnTo>
                      <a:cubicBezTo>
                        <a:pt x="1091840" y="283020"/>
                        <a:pt x="1101269" y="246666"/>
                        <a:pt x="1101206" y="210185"/>
                      </a:cubicBezTo>
                      <a:cubicBezTo>
                        <a:pt x="1101174" y="173895"/>
                        <a:pt x="1091840" y="137382"/>
                        <a:pt x="1073107" y="105029"/>
                      </a:cubicBezTo>
                      <a:cubicBezTo>
                        <a:pt x="1054723" y="73279"/>
                        <a:pt x="1028149" y="46641"/>
                        <a:pt x="996240" y="28226"/>
                      </a:cubicBezTo>
                      <a:cubicBezTo>
                        <a:pt x="963919" y="9557"/>
                        <a:pt x="927946" y="0"/>
                        <a:pt x="891528" y="0"/>
                      </a:cubicBezTo>
                      <a:lnTo>
                        <a:pt x="8915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9" name="Google Shape;69;p47"/>
                <p:cNvSpPr/>
                <p:nvPr/>
              </p:nvSpPr>
              <p:spPr>
                <a:xfrm>
                  <a:off x="15014074" y="3328098"/>
                  <a:ext cx="784972" cy="1052131"/>
                </a:xfrm>
                <a:custGeom>
                  <a:rect b="b" l="l" r="r" t="t"/>
                  <a:pathLst>
                    <a:path extrusionOk="0" h="1052131" w="784972">
                      <a:moveTo>
                        <a:pt x="575244" y="82328"/>
                      </a:moveTo>
                      <a:cubicBezTo>
                        <a:pt x="597342" y="82328"/>
                        <a:pt x="619345" y="88297"/>
                        <a:pt x="638839" y="99536"/>
                      </a:cubicBezTo>
                      <a:cubicBezTo>
                        <a:pt x="657254" y="110173"/>
                        <a:pt x="672748" y="125222"/>
                        <a:pt x="683797" y="143192"/>
                      </a:cubicBezTo>
                      <a:lnTo>
                        <a:pt x="685163" y="146145"/>
                      </a:lnTo>
                      <a:lnTo>
                        <a:pt x="687194" y="149003"/>
                      </a:lnTo>
                      <a:cubicBezTo>
                        <a:pt x="708403" y="188023"/>
                        <a:pt x="707896" y="235712"/>
                        <a:pt x="685639" y="274225"/>
                      </a:cubicBezTo>
                      <a:lnTo>
                        <a:pt x="321021" y="905764"/>
                      </a:lnTo>
                      <a:cubicBezTo>
                        <a:pt x="303940" y="935355"/>
                        <a:pt x="276382" y="956501"/>
                        <a:pt x="243361" y="965359"/>
                      </a:cubicBezTo>
                      <a:cubicBezTo>
                        <a:pt x="232344" y="968311"/>
                        <a:pt x="221104" y="969804"/>
                        <a:pt x="209928" y="969804"/>
                      </a:cubicBezTo>
                      <a:cubicBezTo>
                        <a:pt x="187830" y="969804"/>
                        <a:pt x="165860" y="963835"/>
                        <a:pt x="146334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2" y="807466"/>
                        <a:pt x="99533" y="777875"/>
                      </a:cubicBezTo>
                      <a:lnTo>
                        <a:pt x="464151" y="146336"/>
                      </a:lnTo>
                      <a:cubicBezTo>
                        <a:pt x="481233" y="116745"/>
                        <a:pt x="508791" y="95599"/>
                        <a:pt x="541779" y="86741"/>
                      </a:cubicBezTo>
                      <a:cubicBezTo>
                        <a:pt x="552796" y="83820"/>
                        <a:pt x="564068" y="82328"/>
                        <a:pt x="575244" y="82328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4" y="2413"/>
                        <a:pt x="520507" y="7239"/>
                      </a:cubicBezTo>
                      <a:cubicBezTo>
                        <a:pt x="466278" y="21780"/>
                        <a:pt x="420939" y="56547"/>
                        <a:pt x="392872" y="105188"/>
                      </a:cubicBezTo>
                      <a:lnTo>
                        <a:pt x="28255" y="736727"/>
                      </a:lnTo>
                      <a:cubicBezTo>
                        <a:pt x="188" y="785336"/>
                        <a:pt x="-7273" y="842010"/>
                        <a:pt x="7237" y="896239"/>
                      </a:cubicBezTo>
                      <a:cubicBezTo>
                        <a:pt x="21778" y="950500"/>
                        <a:pt x="56576" y="995807"/>
                        <a:pt x="105185" y="1023874"/>
                      </a:cubicBezTo>
                      <a:cubicBezTo>
                        <a:pt x="137571" y="1042575"/>
                        <a:pt x="173511" y="1052132"/>
                        <a:pt x="209928" y="1052132"/>
                      </a:cubicBezTo>
                      <a:cubicBezTo>
                        <a:pt x="228185" y="1052132"/>
                        <a:pt x="246568" y="1049719"/>
                        <a:pt x="264665" y="1044861"/>
                      </a:cubicBezTo>
                      <a:cubicBezTo>
                        <a:pt x="318894" y="1030319"/>
                        <a:pt x="364234" y="995553"/>
                        <a:pt x="392301" y="946912"/>
                      </a:cubicBezTo>
                      <a:lnTo>
                        <a:pt x="756917" y="315373"/>
                      </a:lnTo>
                      <a:cubicBezTo>
                        <a:pt x="794351" y="250539"/>
                        <a:pt x="794319" y="169894"/>
                        <a:pt x="756854" y="104997"/>
                      </a:cubicBezTo>
                      <a:cubicBezTo>
                        <a:pt x="756854" y="104966"/>
                        <a:pt x="756822" y="104934"/>
                        <a:pt x="756822" y="104934"/>
                      </a:cubicBezTo>
                      <a:cubicBezTo>
                        <a:pt x="738471" y="73184"/>
                        <a:pt x="711896" y="46641"/>
                        <a:pt x="679987" y="28226"/>
                      </a:cubicBezTo>
                      <a:cubicBezTo>
                        <a:pt x="647602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0" name="Google Shape;70;p47"/>
                <p:cNvSpPr/>
                <p:nvPr/>
              </p:nvSpPr>
              <p:spPr>
                <a:xfrm>
                  <a:off x="15681618" y="2040763"/>
                  <a:ext cx="860696" cy="1183227"/>
                </a:xfrm>
                <a:custGeom>
                  <a:rect b="b" l="l" r="r" t="t"/>
                  <a:pathLst>
                    <a:path extrusionOk="0" h="1183227" w="860696">
                      <a:moveTo>
                        <a:pt x="650936" y="82296"/>
                      </a:moveTo>
                      <a:cubicBezTo>
                        <a:pt x="673034" y="82296"/>
                        <a:pt x="695005" y="88265"/>
                        <a:pt x="714532" y="99536"/>
                      </a:cubicBezTo>
                      <a:cubicBezTo>
                        <a:pt x="733327" y="110395"/>
                        <a:pt x="749075" y="125825"/>
                        <a:pt x="760156" y="144272"/>
                      </a:cubicBezTo>
                      <a:lnTo>
                        <a:pt x="761395" y="146399"/>
                      </a:lnTo>
                      <a:cubicBezTo>
                        <a:pt x="784096" y="185896"/>
                        <a:pt x="784064" y="234855"/>
                        <a:pt x="761331" y="274257"/>
                      </a:cubicBezTo>
                      <a:lnTo>
                        <a:pt x="320990" y="1036923"/>
                      </a:lnTo>
                      <a:cubicBezTo>
                        <a:pt x="303909" y="1066514"/>
                        <a:pt x="276350" y="1087660"/>
                        <a:pt x="243329" y="1096518"/>
                      </a:cubicBezTo>
                      <a:cubicBezTo>
                        <a:pt x="232312" y="1099471"/>
                        <a:pt x="221073" y="1100963"/>
                        <a:pt x="209896" y="1100963"/>
                      </a:cubicBezTo>
                      <a:cubicBezTo>
                        <a:pt x="187799" y="1100963"/>
                        <a:pt x="165828" y="1094994"/>
                        <a:pt x="146302" y="1083723"/>
                      </a:cubicBezTo>
                      <a:cubicBezTo>
                        <a:pt x="116711" y="1066641"/>
                        <a:pt x="95534" y="1039051"/>
                        <a:pt x="86707" y="1006094"/>
                      </a:cubicBezTo>
                      <a:cubicBezTo>
                        <a:pt x="77880" y="973074"/>
                        <a:pt x="82421" y="938594"/>
                        <a:pt x="99502" y="909034"/>
                      </a:cubicBezTo>
                      <a:lnTo>
                        <a:pt x="539811" y="146367"/>
                      </a:lnTo>
                      <a:cubicBezTo>
                        <a:pt x="556892" y="116776"/>
                        <a:pt x="584452" y="95631"/>
                        <a:pt x="617472" y="86773"/>
                      </a:cubicBezTo>
                      <a:cubicBezTo>
                        <a:pt x="628521" y="83788"/>
                        <a:pt x="639760" y="82296"/>
                        <a:pt x="650936" y="82296"/>
                      </a:cubicBezTo>
                      <a:moveTo>
                        <a:pt x="650936" y="0"/>
                      </a:moveTo>
                      <a:cubicBezTo>
                        <a:pt x="632680" y="0"/>
                        <a:pt x="614297" y="2413"/>
                        <a:pt x="596199" y="7239"/>
                      </a:cubicBezTo>
                      <a:cubicBezTo>
                        <a:pt x="541970" y="21780"/>
                        <a:pt x="496631" y="56547"/>
                        <a:pt x="468564" y="105188"/>
                      </a:cubicBezTo>
                      <a:lnTo>
                        <a:pt x="28255" y="867823"/>
                      </a:lnTo>
                      <a:cubicBezTo>
                        <a:pt x="188" y="916432"/>
                        <a:pt x="-7273" y="973074"/>
                        <a:pt x="7237" y="1027335"/>
                      </a:cubicBezTo>
                      <a:cubicBezTo>
                        <a:pt x="21778" y="1081595"/>
                        <a:pt x="56576" y="1126903"/>
                        <a:pt x="105185" y="1154970"/>
                      </a:cubicBezTo>
                      <a:cubicBezTo>
                        <a:pt x="137571" y="1173670"/>
                        <a:pt x="173511" y="1183227"/>
                        <a:pt x="209928" y="1183227"/>
                      </a:cubicBezTo>
                      <a:cubicBezTo>
                        <a:pt x="228185" y="1183227"/>
                        <a:pt x="246568" y="1180814"/>
                        <a:pt x="264697" y="1175957"/>
                      </a:cubicBezTo>
                      <a:cubicBezTo>
                        <a:pt x="318926" y="1161415"/>
                        <a:pt x="364265" y="1126649"/>
                        <a:pt x="392333" y="1078008"/>
                      </a:cubicBezTo>
                      <a:lnTo>
                        <a:pt x="832641" y="315373"/>
                      </a:lnTo>
                      <a:cubicBezTo>
                        <a:pt x="870075" y="250539"/>
                        <a:pt x="870043" y="169926"/>
                        <a:pt x="832578" y="104997"/>
                      </a:cubicBezTo>
                      <a:cubicBezTo>
                        <a:pt x="832578" y="104965"/>
                        <a:pt x="832546" y="104934"/>
                        <a:pt x="832546" y="104934"/>
                      </a:cubicBezTo>
                      <a:cubicBezTo>
                        <a:pt x="814194" y="73184"/>
                        <a:pt x="787620" y="46673"/>
                        <a:pt x="755711" y="28226"/>
                      </a:cubicBezTo>
                      <a:cubicBezTo>
                        <a:pt x="723326" y="9557"/>
                        <a:pt x="687353" y="0"/>
                        <a:pt x="650936" y="0"/>
                      </a:cubicBezTo>
                      <a:lnTo>
                        <a:pt x="65093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1" name="Google Shape;71;p47"/>
                <p:cNvSpPr/>
                <p:nvPr/>
              </p:nvSpPr>
              <p:spPr>
                <a:xfrm>
                  <a:off x="14629209" y="4485290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4" y="82296"/>
                        <a:pt x="335650" y="87281"/>
                        <a:pt x="353620" y="97155"/>
                      </a:cubicBezTo>
                      <a:cubicBezTo>
                        <a:pt x="373464" y="108045"/>
                        <a:pt x="390006" y="123857"/>
                        <a:pt x="401563" y="143002"/>
                      </a:cubicBezTo>
                      <a:lnTo>
                        <a:pt x="403024" y="145511"/>
                      </a:lnTo>
                      <a:cubicBezTo>
                        <a:pt x="425693" y="184976"/>
                        <a:pt x="425661" y="233934"/>
                        <a:pt x="402928" y="273304"/>
                      </a:cubicBezTo>
                      <a:lnTo>
                        <a:pt x="320823" y="415544"/>
                      </a:lnTo>
                      <a:cubicBezTo>
                        <a:pt x="303678" y="445231"/>
                        <a:pt x="275992" y="466408"/>
                        <a:pt x="242845" y="475202"/>
                      </a:cubicBezTo>
                      <a:cubicBezTo>
                        <a:pt x="231923" y="478092"/>
                        <a:pt x="220779" y="479584"/>
                        <a:pt x="209698" y="479584"/>
                      </a:cubicBezTo>
                      <a:cubicBezTo>
                        <a:pt x="187410" y="479584"/>
                        <a:pt x="165216" y="473520"/>
                        <a:pt x="145563" y="462026"/>
                      </a:cubicBezTo>
                      <a:cubicBezTo>
                        <a:pt x="84984" y="426625"/>
                        <a:pt x="64219" y="348393"/>
                        <a:pt x="99303" y="287655"/>
                      </a:cubicBezTo>
                      <a:lnTo>
                        <a:pt x="178774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63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74" y="540290"/>
                        <a:pt x="363971" y="505460"/>
                        <a:pt x="392134" y="456661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30"/>
                        <a:pt x="393213" y="24988"/>
                      </a:cubicBezTo>
                      <a:cubicBezTo>
                        <a:pt x="362288" y="8033"/>
                        <a:pt x="328602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72" name="Google Shape;72;p47"/>
              <p:cNvGrpSpPr/>
              <p:nvPr/>
            </p:nvGrpSpPr>
            <p:grpSpPr>
              <a:xfrm>
                <a:off x="12644974" y="-1057655"/>
                <a:ext cx="5058099" cy="8396508"/>
                <a:chOff x="12644974" y="-1057655"/>
                <a:chExt cx="5058099" cy="8396508"/>
              </a:xfrm>
            </p:grpSpPr>
            <p:sp>
              <p:nvSpPr>
                <p:cNvPr id="73" name="Google Shape;73;p47"/>
                <p:cNvSpPr/>
                <p:nvPr/>
              </p:nvSpPr>
              <p:spPr>
                <a:xfrm>
                  <a:off x="15817603" y="791844"/>
                  <a:ext cx="785172" cy="1052068"/>
                </a:xfrm>
                <a:custGeom>
                  <a:rect b="b" l="l" r="r" t="t"/>
                  <a:pathLst>
                    <a:path extrusionOk="0" h="1052068" w="785172">
                      <a:moveTo>
                        <a:pt x="574768" y="82328"/>
                      </a:moveTo>
                      <a:lnTo>
                        <a:pt x="575149" y="82328"/>
                      </a:lnTo>
                      <a:cubicBezTo>
                        <a:pt x="597406" y="82328"/>
                        <a:pt x="619440" y="88265"/>
                        <a:pt x="638871" y="99504"/>
                      </a:cubicBezTo>
                      <a:cubicBezTo>
                        <a:pt x="668462" y="116586"/>
                        <a:pt x="689608" y="144145"/>
                        <a:pt x="698466" y="177133"/>
                      </a:cubicBezTo>
                      <a:cubicBezTo>
                        <a:pt x="707292" y="210153"/>
                        <a:pt x="702784" y="244602"/>
                        <a:pt x="685703" y="274193"/>
                      </a:cubicBezTo>
                      <a:lnTo>
                        <a:pt x="321085" y="905732"/>
                      </a:lnTo>
                      <a:cubicBezTo>
                        <a:pt x="304004" y="935323"/>
                        <a:pt x="276413" y="956469"/>
                        <a:pt x="243425" y="965327"/>
                      </a:cubicBezTo>
                      <a:cubicBezTo>
                        <a:pt x="232408" y="968280"/>
                        <a:pt x="221168" y="969772"/>
                        <a:pt x="209992" y="969772"/>
                      </a:cubicBezTo>
                      <a:cubicBezTo>
                        <a:pt x="187894" y="969772"/>
                        <a:pt x="165924" y="963803"/>
                        <a:pt x="146365" y="952532"/>
                      </a:cubicBezTo>
                      <a:cubicBezTo>
                        <a:pt x="116774" y="935450"/>
                        <a:pt x="95629" y="907891"/>
                        <a:pt x="86770" y="874871"/>
                      </a:cubicBezTo>
                      <a:cubicBezTo>
                        <a:pt x="77944" y="841851"/>
                        <a:pt x="82453" y="807403"/>
                        <a:pt x="99566" y="777812"/>
                      </a:cubicBezTo>
                      <a:lnTo>
                        <a:pt x="464183" y="146272"/>
                      </a:lnTo>
                      <a:cubicBezTo>
                        <a:pt x="486884" y="106934"/>
                        <a:pt x="529239" y="82455"/>
                        <a:pt x="574768" y="82328"/>
                      </a:cubicBezTo>
                      <a:moveTo>
                        <a:pt x="575085" y="0"/>
                      </a:moveTo>
                      <a:cubicBezTo>
                        <a:pt x="500155" y="0"/>
                        <a:pt x="430305" y="40291"/>
                        <a:pt x="392873" y="105124"/>
                      </a:cubicBezTo>
                      <a:lnTo>
                        <a:pt x="28255" y="736664"/>
                      </a:lnTo>
                      <a:cubicBezTo>
                        <a:pt x="188" y="785305"/>
                        <a:pt x="-7273" y="841915"/>
                        <a:pt x="7236" y="896175"/>
                      </a:cubicBezTo>
                      <a:cubicBezTo>
                        <a:pt x="21778" y="950405"/>
                        <a:pt x="56544" y="995744"/>
                        <a:pt x="105185" y="1023811"/>
                      </a:cubicBezTo>
                      <a:cubicBezTo>
                        <a:pt x="137570" y="1042511"/>
                        <a:pt x="173512" y="1052068"/>
                        <a:pt x="209929" y="1052068"/>
                      </a:cubicBezTo>
                      <a:cubicBezTo>
                        <a:pt x="228185" y="1052068"/>
                        <a:pt x="246568" y="1049655"/>
                        <a:pt x="264666" y="1044829"/>
                      </a:cubicBezTo>
                      <a:cubicBezTo>
                        <a:pt x="318895" y="1030288"/>
                        <a:pt x="364234" y="995521"/>
                        <a:pt x="392300" y="946880"/>
                      </a:cubicBezTo>
                      <a:lnTo>
                        <a:pt x="756918" y="315341"/>
                      </a:lnTo>
                      <a:cubicBezTo>
                        <a:pt x="784985" y="266700"/>
                        <a:pt x="792446" y="210090"/>
                        <a:pt x="777936" y="155829"/>
                      </a:cubicBezTo>
                      <a:cubicBezTo>
                        <a:pt x="763395" y="101600"/>
                        <a:pt x="728629" y="56261"/>
                        <a:pt x="679988" y="28194"/>
                      </a:cubicBezTo>
                      <a:cubicBezTo>
                        <a:pt x="648079" y="9779"/>
                        <a:pt x="611820" y="32"/>
                        <a:pt x="575149" y="0"/>
                      </a:cubicBezTo>
                      <a:cubicBezTo>
                        <a:pt x="575149" y="0"/>
                        <a:pt x="575117" y="0"/>
                        <a:pt x="575117" y="0"/>
                      </a:cubicBezTo>
                      <a:cubicBezTo>
                        <a:pt x="575117" y="0"/>
                        <a:pt x="575117" y="0"/>
                        <a:pt x="575085" y="0"/>
                      </a:cubicBezTo>
                      <a:lnTo>
                        <a:pt x="5750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4" name="Google Shape;74;p47"/>
                <p:cNvSpPr/>
                <p:nvPr/>
              </p:nvSpPr>
              <p:spPr>
                <a:xfrm>
                  <a:off x="16485176" y="124936"/>
                  <a:ext cx="501025" cy="562546"/>
                </a:xfrm>
                <a:custGeom>
                  <a:rect b="b" l="l" r="r" t="t"/>
                  <a:pathLst>
                    <a:path extrusionOk="0" h="562546" w="501025">
                      <a:moveTo>
                        <a:pt x="292799" y="82296"/>
                      </a:moveTo>
                      <a:cubicBezTo>
                        <a:pt x="316008" y="82328"/>
                        <a:pt x="338837" y="88773"/>
                        <a:pt x="358870" y="100965"/>
                      </a:cubicBezTo>
                      <a:cubicBezTo>
                        <a:pt x="386874" y="117951"/>
                        <a:pt x="406750" y="145669"/>
                        <a:pt x="414846" y="178943"/>
                      </a:cubicBezTo>
                      <a:cubicBezTo>
                        <a:pt x="423101" y="213011"/>
                        <a:pt x="418021" y="248444"/>
                        <a:pt x="400527" y="278765"/>
                      </a:cubicBezTo>
                      <a:lnTo>
                        <a:pt x="321056" y="416401"/>
                      </a:lnTo>
                      <a:cubicBezTo>
                        <a:pt x="298324" y="455771"/>
                        <a:pt x="255715" y="480219"/>
                        <a:pt x="209836" y="480219"/>
                      </a:cubicBezTo>
                      <a:cubicBezTo>
                        <a:pt x="187834" y="480219"/>
                        <a:pt x="166085" y="474440"/>
                        <a:pt x="146939" y="463518"/>
                      </a:cubicBezTo>
                      <a:cubicBezTo>
                        <a:pt x="117158" y="446532"/>
                        <a:pt x="95822" y="418941"/>
                        <a:pt x="86868" y="385858"/>
                      </a:cubicBezTo>
                      <a:cubicBezTo>
                        <a:pt x="77915" y="352743"/>
                        <a:pt x="82424" y="318167"/>
                        <a:pt x="99568" y="288481"/>
                      </a:cubicBezTo>
                      <a:lnTo>
                        <a:pt x="181674" y="146241"/>
                      </a:lnTo>
                      <a:cubicBezTo>
                        <a:pt x="204375" y="106934"/>
                        <a:pt x="246603" y="82455"/>
                        <a:pt x="292037" y="82264"/>
                      </a:cubicBezTo>
                      <a:lnTo>
                        <a:pt x="292640" y="82264"/>
                      </a:lnTo>
                      <a:lnTo>
                        <a:pt x="292799" y="82264"/>
                      </a:lnTo>
                      <a:moveTo>
                        <a:pt x="292577" y="0"/>
                      </a:moveTo>
                      <a:cubicBezTo>
                        <a:pt x="217615" y="0"/>
                        <a:pt x="147797" y="40291"/>
                        <a:pt x="110363" y="105124"/>
                      </a:cubicBezTo>
                      <a:lnTo>
                        <a:pt x="28258" y="247364"/>
                      </a:lnTo>
                      <a:cubicBezTo>
                        <a:pt x="95" y="296164"/>
                        <a:pt x="-7334" y="352997"/>
                        <a:pt x="7398" y="407384"/>
                      </a:cubicBezTo>
                      <a:cubicBezTo>
                        <a:pt x="22131" y="461772"/>
                        <a:pt x="57182" y="507111"/>
                        <a:pt x="106141" y="535019"/>
                      </a:cubicBezTo>
                      <a:cubicBezTo>
                        <a:pt x="138844" y="553688"/>
                        <a:pt x="174562" y="562547"/>
                        <a:pt x="209836" y="562547"/>
                      </a:cubicBezTo>
                      <a:cubicBezTo>
                        <a:pt x="282607" y="562547"/>
                        <a:pt x="353537" y="524828"/>
                        <a:pt x="392367" y="457549"/>
                      </a:cubicBezTo>
                      <a:lnTo>
                        <a:pt x="471837" y="319913"/>
                      </a:lnTo>
                      <a:cubicBezTo>
                        <a:pt x="530003" y="219170"/>
                        <a:pt x="498507" y="89408"/>
                        <a:pt x="401607" y="30607"/>
                      </a:cubicBezTo>
                      <a:cubicBezTo>
                        <a:pt x="368681" y="10605"/>
                        <a:pt x="331026" y="32"/>
                        <a:pt x="292704" y="0"/>
                      </a:cubicBezTo>
                      <a:cubicBezTo>
                        <a:pt x="292704" y="0"/>
                        <a:pt x="292672" y="0"/>
                        <a:pt x="292672" y="0"/>
                      </a:cubicBezTo>
                      <a:cubicBezTo>
                        <a:pt x="292609" y="0"/>
                        <a:pt x="292577" y="0"/>
                        <a:pt x="292577" y="0"/>
                      </a:cubicBezTo>
                      <a:lnTo>
                        <a:pt x="29257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5" name="Google Shape;75;p47"/>
                <p:cNvSpPr/>
                <p:nvPr/>
              </p:nvSpPr>
              <p:spPr>
                <a:xfrm>
                  <a:off x="16856345" y="-1057655"/>
                  <a:ext cx="846728" cy="1102423"/>
                </a:xfrm>
                <a:custGeom>
                  <a:rect b="b" l="l" r="r" t="t"/>
                  <a:pathLst>
                    <a:path extrusionOk="0" h="1102423" w="846728">
                      <a:moveTo>
                        <a:pt x="512783" y="112427"/>
                      </a:moveTo>
                      <a:lnTo>
                        <a:pt x="734302" y="240316"/>
                      </a:lnTo>
                      <a:lnTo>
                        <a:pt x="321044" y="956120"/>
                      </a:lnTo>
                      <a:cubicBezTo>
                        <a:pt x="303963" y="985679"/>
                        <a:pt x="276372" y="1006856"/>
                        <a:pt x="243383" y="1015683"/>
                      </a:cubicBezTo>
                      <a:cubicBezTo>
                        <a:pt x="232366" y="1018635"/>
                        <a:pt x="221095" y="1020128"/>
                        <a:pt x="209919" y="1020128"/>
                      </a:cubicBezTo>
                      <a:cubicBezTo>
                        <a:pt x="187821" y="1020128"/>
                        <a:pt x="165818" y="1014190"/>
                        <a:pt x="146324" y="1002919"/>
                      </a:cubicBezTo>
                      <a:cubicBezTo>
                        <a:pt x="116733" y="985838"/>
                        <a:pt x="95587" y="958247"/>
                        <a:pt x="86729" y="925259"/>
                      </a:cubicBezTo>
                      <a:cubicBezTo>
                        <a:pt x="77871" y="892270"/>
                        <a:pt x="82411" y="857790"/>
                        <a:pt x="99493" y="828231"/>
                      </a:cubicBezTo>
                      <a:lnTo>
                        <a:pt x="512783" y="112427"/>
                      </a:lnTo>
                      <a:moveTo>
                        <a:pt x="482652" y="0"/>
                      </a:moveTo>
                      <a:lnTo>
                        <a:pt x="28245" y="787051"/>
                      </a:lnTo>
                      <a:cubicBezTo>
                        <a:pt x="179" y="835660"/>
                        <a:pt x="-7283" y="892334"/>
                        <a:pt x="7259" y="946563"/>
                      </a:cubicBezTo>
                      <a:cubicBezTo>
                        <a:pt x="21800" y="1000792"/>
                        <a:pt x="56567" y="1046131"/>
                        <a:pt x="105176" y="1074198"/>
                      </a:cubicBezTo>
                      <a:cubicBezTo>
                        <a:pt x="137561" y="1092899"/>
                        <a:pt x="173502" y="1102424"/>
                        <a:pt x="209919" y="1102424"/>
                      </a:cubicBezTo>
                      <a:cubicBezTo>
                        <a:pt x="228175" y="1102424"/>
                        <a:pt x="246558" y="1100011"/>
                        <a:pt x="264688" y="1095185"/>
                      </a:cubicBezTo>
                      <a:cubicBezTo>
                        <a:pt x="318917" y="1080643"/>
                        <a:pt x="364256" y="1045877"/>
                        <a:pt x="392323" y="997268"/>
                      </a:cubicBezTo>
                      <a:lnTo>
                        <a:pt x="846729" y="210217"/>
                      </a:lnTo>
                      <a:lnTo>
                        <a:pt x="482652" y="0"/>
                      </a:lnTo>
                      <a:lnTo>
                        <a:pt x="4826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6" name="Google Shape;76;p47"/>
                <p:cNvSpPr/>
                <p:nvPr/>
              </p:nvSpPr>
              <p:spPr>
                <a:xfrm>
                  <a:off x="13016151" y="5082540"/>
                  <a:ext cx="1109226" cy="1613630"/>
                </a:xfrm>
                <a:custGeom>
                  <a:rect b="b" l="l" r="r" t="t"/>
                  <a:pathLst>
                    <a:path extrusionOk="0" h="1613630" w="110922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28" y="110649"/>
                        <a:pt x="998558" y="126809"/>
                        <a:pt x="1009797" y="146209"/>
                      </a:cubicBezTo>
                      <a:lnTo>
                        <a:pt x="1011575" y="149257"/>
                      </a:lnTo>
                      <a:cubicBezTo>
                        <a:pt x="1032657" y="188214"/>
                        <a:pt x="1032118" y="235776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36" y="1518062"/>
                        <a:pt x="243415" y="1526889"/>
                      </a:cubicBezTo>
                      <a:cubicBezTo>
                        <a:pt x="232398" y="1529842"/>
                        <a:pt x="221158" y="1531334"/>
                        <a:pt x="209951" y="1531334"/>
                      </a:cubicBezTo>
                      <a:cubicBezTo>
                        <a:pt x="187853" y="1531334"/>
                        <a:pt x="165882" y="1525365"/>
                        <a:pt x="146356" y="1514125"/>
                      </a:cubicBezTo>
                      <a:cubicBezTo>
                        <a:pt x="116765" y="1497044"/>
                        <a:pt x="95619" y="1469454"/>
                        <a:pt x="86761" y="1436465"/>
                      </a:cubicBezTo>
                      <a:cubicBezTo>
                        <a:pt x="77903" y="1403445"/>
                        <a:pt x="82443" y="1368996"/>
                        <a:pt x="99525" y="1339406"/>
                      </a:cubicBezTo>
                      <a:lnTo>
                        <a:pt x="788373" y="146304"/>
                      </a:lnTo>
                      <a:cubicBezTo>
                        <a:pt x="805454" y="116713"/>
                        <a:pt x="833013" y="95567"/>
                        <a:pt x="866033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5" y="1298257"/>
                      </a:lnTo>
                      <a:cubicBezTo>
                        <a:pt x="179" y="1346867"/>
                        <a:pt x="-7283" y="1403540"/>
                        <a:pt x="7259" y="1457769"/>
                      </a:cubicBezTo>
                      <a:cubicBezTo>
                        <a:pt x="21769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8" y="1611217"/>
                        <a:pt x="264688" y="1606359"/>
                      </a:cubicBezTo>
                      <a:cubicBezTo>
                        <a:pt x="318917" y="1591818"/>
                        <a:pt x="364256" y="1557052"/>
                        <a:pt x="392323" y="1508442"/>
                      </a:cubicBezTo>
                      <a:lnTo>
                        <a:pt x="1081171" y="315341"/>
                      </a:lnTo>
                      <a:cubicBezTo>
                        <a:pt x="1118573" y="250571"/>
                        <a:pt x="1118605" y="169894"/>
                        <a:pt x="1081108" y="104997"/>
                      </a:cubicBezTo>
                      <a:lnTo>
                        <a:pt x="1081012" y="104934"/>
                      </a:lnTo>
                      <a:cubicBezTo>
                        <a:pt x="1062629" y="73184"/>
                        <a:pt x="1036150" y="46609"/>
                        <a:pt x="1004241" y="28194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7" name="Google Shape;77;p47"/>
                <p:cNvSpPr/>
                <p:nvPr/>
              </p:nvSpPr>
              <p:spPr>
                <a:xfrm>
                  <a:off x="14007916" y="3259391"/>
                  <a:ext cx="1170005" cy="1719072"/>
                </a:xfrm>
                <a:custGeom>
                  <a:rect b="b" l="l" r="r" t="t"/>
                  <a:pathLst>
                    <a:path extrusionOk="0" h="1719072" w="1170005">
                      <a:moveTo>
                        <a:pt x="960308" y="82296"/>
                      </a:moveTo>
                      <a:cubicBezTo>
                        <a:pt x="982406" y="82296"/>
                        <a:pt x="1004377" y="88265"/>
                        <a:pt x="1023904" y="99537"/>
                      </a:cubicBezTo>
                      <a:cubicBezTo>
                        <a:pt x="1043334" y="110744"/>
                        <a:pt x="1059495" y="126873"/>
                        <a:pt x="1070640" y="146145"/>
                      </a:cubicBezTo>
                      <a:lnTo>
                        <a:pt x="1070766" y="146368"/>
                      </a:lnTo>
                      <a:cubicBezTo>
                        <a:pt x="1093500" y="185865"/>
                        <a:pt x="1093500" y="234855"/>
                        <a:pt x="1070735" y="274257"/>
                      </a:cubicBezTo>
                      <a:lnTo>
                        <a:pt x="321085" y="1572705"/>
                      </a:lnTo>
                      <a:cubicBezTo>
                        <a:pt x="304004" y="1602296"/>
                        <a:pt x="276445" y="1623441"/>
                        <a:pt x="243425" y="1632299"/>
                      </a:cubicBezTo>
                      <a:cubicBezTo>
                        <a:pt x="232408" y="1635252"/>
                        <a:pt x="221168" y="1636744"/>
                        <a:pt x="209992" y="1636744"/>
                      </a:cubicBezTo>
                      <a:cubicBezTo>
                        <a:pt x="187894" y="1636744"/>
                        <a:pt x="165923" y="1630775"/>
                        <a:pt x="146397" y="1619504"/>
                      </a:cubicBezTo>
                      <a:cubicBezTo>
                        <a:pt x="116806" y="1602423"/>
                        <a:pt x="95660" y="1574864"/>
                        <a:pt x="86802" y="1541875"/>
                      </a:cubicBezTo>
                      <a:cubicBezTo>
                        <a:pt x="77975" y="1508856"/>
                        <a:pt x="82484" y="1474407"/>
                        <a:pt x="99597" y="1444816"/>
                      </a:cubicBezTo>
                      <a:lnTo>
                        <a:pt x="849247" y="146368"/>
                      </a:lnTo>
                      <a:cubicBezTo>
                        <a:pt x="866328" y="116777"/>
                        <a:pt x="893887" y="95631"/>
                        <a:pt x="926907" y="86773"/>
                      </a:cubicBezTo>
                      <a:cubicBezTo>
                        <a:pt x="937893" y="83788"/>
                        <a:pt x="949132" y="82296"/>
                        <a:pt x="960308" y="82296"/>
                      </a:cubicBezTo>
                      <a:moveTo>
                        <a:pt x="960308" y="0"/>
                      </a:moveTo>
                      <a:cubicBezTo>
                        <a:pt x="942052" y="0"/>
                        <a:pt x="923669" y="2413"/>
                        <a:pt x="905540" y="7271"/>
                      </a:cubicBezTo>
                      <a:cubicBezTo>
                        <a:pt x="851310" y="21812"/>
                        <a:pt x="805971" y="56579"/>
                        <a:pt x="777904" y="105220"/>
                      </a:cubicBezTo>
                      <a:lnTo>
                        <a:pt x="28255" y="1403668"/>
                      </a:lnTo>
                      <a:cubicBezTo>
                        <a:pt x="188" y="1452277"/>
                        <a:pt x="-7273" y="1508951"/>
                        <a:pt x="7236" y="1563180"/>
                      </a:cubicBezTo>
                      <a:cubicBezTo>
                        <a:pt x="21778" y="1617440"/>
                        <a:pt x="56544" y="1662748"/>
                        <a:pt x="105185" y="1690815"/>
                      </a:cubicBezTo>
                      <a:cubicBezTo>
                        <a:pt x="137570" y="1709515"/>
                        <a:pt x="173512" y="1719072"/>
                        <a:pt x="209929" y="1719072"/>
                      </a:cubicBezTo>
                      <a:cubicBezTo>
                        <a:pt x="228185" y="1719072"/>
                        <a:pt x="246568" y="1716659"/>
                        <a:pt x="264666" y="1711833"/>
                      </a:cubicBezTo>
                      <a:cubicBezTo>
                        <a:pt x="318895" y="1697292"/>
                        <a:pt x="364234" y="1662525"/>
                        <a:pt x="392300" y="1613884"/>
                      </a:cubicBezTo>
                      <a:lnTo>
                        <a:pt x="1141950" y="315437"/>
                      </a:lnTo>
                      <a:cubicBezTo>
                        <a:pt x="1179383" y="250603"/>
                        <a:pt x="1179352" y="169990"/>
                        <a:pt x="1141887" y="105061"/>
                      </a:cubicBezTo>
                      <a:cubicBezTo>
                        <a:pt x="1141887" y="105029"/>
                        <a:pt x="1141855" y="104997"/>
                        <a:pt x="1141855" y="104997"/>
                      </a:cubicBezTo>
                      <a:cubicBezTo>
                        <a:pt x="1123503" y="73247"/>
                        <a:pt x="1096929" y="46736"/>
                        <a:pt x="1065020" y="28289"/>
                      </a:cubicBezTo>
                      <a:cubicBezTo>
                        <a:pt x="1032666" y="9557"/>
                        <a:pt x="996726" y="0"/>
                        <a:pt x="960308" y="0"/>
                      </a:cubicBezTo>
                      <a:lnTo>
                        <a:pt x="96030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8" name="Google Shape;78;p47"/>
                <p:cNvSpPr/>
                <p:nvPr/>
              </p:nvSpPr>
              <p:spPr>
                <a:xfrm>
                  <a:off x="15060723" y="2593403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31" y="108426"/>
                        <a:pt x="391117" y="124968"/>
                        <a:pt x="402770" y="145002"/>
                      </a:cubicBezTo>
                      <a:lnTo>
                        <a:pt x="403055" y="145479"/>
                      </a:lnTo>
                      <a:lnTo>
                        <a:pt x="403182" y="145701"/>
                      </a:lnTo>
                      <a:cubicBezTo>
                        <a:pt x="425757" y="185134"/>
                        <a:pt x="425662" y="233998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3" y="466407"/>
                        <a:pt x="242877" y="475202"/>
                      </a:cubicBezTo>
                      <a:cubicBezTo>
                        <a:pt x="231955" y="478092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5" y="462026"/>
                      </a:cubicBezTo>
                      <a:cubicBezTo>
                        <a:pt x="85016" y="426625"/>
                        <a:pt x="64251" y="348393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3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7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5" y="474885"/>
                        <a:pt x="104066" y="533082"/>
                      </a:cubicBezTo>
                      <a:cubicBezTo>
                        <a:pt x="136673" y="552132"/>
                        <a:pt x="172963" y="561880"/>
                        <a:pt x="209730" y="561880"/>
                      </a:cubicBezTo>
                      <a:cubicBezTo>
                        <a:pt x="227827" y="561880"/>
                        <a:pt x="246020" y="559530"/>
                        <a:pt x="263991" y="554768"/>
                      </a:cubicBezTo>
                      <a:cubicBezTo>
                        <a:pt x="318442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6" y="104108"/>
                      </a:cubicBezTo>
                      <a:cubicBezTo>
                        <a:pt x="474176" y="104076"/>
                        <a:pt x="474144" y="104045"/>
                        <a:pt x="474144" y="104045"/>
                      </a:cubicBezTo>
                      <a:cubicBezTo>
                        <a:pt x="454967" y="70866"/>
                        <a:pt x="426995" y="43561"/>
                        <a:pt x="393181" y="25019"/>
                      </a:cubicBezTo>
                      <a:cubicBezTo>
                        <a:pt x="362289" y="8064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79" name="Google Shape;79;p47"/>
                <p:cNvSpPr/>
                <p:nvPr/>
              </p:nvSpPr>
              <p:spPr>
                <a:xfrm>
                  <a:off x="15439278" y="1937734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296"/>
                      </a:moveTo>
                      <a:cubicBezTo>
                        <a:pt x="315933" y="82296"/>
                        <a:pt x="335650" y="87281"/>
                        <a:pt x="353621" y="97155"/>
                      </a:cubicBezTo>
                      <a:cubicBezTo>
                        <a:pt x="374131" y="108395"/>
                        <a:pt x="391117" y="124936"/>
                        <a:pt x="402770" y="145002"/>
                      </a:cubicBezTo>
                      <a:lnTo>
                        <a:pt x="403087" y="145574"/>
                      </a:lnTo>
                      <a:lnTo>
                        <a:pt x="403182" y="145733"/>
                      </a:lnTo>
                      <a:cubicBezTo>
                        <a:pt x="425725" y="185166"/>
                        <a:pt x="425661" y="233998"/>
                        <a:pt x="402960" y="273304"/>
                      </a:cubicBezTo>
                      <a:lnTo>
                        <a:pt x="320855" y="415512"/>
                      </a:lnTo>
                      <a:cubicBezTo>
                        <a:pt x="303710" y="445199"/>
                        <a:pt x="276023" y="466376"/>
                        <a:pt x="242876" y="475170"/>
                      </a:cubicBezTo>
                      <a:cubicBezTo>
                        <a:pt x="231955" y="478060"/>
                        <a:pt x="220810" y="479552"/>
                        <a:pt x="209730" y="479552"/>
                      </a:cubicBezTo>
                      <a:cubicBezTo>
                        <a:pt x="187441" y="479552"/>
                        <a:pt x="165248" y="473488"/>
                        <a:pt x="145595" y="461994"/>
                      </a:cubicBezTo>
                      <a:cubicBezTo>
                        <a:pt x="85015" y="426593"/>
                        <a:pt x="64251" y="348361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4" y="108236"/>
                        <a:pt x="247448" y="82296"/>
                        <a:pt x="295073" y="82296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213" y="24987"/>
                      </a:cubicBezTo>
                      <a:cubicBezTo>
                        <a:pt x="362288" y="8033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0" name="Google Shape;80;p47"/>
                <p:cNvSpPr/>
                <p:nvPr/>
              </p:nvSpPr>
              <p:spPr>
                <a:xfrm>
                  <a:off x="12644974" y="6776339"/>
                  <a:ext cx="501032" cy="562514"/>
                </a:xfrm>
                <a:custGeom>
                  <a:rect b="b" l="l" r="r" t="t"/>
                  <a:pathLst>
                    <a:path extrusionOk="0" h="562514" w="501032">
                      <a:moveTo>
                        <a:pt x="292934" y="82328"/>
                      </a:moveTo>
                      <a:cubicBezTo>
                        <a:pt x="316079" y="82391"/>
                        <a:pt x="338876" y="88836"/>
                        <a:pt x="358878" y="100997"/>
                      </a:cubicBezTo>
                      <a:cubicBezTo>
                        <a:pt x="386881" y="117983"/>
                        <a:pt x="406757" y="145700"/>
                        <a:pt x="414853" y="178974"/>
                      </a:cubicBezTo>
                      <a:cubicBezTo>
                        <a:pt x="423109" y="213042"/>
                        <a:pt x="418028" y="248476"/>
                        <a:pt x="400534" y="278797"/>
                      </a:cubicBezTo>
                      <a:lnTo>
                        <a:pt x="321064" y="416433"/>
                      </a:lnTo>
                      <a:cubicBezTo>
                        <a:pt x="298331" y="455803"/>
                        <a:pt x="255722" y="480251"/>
                        <a:pt x="209843" y="480251"/>
                      </a:cubicBezTo>
                      <a:cubicBezTo>
                        <a:pt x="187841" y="480251"/>
                        <a:pt x="166092" y="474472"/>
                        <a:pt x="146946" y="463550"/>
                      </a:cubicBezTo>
                      <a:cubicBezTo>
                        <a:pt x="117165" y="446563"/>
                        <a:pt x="95829" y="418973"/>
                        <a:pt x="86876" y="385890"/>
                      </a:cubicBezTo>
                      <a:cubicBezTo>
                        <a:pt x="77922" y="352774"/>
                        <a:pt x="82431" y="318230"/>
                        <a:pt x="99576" y="288512"/>
                      </a:cubicBezTo>
                      <a:lnTo>
                        <a:pt x="181681" y="146304"/>
                      </a:lnTo>
                      <a:cubicBezTo>
                        <a:pt x="204382" y="106966"/>
                        <a:pt x="246737" y="82455"/>
                        <a:pt x="292203" y="82328"/>
                      </a:cubicBezTo>
                      <a:lnTo>
                        <a:pt x="292616" y="82328"/>
                      </a:lnTo>
                      <a:lnTo>
                        <a:pt x="292934" y="82328"/>
                      </a:lnTo>
                      <a:moveTo>
                        <a:pt x="292679" y="0"/>
                      </a:moveTo>
                      <a:cubicBezTo>
                        <a:pt x="292648" y="0"/>
                        <a:pt x="292648" y="0"/>
                        <a:pt x="292616" y="0"/>
                      </a:cubicBezTo>
                      <a:cubicBezTo>
                        <a:pt x="292616" y="0"/>
                        <a:pt x="292584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2"/>
                      </a:lnTo>
                      <a:cubicBezTo>
                        <a:pt x="71" y="296132"/>
                        <a:pt x="-7326" y="352965"/>
                        <a:pt x="7405" y="407353"/>
                      </a:cubicBezTo>
                      <a:cubicBezTo>
                        <a:pt x="22138" y="461740"/>
                        <a:pt x="57190" y="507079"/>
                        <a:pt x="106148" y="534988"/>
                      </a:cubicBezTo>
                      <a:cubicBezTo>
                        <a:pt x="138851" y="553656"/>
                        <a:pt x="174569" y="562515"/>
                        <a:pt x="209843" y="562515"/>
                      </a:cubicBezTo>
                      <a:cubicBezTo>
                        <a:pt x="282615" y="562515"/>
                        <a:pt x="353544" y="524796"/>
                        <a:pt x="392374" y="457517"/>
                      </a:cubicBezTo>
                      <a:lnTo>
                        <a:pt x="471844" y="319881"/>
                      </a:lnTo>
                      <a:cubicBezTo>
                        <a:pt x="530011" y="219139"/>
                        <a:pt x="498515" y="89344"/>
                        <a:pt x="401614" y="30575"/>
                      </a:cubicBezTo>
                      <a:cubicBezTo>
                        <a:pt x="368657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81" name="Google Shape;81;p47"/>
              <p:cNvGrpSpPr/>
              <p:nvPr/>
            </p:nvGrpSpPr>
            <p:grpSpPr>
              <a:xfrm>
                <a:off x="10881176" y="-1304353"/>
                <a:ext cx="4949556" cy="8265000"/>
                <a:chOff x="10881176" y="-1304353"/>
                <a:chExt cx="4949556" cy="8265000"/>
              </a:xfrm>
            </p:grpSpPr>
            <p:sp>
              <p:nvSpPr>
                <p:cNvPr id="82" name="Google Shape;82;p47"/>
                <p:cNvSpPr/>
                <p:nvPr/>
              </p:nvSpPr>
              <p:spPr>
                <a:xfrm>
                  <a:off x="14721348" y="-1304353"/>
                  <a:ext cx="1109384" cy="1613598"/>
                </a:xfrm>
                <a:custGeom>
                  <a:rect b="b" l="l" r="r" t="t"/>
                  <a:pathLst>
                    <a:path extrusionOk="0" h="1613598" w="1109384">
                      <a:moveTo>
                        <a:pt x="899434" y="82328"/>
                      </a:moveTo>
                      <a:cubicBezTo>
                        <a:pt x="921532" y="82328"/>
                        <a:pt x="943535" y="88297"/>
                        <a:pt x="963061" y="99568"/>
                      </a:cubicBezTo>
                      <a:cubicBezTo>
                        <a:pt x="992652" y="116650"/>
                        <a:pt x="1013797" y="144240"/>
                        <a:pt x="1022655" y="177229"/>
                      </a:cubicBezTo>
                      <a:cubicBezTo>
                        <a:pt x="1031482" y="210217"/>
                        <a:pt x="1026942" y="244697"/>
                        <a:pt x="1009892" y="274288"/>
                      </a:cubicBezTo>
                      <a:lnTo>
                        <a:pt x="321044" y="1467295"/>
                      </a:lnTo>
                      <a:cubicBezTo>
                        <a:pt x="298311" y="1506665"/>
                        <a:pt x="255925" y="1531176"/>
                        <a:pt x="210396" y="1531271"/>
                      </a:cubicBezTo>
                      <a:lnTo>
                        <a:pt x="210110" y="1531271"/>
                      </a:lnTo>
                      <a:lnTo>
                        <a:pt x="209919" y="1531271"/>
                      </a:lnTo>
                      <a:cubicBezTo>
                        <a:pt x="187694" y="1531239"/>
                        <a:pt x="165755" y="1525302"/>
                        <a:pt x="146355" y="1514094"/>
                      </a:cubicBezTo>
                      <a:cubicBezTo>
                        <a:pt x="116765" y="1497013"/>
                        <a:pt x="95619" y="1469454"/>
                        <a:pt x="86792" y="1436434"/>
                      </a:cubicBezTo>
                      <a:cubicBezTo>
                        <a:pt x="77966" y="1403445"/>
                        <a:pt x="82507" y="1368965"/>
                        <a:pt x="99556" y="1339374"/>
                      </a:cubicBezTo>
                      <a:lnTo>
                        <a:pt x="788372" y="146336"/>
                      </a:lnTo>
                      <a:cubicBezTo>
                        <a:pt x="805454" y="116745"/>
                        <a:pt x="833045" y="95599"/>
                        <a:pt x="866033" y="86741"/>
                      </a:cubicBezTo>
                      <a:cubicBezTo>
                        <a:pt x="877019" y="83820"/>
                        <a:pt x="888258" y="82328"/>
                        <a:pt x="899434" y="82328"/>
                      </a:cubicBezTo>
                      <a:moveTo>
                        <a:pt x="899434" y="0"/>
                      </a:moveTo>
                      <a:cubicBezTo>
                        <a:pt x="881178" y="0"/>
                        <a:pt x="862795" y="2413"/>
                        <a:pt x="844697" y="7239"/>
                      </a:cubicBezTo>
                      <a:cubicBezTo>
                        <a:pt x="790468" y="21781"/>
                        <a:pt x="745129" y="56547"/>
                        <a:pt x="717062" y="105188"/>
                      </a:cubicBezTo>
                      <a:lnTo>
                        <a:pt x="28246" y="1298258"/>
                      </a:lnTo>
                      <a:cubicBezTo>
                        <a:pt x="178" y="1346867"/>
                        <a:pt x="-7282" y="1403509"/>
                        <a:pt x="7259" y="1457770"/>
                      </a:cubicBezTo>
                      <a:cubicBezTo>
                        <a:pt x="21800" y="1511999"/>
                        <a:pt x="56566" y="1557338"/>
                        <a:pt x="105176" y="1585405"/>
                      </a:cubicBezTo>
                      <a:cubicBezTo>
                        <a:pt x="137085" y="1603851"/>
                        <a:pt x="173343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2" y="1613599"/>
                        <a:pt x="210142" y="1613599"/>
                      </a:cubicBezTo>
                      <a:cubicBezTo>
                        <a:pt x="285103" y="1613599"/>
                        <a:pt x="354922" y="1573308"/>
                        <a:pt x="392354" y="1508443"/>
                      </a:cubicBezTo>
                      <a:lnTo>
                        <a:pt x="1081140" y="315405"/>
                      </a:lnTo>
                      <a:cubicBezTo>
                        <a:pt x="1109206" y="266764"/>
                        <a:pt x="1116668" y="210153"/>
                        <a:pt x="1102126" y="155893"/>
                      </a:cubicBezTo>
                      <a:cubicBezTo>
                        <a:pt x="1087584" y="101664"/>
                        <a:pt x="1052818" y="56325"/>
                        <a:pt x="1004209" y="28257"/>
                      </a:cubicBezTo>
                      <a:cubicBezTo>
                        <a:pt x="971824" y="9589"/>
                        <a:pt x="935851" y="0"/>
                        <a:pt x="899434" y="0"/>
                      </a:cubicBezTo>
                      <a:lnTo>
                        <a:pt x="89943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3" name="Google Shape;83;p47"/>
                <p:cNvSpPr/>
                <p:nvPr/>
              </p:nvSpPr>
              <p:spPr>
                <a:xfrm>
                  <a:off x="13937813" y="39001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6985" y="110300"/>
                        <a:pt x="802638" y="125571"/>
                        <a:pt x="813687" y="143828"/>
                      </a:cubicBezTo>
                      <a:lnTo>
                        <a:pt x="815179" y="146939"/>
                      </a:lnTo>
                      <a:lnTo>
                        <a:pt x="816735" y="149098"/>
                      </a:lnTo>
                      <a:cubicBezTo>
                        <a:pt x="837912" y="188119"/>
                        <a:pt x="837372" y="235744"/>
                        <a:pt x="815147" y="274225"/>
                      </a:cubicBezTo>
                      <a:lnTo>
                        <a:pt x="321021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073" y="1194118"/>
                        <a:pt x="209896" y="1194118"/>
                      </a:cubicBezTo>
                      <a:cubicBezTo>
                        <a:pt x="187799" y="1194118"/>
                        <a:pt x="165828" y="1188149"/>
                        <a:pt x="146301" y="1176877"/>
                      </a:cubicBezTo>
                      <a:cubicBezTo>
                        <a:pt x="116711" y="1159796"/>
                        <a:pt x="95533" y="1132205"/>
                        <a:pt x="86707" y="1099217"/>
                      </a:cubicBezTo>
                      <a:cubicBezTo>
                        <a:pt x="77880" y="1066197"/>
                        <a:pt x="82421" y="1031748"/>
                        <a:pt x="99502" y="1002157"/>
                      </a:cubicBezTo>
                      <a:lnTo>
                        <a:pt x="593627" y="146304"/>
                      </a:lnTo>
                      <a:cubicBezTo>
                        <a:pt x="610708" y="116713"/>
                        <a:pt x="638268" y="95568"/>
                        <a:pt x="671288" y="86709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4" y="21812"/>
                        <a:pt x="550415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8" y="1276414"/>
                      </a:cubicBezTo>
                      <a:cubicBezTo>
                        <a:pt x="228185" y="1276414"/>
                        <a:pt x="246568" y="1274000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3" y="1171194"/>
                      </a:cubicBezTo>
                      <a:lnTo>
                        <a:pt x="886458" y="315373"/>
                      </a:lnTo>
                      <a:cubicBezTo>
                        <a:pt x="923891" y="250539"/>
                        <a:pt x="923859" y="169894"/>
                        <a:pt x="886394" y="104997"/>
                      </a:cubicBezTo>
                      <a:cubicBezTo>
                        <a:pt x="886394" y="104965"/>
                        <a:pt x="886362" y="104934"/>
                        <a:pt x="886362" y="104934"/>
                      </a:cubicBezTo>
                      <a:cubicBezTo>
                        <a:pt x="868011" y="73184"/>
                        <a:pt x="841436" y="46641"/>
                        <a:pt x="809527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4" name="Google Shape;84;p47"/>
                <p:cNvSpPr/>
                <p:nvPr/>
              </p:nvSpPr>
              <p:spPr>
                <a:xfrm>
                  <a:off x="12527166" y="2496439"/>
                  <a:ext cx="1109175" cy="1613661"/>
                </a:xfrm>
                <a:custGeom>
                  <a:rect b="b" l="l" r="r" t="t"/>
                  <a:pathLst>
                    <a:path extrusionOk="0" h="1613661" w="1109175">
                      <a:moveTo>
                        <a:pt x="899247" y="82328"/>
                      </a:moveTo>
                      <a:cubicBezTo>
                        <a:pt x="921345" y="82328"/>
                        <a:pt x="943316" y="88297"/>
                        <a:pt x="962842" y="99568"/>
                      </a:cubicBezTo>
                      <a:cubicBezTo>
                        <a:pt x="992434" y="116649"/>
                        <a:pt x="1013611" y="144240"/>
                        <a:pt x="1022437" y="177197"/>
                      </a:cubicBezTo>
                      <a:cubicBezTo>
                        <a:pt x="1031264" y="210217"/>
                        <a:pt x="1026723" y="244697"/>
                        <a:pt x="1009642" y="274256"/>
                      </a:cubicBezTo>
                      <a:lnTo>
                        <a:pt x="320858" y="1467295"/>
                      </a:lnTo>
                      <a:cubicBezTo>
                        <a:pt x="303776" y="1496885"/>
                        <a:pt x="276185" y="1518063"/>
                        <a:pt x="243197" y="1526889"/>
                      </a:cubicBezTo>
                      <a:cubicBezTo>
                        <a:pt x="232179" y="1529842"/>
                        <a:pt x="220940" y="1531334"/>
                        <a:pt x="209764" y="1531334"/>
                      </a:cubicBezTo>
                      <a:cubicBezTo>
                        <a:pt x="187666" y="1531334"/>
                        <a:pt x="165695" y="1525365"/>
                        <a:pt x="146137" y="1514094"/>
                      </a:cubicBezTo>
                      <a:cubicBezTo>
                        <a:pt x="126769" y="1502918"/>
                        <a:pt x="110673" y="1486884"/>
                        <a:pt x="99528" y="1467707"/>
                      </a:cubicBezTo>
                      <a:lnTo>
                        <a:pt x="99370" y="1467453"/>
                      </a:lnTo>
                      <a:cubicBezTo>
                        <a:pt x="76541" y="1427893"/>
                        <a:pt x="76541" y="1378839"/>
                        <a:pt x="99306" y="1339374"/>
                      </a:cubicBezTo>
                      <a:lnTo>
                        <a:pt x="788090" y="146336"/>
                      </a:lnTo>
                      <a:cubicBezTo>
                        <a:pt x="805172" y="116745"/>
                        <a:pt x="832763" y="95567"/>
                        <a:pt x="865751" y="86741"/>
                      </a:cubicBezTo>
                      <a:cubicBezTo>
                        <a:pt x="876800" y="83820"/>
                        <a:pt x="888071" y="82328"/>
                        <a:pt x="899247" y="82328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7" y="2413"/>
                        <a:pt x="844478" y="7271"/>
                      </a:cubicBezTo>
                      <a:cubicBezTo>
                        <a:pt x="790249" y="21812"/>
                        <a:pt x="744942" y="56578"/>
                        <a:pt x="716843" y="105219"/>
                      </a:cubicBezTo>
                      <a:lnTo>
                        <a:pt x="28059" y="1298258"/>
                      </a:lnTo>
                      <a:cubicBezTo>
                        <a:pt x="-9374" y="1363091"/>
                        <a:pt x="-9342" y="1443704"/>
                        <a:pt x="28091" y="1508633"/>
                      </a:cubicBezTo>
                      <a:cubicBezTo>
                        <a:pt x="28091" y="1508665"/>
                        <a:pt x="28123" y="1508696"/>
                        <a:pt x="28123" y="1508696"/>
                      </a:cubicBezTo>
                      <a:cubicBezTo>
                        <a:pt x="46474" y="1540446"/>
                        <a:pt x="73049" y="1566989"/>
                        <a:pt x="104989" y="1585404"/>
                      </a:cubicBezTo>
                      <a:cubicBezTo>
                        <a:pt x="137374" y="1604105"/>
                        <a:pt x="173315" y="1613662"/>
                        <a:pt x="209733" y="1613662"/>
                      </a:cubicBezTo>
                      <a:cubicBezTo>
                        <a:pt x="227989" y="1613662"/>
                        <a:pt x="246372" y="1611249"/>
                        <a:pt x="264501" y="1606391"/>
                      </a:cubicBezTo>
                      <a:cubicBezTo>
                        <a:pt x="318730" y="1591850"/>
                        <a:pt x="364069" y="1557083"/>
                        <a:pt x="392136" y="1508442"/>
                      </a:cubicBezTo>
                      <a:lnTo>
                        <a:pt x="1080921" y="315404"/>
                      </a:lnTo>
                      <a:cubicBezTo>
                        <a:pt x="1108988" y="266795"/>
                        <a:pt x="1116449" y="210121"/>
                        <a:pt x="1101939" y="155892"/>
                      </a:cubicBezTo>
                      <a:cubicBezTo>
                        <a:pt x="1087429" y="101663"/>
                        <a:pt x="1052600" y="56324"/>
                        <a:pt x="1003990" y="28257"/>
                      </a:cubicBezTo>
                      <a:cubicBezTo>
                        <a:pt x="971605" y="9557"/>
                        <a:pt x="935664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5" name="Google Shape;85;p47"/>
                <p:cNvSpPr/>
                <p:nvPr/>
              </p:nvSpPr>
              <p:spPr>
                <a:xfrm>
                  <a:off x="11859582" y="4214209"/>
                  <a:ext cx="785007" cy="1052099"/>
                </a:xfrm>
                <a:custGeom>
                  <a:rect b="b" l="l" r="r" t="t"/>
                  <a:pathLst>
                    <a:path extrusionOk="0" h="1052099" w="785007">
                      <a:moveTo>
                        <a:pt x="575088" y="82328"/>
                      </a:moveTo>
                      <a:cubicBezTo>
                        <a:pt x="597186" y="82328"/>
                        <a:pt x="619189" y="88265"/>
                        <a:pt x="638683" y="99536"/>
                      </a:cubicBezTo>
                      <a:cubicBezTo>
                        <a:pt x="668242" y="116618"/>
                        <a:pt x="689419" y="144176"/>
                        <a:pt x="698246" y="177197"/>
                      </a:cubicBezTo>
                      <a:cubicBezTo>
                        <a:pt x="707104" y="210217"/>
                        <a:pt x="702564" y="244665"/>
                        <a:pt x="685482" y="274256"/>
                      </a:cubicBezTo>
                      <a:lnTo>
                        <a:pt x="320866" y="905796"/>
                      </a:lnTo>
                      <a:cubicBezTo>
                        <a:pt x="303784" y="935355"/>
                        <a:pt x="276225" y="956532"/>
                        <a:pt x="243205" y="965359"/>
                      </a:cubicBezTo>
                      <a:cubicBezTo>
                        <a:pt x="232188" y="968311"/>
                        <a:pt x="220916" y="969804"/>
                        <a:pt x="209741" y="969804"/>
                      </a:cubicBezTo>
                      <a:cubicBezTo>
                        <a:pt x="187642" y="969804"/>
                        <a:pt x="165640" y="963866"/>
                        <a:pt x="146145" y="952595"/>
                      </a:cubicBezTo>
                      <a:cubicBezTo>
                        <a:pt x="126746" y="941388"/>
                        <a:pt x="110554" y="925227"/>
                        <a:pt x="99282" y="905764"/>
                      </a:cubicBezTo>
                      <a:cubicBezTo>
                        <a:pt x="88202" y="886682"/>
                        <a:pt x="82328" y="864584"/>
                        <a:pt x="82328" y="841978"/>
                      </a:cubicBezTo>
                      <a:cubicBezTo>
                        <a:pt x="82360" y="819309"/>
                        <a:pt x="88233" y="797147"/>
                        <a:pt x="99346" y="777906"/>
                      </a:cubicBezTo>
                      <a:lnTo>
                        <a:pt x="463994" y="146336"/>
                      </a:lnTo>
                      <a:cubicBezTo>
                        <a:pt x="481076" y="116744"/>
                        <a:pt x="508635" y="95599"/>
                        <a:pt x="541655" y="86773"/>
                      </a:cubicBezTo>
                      <a:cubicBezTo>
                        <a:pt x="552641" y="83820"/>
                        <a:pt x="563912" y="82328"/>
                        <a:pt x="575088" y="82328"/>
                      </a:cubicBezTo>
                      <a:moveTo>
                        <a:pt x="575088" y="0"/>
                      </a:moveTo>
                      <a:cubicBezTo>
                        <a:pt x="556832" y="0"/>
                        <a:pt x="538449" y="2413"/>
                        <a:pt x="520319" y="7239"/>
                      </a:cubicBezTo>
                      <a:cubicBezTo>
                        <a:pt x="466090" y="21780"/>
                        <a:pt x="420751" y="56547"/>
                        <a:pt x="392684" y="105156"/>
                      </a:cubicBezTo>
                      <a:lnTo>
                        <a:pt x="28035" y="736727"/>
                      </a:lnTo>
                      <a:cubicBezTo>
                        <a:pt x="9366" y="769080"/>
                        <a:pt x="32" y="805497"/>
                        <a:pt x="0" y="841915"/>
                      </a:cubicBezTo>
                      <a:cubicBezTo>
                        <a:pt x="32" y="878205"/>
                        <a:pt x="9271" y="914654"/>
                        <a:pt x="28099" y="947071"/>
                      </a:cubicBezTo>
                      <a:cubicBezTo>
                        <a:pt x="46482" y="978821"/>
                        <a:pt x="73057" y="1005459"/>
                        <a:pt x="104966" y="1023874"/>
                      </a:cubicBezTo>
                      <a:cubicBezTo>
                        <a:pt x="137351" y="1042575"/>
                        <a:pt x="173291" y="1052100"/>
                        <a:pt x="209709" y="1052100"/>
                      </a:cubicBezTo>
                      <a:cubicBezTo>
                        <a:pt x="227965" y="1052100"/>
                        <a:pt x="246348" y="1049687"/>
                        <a:pt x="264478" y="1044861"/>
                      </a:cubicBezTo>
                      <a:cubicBezTo>
                        <a:pt x="318707" y="1030319"/>
                        <a:pt x="364045" y="995553"/>
                        <a:pt x="392113" y="946944"/>
                      </a:cubicBezTo>
                      <a:lnTo>
                        <a:pt x="756762" y="315373"/>
                      </a:lnTo>
                      <a:cubicBezTo>
                        <a:pt x="784828" y="266763"/>
                        <a:pt x="792290" y="210090"/>
                        <a:pt x="777748" y="155861"/>
                      </a:cubicBezTo>
                      <a:cubicBezTo>
                        <a:pt x="763207" y="101631"/>
                        <a:pt x="728440" y="56293"/>
                        <a:pt x="679831" y="28225"/>
                      </a:cubicBezTo>
                      <a:cubicBezTo>
                        <a:pt x="647446" y="9556"/>
                        <a:pt x="611505" y="0"/>
                        <a:pt x="575088" y="0"/>
                      </a:cubicBezTo>
                      <a:lnTo>
                        <a:pt x="57508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6" name="Google Shape;86;p47"/>
                <p:cNvSpPr/>
                <p:nvPr/>
              </p:nvSpPr>
              <p:spPr>
                <a:xfrm>
                  <a:off x="13518900" y="177060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7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2"/>
                        <a:pt x="111188" y="495871"/>
                        <a:pt x="99568" y="475837"/>
                      </a:cubicBezTo>
                      <a:lnTo>
                        <a:pt x="99377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3" y="386842"/>
                        <a:pt x="99346" y="347472"/>
                      </a:cubicBezTo>
                      <a:lnTo>
                        <a:pt x="215487" y="146304"/>
                      </a:lnTo>
                      <a:cubicBezTo>
                        <a:pt x="232632" y="116618"/>
                        <a:pt x="260319" y="95440"/>
                        <a:pt x="293466" y="86646"/>
                      </a:cubicBezTo>
                      <a:cubicBezTo>
                        <a:pt x="304387" y="83757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40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7" y="620808"/>
                        <a:pt x="207232" y="620808"/>
                      </a:cubicBezTo>
                      <a:cubicBezTo>
                        <a:pt x="281432" y="620808"/>
                        <a:pt x="354712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7" y="28829"/>
                      </a:cubicBezTo>
                      <a:cubicBezTo>
                        <a:pt x="399637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87" name="Google Shape;87;p47"/>
                <p:cNvSpPr/>
                <p:nvPr/>
              </p:nvSpPr>
              <p:spPr>
                <a:xfrm>
                  <a:off x="10881176" y="5347080"/>
                  <a:ext cx="1109362" cy="1613567"/>
                </a:xfrm>
                <a:custGeom>
                  <a:rect b="b" l="l" r="r" t="t"/>
                  <a:pathLst>
                    <a:path extrusionOk="0" h="1613567" w="1109362">
                      <a:moveTo>
                        <a:pt x="899412" y="82296"/>
                      </a:moveTo>
                      <a:cubicBezTo>
                        <a:pt x="921509" y="82296"/>
                        <a:pt x="943512" y="88265"/>
                        <a:pt x="963039" y="99536"/>
                      </a:cubicBezTo>
                      <a:cubicBezTo>
                        <a:pt x="992630" y="116618"/>
                        <a:pt x="1013775" y="144209"/>
                        <a:pt x="1022634" y="177197"/>
                      </a:cubicBezTo>
                      <a:cubicBezTo>
                        <a:pt x="1031460" y="210185"/>
                        <a:pt x="1026920" y="244666"/>
                        <a:pt x="1009870" y="274257"/>
                      </a:cubicBezTo>
                      <a:lnTo>
                        <a:pt x="321053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10087" y="1531271"/>
                      </a:lnTo>
                      <a:lnTo>
                        <a:pt x="210056" y="1531271"/>
                      </a:lnTo>
                      <a:cubicBezTo>
                        <a:pt x="187799" y="1531271"/>
                        <a:pt x="165764" y="1525334"/>
                        <a:pt x="146302" y="1514094"/>
                      </a:cubicBezTo>
                      <a:cubicBezTo>
                        <a:pt x="116711" y="1497013"/>
                        <a:pt x="95565" y="1469453"/>
                        <a:pt x="86739" y="1436434"/>
                      </a:cubicBezTo>
                      <a:cubicBezTo>
                        <a:pt x="77912" y="1403445"/>
                        <a:pt x="82453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0" y="95599"/>
                        <a:pt x="865979" y="86741"/>
                      </a:cubicBezTo>
                      <a:cubicBezTo>
                        <a:pt x="876996" y="83788"/>
                        <a:pt x="888236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3" y="1585373"/>
                      </a:cubicBezTo>
                      <a:cubicBezTo>
                        <a:pt x="137062" y="1603820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87" y="1613567"/>
                        <a:pt x="210087" y="1613567"/>
                        <a:pt x="210119" y="1613567"/>
                      </a:cubicBezTo>
                      <a:cubicBezTo>
                        <a:pt x="285081" y="1613567"/>
                        <a:pt x="354899" y="1573276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09184" y="266732"/>
                        <a:pt x="1116645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87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88" name="Google Shape;88;p47"/>
              <p:cNvGrpSpPr/>
              <p:nvPr/>
            </p:nvGrpSpPr>
            <p:grpSpPr>
              <a:xfrm>
                <a:off x="11677181" y="-939831"/>
                <a:ext cx="5264652" cy="8810687"/>
                <a:chOff x="11677181" y="-939831"/>
                <a:chExt cx="5264652" cy="8810687"/>
              </a:xfrm>
            </p:grpSpPr>
            <p:sp>
              <p:nvSpPr>
                <p:cNvPr id="89" name="Google Shape;89;p47"/>
                <p:cNvSpPr/>
                <p:nvPr/>
              </p:nvSpPr>
              <p:spPr>
                <a:xfrm>
                  <a:off x="15517375" y="-93983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9"/>
                        <a:pt x="1337689" y="177197"/>
                      </a:cubicBezTo>
                      <a:cubicBezTo>
                        <a:pt x="1346515" y="210185"/>
                        <a:pt x="1341975" y="244666"/>
                        <a:pt x="1324894" y="274257"/>
                      </a:cubicBezTo>
                      <a:lnTo>
                        <a:pt x="321053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6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6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5" y="1885061"/>
                      </a:cubicBezTo>
                      <a:lnTo>
                        <a:pt x="1103437" y="146336"/>
                      </a:lnTo>
                      <a:cubicBezTo>
                        <a:pt x="1120518" y="116745"/>
                        <a:pt x="1148109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3" y="56579"/>
                        <a:pt x="1032126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228"/>
                        <a:pt x="7237" y="2003457"/>
                      </a:cubicBezTo>
                      <a:cubicBezTo>
                        <a:pt x="21778" y="2057686"/>
                        <a:pt x="56545" y="2103025"/>
                        <a:pt x="105153" y="2131092"/>
                      </a:cubicBezTo>
                      <a:cubicBezTo>
                        <a:pt x="137062" y="2149539"/>
                        <a:pt x="173320" y="2159286"/>
                        <a:pt x="210024" y="2159286"/>
                      </a:cubicBezTo>
                      <a:cubicBezTo>
                        <a:pt x="210055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3" y="2054130"/>
                      </a:cubicBezTo>
                      <a:lnTo>
                        <a:pt x="1396204" y="315405"/>
                      </a:lnTo>
                      <a:cubicBezTo>
                        <a:pt x="1424270" y="266764"/>
                        <a:pt x="1431732" y="210153"/>
                        <a:pt x="1417222" y="155893"/>
                      </a:cubicBezTo>
                      <a:cubicBezTo>
                        <a:pt x="1402681" y="101664"/>
                        <a:pt x="1367914" y="56325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0" name="Google Shape;90;p47"/>
                <p:cNvSpPr/>
                <p:nvPr/>
              </p:nvSpPr>
              <p:spPr>
                <a:xfrm>
                  <a:off x="13356438" y="3348735"/>
                  <a:ext cx="1109156" cy="1613661"/>
                </a:xfrm>
                <a:custGeom>
                  <a:rect b="b" l="l" r="r" t="t"/>
                  <a:pathLst>
                    <a:path extrusionOk="0" h="1613661" w="1109156">
                      <a:moveTo>
                        <a:pt x="899444" y="82296"/>
                      </a:moveTo>
                      <a:cubicBezTo>
                        <a:pt x="921541" y="82296"/>
                        <a:pt x="943513" y="88265"/>
                        <a:pt x="963039" y="99505"/>
                      </a:cubicBezTo>
                      <a:cubicBezTo>
                        <a:pt x="982407" y="110680"/>
                        <a:pt x="998535" y="126746"/>
                        <a:pt x="1009679" y="145923"/>
                      </a:cubicBezTo>
                      <a:lnTo>
                        <a:pt x="1009807" y="146145"/>
                      </a:lnTo>
                      <a:cubicBezTo>
                        <a:pt x="1032635" y="185674"/>
                        <a:pt x="1032635" y="234760"/>
                        <a:pt x="1009870" y="274225"/>
                      </a:cubicBezTo>
                      <a:lnTo>
                        <a:pt x="321086" y="1467263"/>
                      </a:lnTo>
                      <a:cubicBezTo>
                        <a:pt x="304004" y="1496854"/>
                        <a:pt x="276413" y="1518031"/>
                        <a:pt x="243425" y="1526858"/>
                      </a:cubicBezTo>
                      <a:cubicBezTo>
                        <a:pt x="232407" y="1529811"/>
                        <a:pt x="221169" y="1531303"/>
                        <a:pt x="209993" y="1531303"/>
                      </a:cubicBezTo>
                      <a:cubicBezTo>
                        <a:pt x="187895" y="1531303"/>
                        <a:pt x="165891" y="1525334"/>
                        <a:pt x="146397" y="1514094"/>
                      </a:cubicBezTo>
                      <a:cubicBezTo>
                        <a:pt x="116806" y="1497013"/>
                        <a:pt x="95629" y="1469422"/>
                        <a:pt x="86802" y="1436434"/>
                      </a:cubicBezTo>
                      <a:cubicBezTo>
                        <a:pt x="77976" y="1403414"/>
                        <a:pt x="82484" y="1368965"/>
                        <a:pt x="99598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67"/>
                        <a:pt x="866042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71"/>
                      </a:cubicBezTo>
                      <a:cubicBezTo>
                        <a:pt x="790446" y="21812"/>
                        <a:pt x="745138" y="56579"/>
                        <a:pt x="717040" y="105220"/>
                      </a:cubicBezTo>
                      <a:lnTo>
                        <a:pt x="28256" y="1298258"/>
                      </a:lnTo>
                      <a:cubicBezTo>
                        <a:pt x="188" y="1346867"/>
                        <a:pt x="-7273" y="1403541"/>
                        <a:pt x="7237" y="1457770"/>
                      </a:cubicBezTo>
                      <a:cubicBezTo>
                        <a:pt x="21747" y="1511998"/>
                        <a:pt x="56545" y="1557338"/>
                        <a:pt x="105186" y="1585405"/>
                      </a:cubicBezTo>
                      <a:cubicBezTo>
                        <a:pt x="137571" y="1604105"/>
                        <a:pt x="173512" y="1613662"/>
                        <a:pt x="209929" y="1613662"/>
                      </a:cubicBezTo>
                      <a:cubicBezTo>
                        <a:pt x="228185" y="1613662"/>
                        <a:pt x="246569" y="1611249"/>
                        <a:pt x="264666" y="1606423"/>
                      </a:cubicBezTo>
                      <a:cubicBezTo>
                        <a:pt x="318894" y="1591882"/>
                        <a:pt x="364202" y="1557115"/>
                        <a:pt x="392301" y="1508474"/>
                      </a:cubicBezTo>
                      <a:lnTo>
                        <a:pt x="1081085" y="315436"/>
                      </a:lnTo>
                      <a:cubicBezTo>
                        <a:pt x="1118519" y="250603"/>
                        <a:pt x="1118519" y="169990"/>
                        <a:pt x="1081053" y="105061"/>
                      </a:cubicBezTo>
                      <a:cubicBezTo>
                        <a:pt x="1081053" y="105029"/>
                        <a:pt x="1081022" y="104997"/>
                        <a:pt x="1081022" y="104997"/>
                      </a:cubicBezTo>
                      <a:cubicBezTo>
                        <a:pt x="1062670" y="73247"/>
                        <a:pt x="1036096" y="46705"/>
                        <a:pt x="1004155" y="28289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1" name="Google Shape;91;p47"/>
                <p:cNvSpPr/>
                <p:nvPr/>
              </p:nvSpPr>
              <p:spPr>
                <a:xfrm>
                  <a:off x="14348181" y="1968182"/>
                  <a:ext cx="914480" cy="1276476"/>
                </a:xfrm>
                <a:custGeom>
                  <a:rect b="b" l="l" r="r" t="t"/>
                  <a:pathLst>
                    <a:path extrusionOk="0" h="1276476" w="914480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04"/>
                      </a:cubicBezTo>
                      <a:cubicBezTo>
                        <a:pt x="787778" y="110712"/>
                        <a:pt x="803939" y="126841"/>
                        <a:pt x="815084" y="146113"/>
                      </a:cubicBezTo>
                      <a:lnTo>
                        <a:pt x="815274" y="146431"/>
                      </a:lnTo>
                      <a:lnTo>
                        <a:pt x="815306" y="146494"/>
                      </a:lnTo>
                      <a:cubicBezTo>
                        <a:pt x="837943" y="185960"/>
                        <a:pt x="837912" y="234886"/>
                        <a:pt x="815179" y="274225"/>
                      </a:cubicBezTo>
                      <a:lnTo>
                        <a:pt x="321053" y="1130078"/>
                      </a:lnTo>
                      <a:cubicBezTo>
                        <a:pt x="303972" y="1159669"/>
                        <a:pt x="276413" y="1180814"/>
                        <a:pt x="243393" y="1189672"/>
                      </a:cubicBezTo>
                      <a:cubicBezTo>
                        <a:pt x="232376" y="1192625"/>
                        <a:pt x="221136" y="1194117"/>
                        <a:pt x="209960" y="1194117"/>
                      </a:cubicBezTo>
                      <a:cubicBezTo>
                        <a:pt x="187862" y="1194117"/>
                        <a:pt x="165891" y="1188148"/>
                        <a:pt x="146365" y="1176877"/>
                      </a:cubicBezTo>
                      <a:cubicBezTo>
                        <a:pt x="116774" y="1159796"/>
                        <a:pt x="95628" y="1132237"/>
                        <a:pt x="86770" y="1099248"/>
                      </a:cubicBezTo>
                      <a:cubicBezTo>
                        <a:pt x="77944" y="1066228"/>
                        <a:pt x="82484" y="1031780"/>
                        <a:pt x="99565" y="1002189"/>
                      </a:cubicBezTo>
                      <a:lnTo>
                        <a:pt x="593691" y="146336"/>
                      </a:lnTo>
                      <a:cubicBezTo>
                        <a:pt x="610772" y="116745"/>
                        <a:pt x="638332" y="95599"/>
                        <a:pt x="671351" y="86741"/>
                      </a:cubicBezTo>
                      <a:cubicBezTo>
                        <a:pt x="682305" y="83820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8"/>
                        <a:pt x="522381" y="105219"/>
                      </a:cubicBezTo>
                      <a:lnTo>
                        <a:pt x="28255" y="961072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5" y="1248219"/>
                      </a:cubicBezTo>
                      <a:cubicBezTo>
                        <a:pt x="137570" y="1266920"/>
                        <a:pt x="173511" y="1276477"/>
                        <a:pt x="209928" y="1276477"/>
                      </a:cubicBezTo>
                      <a:cubicBezTo>
                        <a:pt x="228185" y="1276477"/>
                        <a:pt x="246568" y="1274064"/>
                        <a:pt x="264665" y="1269238"/>
                      </a:cubicBezTo>
                      <a:cubicBezTo>
                        <a:pt x="318894" y="1254697"/>
                        <a:pt x="364234" y="1219930"/>
                        <a:pt x="392301" y="1171289"/>
                      </a:cubicBezTo>
                      <a:lnTo>
                        <a:pt x="886426" y="315468"/>
                      </a:lnTo>
                      <a:cubicBezTo>
                        <a:pt x="923859" y="250635"/>
                        <a:pt x="923827" y="169989"/>
                        <a:pt x="886362" y="105092"/>
                      </a:cubicBezTo>
                      <a:cubicBezTo>
                        <a:pt x="886362" y="105061"/>
                        <a:pt x="886330" y="105029"/>
                        <a:pt x="886330" y="105029"/>
                      </a:cubicBezTo>
                      <a:cubicBezTo>
                        <a:pt x="867979" y="73279"/>
                        <a:pt x="841404" y="46736"/>
                        <a:pt x="809496" y="28321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2" name="Google Shape;92;p47"/>
                <p:cNvSpPr/>
                <p:nvPr/>
              </p:nvSpPr>
              <p:spPr>
                <a:xfrm>
                  <a:off x="12970302" y="5069617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9" y="82328"/>
                      </a:moveTo>
                      <a:cubicBezTo>
                        <a:pt x="315967" y="82328"/>
                        <a:pt x="335652" y="87313"/>
                        <a:pt x="353558" y="97123"/>
                      </a:cubicBezTo>
                      <a:cubicBezTo>
                        <a:pt x="373212" y="108014"/>
                        <a:pt x="389658" y="123635"/>
                        <a:pt x="401247" y="142462"/>
                      </a:cubicBezTo>
                      <a:lnTo>
                        <a:pt x="402898" y="145320"/>
                      </a:lnTo>
                      <a:cubicBezTo>
                        <a:pt x="425726" y="184817"/>
                        <a:pt x="425726" y="233871"/>
                        <a:pt x="402961" y="273336"/>
                      </a:cubicBezTo>
                      <a:lnTo>
                        <a:pt x="320856" y="415544"/>
                      </a:lnTo>
                      <a:cubicBezTo>
                        <a:pt x="303711" y="445262"/>
                        <a:pt x="276025" y="466439"/>
                        <a:pt x="242815" y="475234"/>
                      </a:cubicBezTo>
                      <a:cubicBezTo>
                        <a:pt x="231925" y="478123"/>
                        <a:pt x="220812" y="479616"/>
                        <a:pt x="209762" y="479616"/>
                      </a:cubicBezTo>
                      <a:cubicBezTo>
                        <a:pt x="187475" y="479616"/>
                        <a:pt x="165250" y="473520"/>
                        <a:pt x="145564" y="462058"/>
                      </a:cubicBezTo>
                      <a:cubicBezTo>
                        <a:pt x="84985" y="426657"/>
                        <a:pt x="64253" y="348424"/>
                        <a:pt x="99336" y="287687"/>
                      </a:cubicBezTo>
                      <a:lnTo>
                        <a:pt x="178774" y="150082"/>
                      </a:lnTo>
                      <a:cubicBezTo>
                        <a:pt x="202873" y="108267"/>
                        <a:pt x="247482" y="82328"/>
                        <a:pt x="295139" y="82328"/>
                      </a:cubicBezTo>
                      <a:moveTo>
                        <a:pt x="295139" y="0"/>
                      </a:moveTo>
                      <a:cubicBezTo>
                        <a:pt x="220907" y="0"/>
                        <a:pt x="147565" y="39434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2"/>
                        <a:pt x="4531" y="474917"/>
                        <a:pt x="104035" y="533051"/>
                      </a:cubicBezTo>
                      <a:cubicBezTo>
                        <a:pt x="136675" y="552101"/>
                        <a:pt x="172965" y="561880"/>
                        <a:pt x="209762" y="561880"/>
                      </a:cubicBezTo>
                      <a:cubicBezTo>
                        <a:pt x="227829" y="561880"/>
                        <a:pt x="246053" y="559530"/>
                        <a:pt x="263992" y="554736"/>
                      </a:cubicBezTo>
                      <a:cubicBezTo>
                        <a:pt x="318412" y="540322"/>
                        <a:pt x="363941" y="505492"/>
                        <a:pt x="392135" y="456661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53" y="8065"/>
                        <a:pt x="328635" y="0"/>
                        <a:pt x="295139" y="0"/>
                      </a:cubicBezTo>
                      <a:lnTo>
                        <a:pt x="29513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3" name="Google Shape;93;p47"/>
                <p:cNvSpPr/>
                <p:nvPr/>
              </p:nvSpPr>
              <p:spPr>
                <a:xfrm>
                  <a:off x="15146417" y="1300511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036" y="108363"/>
                        <a:pt x="390959" y="124809"/>
                        <a:pt x="402579" y="144717"/>
                      </a:cubicBezTo>
                      <a:lnTo>
                        <a:pt x="402643" y="144844"/>
                      </a:lnTo>
                      <a:lnTo>
                        <a:pt x="402929" y="145320"/>
                      </a:lnTo>
                      <a:cubicBezTo>
                        <a:pt x="425725" y="184849"/>
                        <a:pt x="425757" y="233871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4" name="Google Shape;94;p47"/>
                <p:cNvSpPr/>
                <p:nvPr/>
              </p:nvSpPr>
              <p:spPr>
                <a:xfrm>
                  <a:off x="11677181" y="571157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8"/>
                        <a:pt x="1337689" y="177197"/>
                      </a:cubicBezTo>
                      <a:cubicBezTo>
                        <a:pt x="1346515" y="210185"/>
                        <a:pt x="1341975" y="244665"/>
                        <a:pt x="1324894" y="274257"/>
                      </a:cubicBezTo>
                      <a:lnTo>
                        <a:pt x="321022" y="2012981"/>
                      </a:lnTo>
                      <a:cubicBezTo>
                        <a:pt x="298257" y="2052447"/>
                        <a:pt x="255744" y="2076958"/>
                        <a:pt x="210056" y="2076958"/>
                      </a:cubicBezTo>
                      <a:cubicBezTo>
                        <a:pt x="187799" y="2076958"/>
                        <a:pt x="165764" y="2071021"/>
                        <a:pt x="146302" y="2059781"/>
                      </a:cubicBezTo>
                      <a:cubicBezTo>
                        <a:pt x="116711" y="2042700"/>
                        <a:pt x="95565" y="2015141"/>
                        <a:pt x="86739" y="1982121"/>
                      </a:cubicBezTo>
                      <a:cubicBezTo>
                        <a:pt x="77912" y="1949133"/>
                        <a:pt x="82453" y="1914652"/>
                        <a:pt x="99534" y="1885061"/>
                      </a:cubicBezTo>
                      <a:lnTo>
                        <a:pt x="1103406" y="146336"/>
                      </a:lnTo>
                      <a:cubicBezTo>
                        <a:pt x="1120487" y="116744"/>
                        <a:pt x="1148077" y="95599"/>
                        <a:pt x="1181066" y="86741"/>
                      </a:cubicBezTo>
                      <a:cubicBezTo>
                        <a:pt x="1192083" y="83820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0"/>
                      </a:cubicBezTo>
                      <a:cubicBezTo>
                        <a:pt x="1105533" y="21812"/>
                        <a:pt x="1060194" y="56578"/>
                        <a:pt x="1032127" y="105220"/>
                      </a:cubicBezTo>
                      <a:lnTo>
                        <a:pt x="28255" y="1843944"/>
                      </a:lnTo>
                      <a:cubicBezTo>
                        <a:pt x="188" y="1892586"/>
                        <a:pt x="-7273" y="1949196"/>
                        <a:pt x="7237" y="2003456"/>
                      </a:cubicBezTo>
                      <a:cubicBezTo>
                        <a:pt x="21778" y="2057686"/>
                        <a:pt x="56544" y="2103025"/>
                        <a:pt x="105154" y="2131091"/>
                      </a:cubicBezTo>
                      <a:cubicBezTo>
                        <a:pt x="137062" y="2149538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29"/>
                      </a:cubicBezTo>
                      <a:lnTo>
                        <a:pt x="1396204" y="315404"/>
                      </a:lnTo>
                      <a:cubicBezTo>
                        <a:pt x="1424271" y="266763"/>
                        <a:pt x="1431732" y="210121"/>
                        <a:pt x="1417222" y="155892"/>
                      </a:cubicBezTo>
                      <a:cubicBezTo>
                        <a:pt x="1402681" y="101663"/>
                        <a:pt x="1367914" y="56324"/>
                        <a:pt x="1319274" y="28257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95" name="Google Shape;95;p47"/>
              <p:cNvGrpSpPr/>
              <p:nvPr/>
            </p:nvGrpSpPr>
            <p:grpSpPr>
              <a:xfrm>
                <a:off x="10976001" y="-533368"/>
                <a:ext cx="5070524" cy="8477249"/>
                <a:chOff x="10976001" y="-533368"/>
                <a:chExt cx="5070524" cy="8477249"/>
              </a:xfrm>
            </p:grpSpPr>
            <p:sp>
              <p:nvSpPr>
                <p:cNvPr id="96" name="Google Shape;96;p47"/>
                <p:cNvSpPr/>
                <p:nvPr/>
              </p:nvSpPr>
              <p:spPr>
                <a:xfrm>
                  <a:off x="15545525" y="-533368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328"/>
                      </a:moveTo>
                      <a:cubicBezTo>
                        <a:pt x="313160" y="82328"/>
                        <a:pt x="334908" y="88106"/>
                        <a:pt x="354054" y="99028"/>
                      </a:cubicBezTo>
                      <a:cubicBezTo>
                        <a:pt x="383836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87" y="455644"/>
                        <a:pt x="254264" y="480124"/>
                        <a:pt x="208797" y="480251"/>
                      </a:cubicBezTo>
                      <a:lnTo>
                        <a:pt x="208353" y="480251"/>
                      </a:lnTo>
                      <a:lnTo>
                        <a:pt x="208067" y="480251"/>
                      </a:lnTo>
                      <a:cubicBezTo>
                        <a:pt x="184921" y="480187"/>
                        <a:pt x="162125" y="473742"/>
                        <a:pt x="142122" y="461582"/>
                      </a:cubicBezTo>
                      <a:cubicBezTo>
                        <a:pt x="114119" y="444595"/>
                        <a:pt x="94212" y="416878"/>
                        <a:pt x="86147" y="383604"/>
                      </a:cubicBezTo>
                      <a:cubicBezTo>
                        <a:pt x="77892" y="349536"/>
                        <a:pt x="82972" y="314103"/>
                        <a:pt x="100467" y="283782"/>
                      </a:cubicBezTo>
                      <a:lnTo>
                        <a:pt x="179937" y="146145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39"/>
                        <a:pt x="99419" y="531940"/>
                      </a:cubicBezTo>
                      <a:cubicBezTo>
                        <a:pt x="132344" y="551942"/>
                        <a:pt x="169999" y="562515"/>
                        <a:pt x="208321" y="562547"/>
                      </a:cubicBezTo>
                      <a:cubicBezTo>
                        <a:pt x="208321" y="562547"/>
                        <a:pt x="208353" y="562547"/>
                        <a:pt x="208353" y="562547"/>
                      </a:cubicBezTo>
                      <a:cubicBezTo>
                        <a:pt x="208385" y="562547"/>
                        <a:pt x="208385" y="562547"/>
                        <a:pt x="208417" y="562547"/>
                      </a:cubicBezTo>
                      <a:cubicBezTo>
                        <a:pt x="283378" y="562547"/>
                        <a:pt x="353196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59"/>
                      </a:cubicBezTo>
                      <a:cubicBezTo>
                        <a:pt x="362118" y="8890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7" name="Google Shape;97;p47"/>
                <p:cNvSpPr/>
                <p:nvPr/>
              </p:nvSpPr>
              <p:spPr>
                <a:xfrm>
                  <a:off x="12074763" y="4424108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92" y="110712"/>
                        <a:pt x="998653" y="126873"/>
                        <a:pt x="1009893" y="146240"/>
                      </a:cubicBezTo>
                      <a:cubicBezTo>
                        <a:pt x="1021005" y="165449"/>
                        <a:pt x="1026910" y="187611"/>
                        <a:pt x="1026910" y="210376"/>
                      </a:cubicBezTo>
                      <a:cubicBezTo>
                        <a:pt x="1026974" y="232791"/>
                        <a:pt x="1021069" y="254857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04" y="1518063"/>
                        <a:pt x="243415" y="1526889"/>
                      </a:cubicBezTo>
                      <a:cubicBezTo>
                        <a:pt x="232398" y="1529842"/>
                        <a:pt x="221159" y="1531334"/>
                        <a:pt x="209951" y="1531334"/>
                      </a:cubicBezTo>
                      <a:cubicBezTo>
                        <a:pt x="187853" y="1531334"/>
                        <a:pt x="165850" y="1525397"/>
                        <a:pt x="146356" y="1514126"/>
                      </a:cubicBezTo>
                      <a:cubicBezTo>
                        <a:pt x="116797" y="1497044"/>
                        <a:pt x="95619" y="1469485"/>
                        <a:pt x="86793" y="1436465"/>
                      </a:cubicBezTo>
                      <a:cubicBezTo>
                        <a:pt x="77935" y="1403445"/>
                        <a:pt x="82475" y="1368996"/>
                        <a:pt x="99557" y="1339406"/>
                      </a:cubicBezTo>
                      <a:lnTo>
                        <a:pt x="788405" y="146304"/>
                      </a:lnTo>
                      <a:cubicBezTo>
                        <a:pt x="805486" y="116713"/>
                        <a:pt x="833044" y="95567"/>
                        <a:pt x="866065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2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6" y="1298257"/>
                      </a:lnTo>
                      <a:cubicBezTo>
                        <a:pt x="179" y="1346867"/>
                        <a:pt x="-7283" y="1403540"/>
                        <a:pt x="7259" y="1457770"/>
                      </a:cubicBezTo>
                      <a:cubicBezTo>
                        <a:pt x="21801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9" y="1611217"/>
                        <a:pt x="264688" y="1606391"/>
                      </a:cubicBezTo>
                      <a:cubicBezTo>
                        <a:pt x="318917" y="1591850"/>
                        <a:pt x="364256" y="1557083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7" y="210185"/>
                      </a:cubicBezTo>
                      <a:cubicBezTo>
                        <a:pt x="1109175" y="173894"/>
                        <a:pt x="1099840" y="137382"/>
                        <a:pt x="1081108" y="105029"/>
                      </a:cubicBezTo>
                      <a:cubicBezTo>
                        <a:pt x="1062724" y="73279"/>
                        <a:pt x="1036150" y="46672"/>
                        <a:pt x="1004241" y="28226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8" name="Google Shape;98;p47"/>
                <p:cNvSpPr/>
                <p:nvPr/>
              </p:nvSpPr>
              <p:spPr>
                <a:xfrm>
                  <a:off x="13066529" y="3267868"/>
                  <a:ext cx="785004" cy="1052163"/>
                </a:xfrm>
                <a:custGeom>
                  <a:rect b="b" l="l" r="r" t="t"/>
                  <a:pathLst>
                    <a:path extrusionOk="0" h="1052163" w="785004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763" y="110458"/>
                        <a:pt x="673574" y="125984"/>
                        <a:pt x="684655" y="144558"/>
                      </a:cubicBezTo>
                      <a:lnTo>
                        <a:pt x="684750" y="144748"/>
                      </a:lnTo>
                      <a:lnTo>
                        <a:pt x="685829" y="146558"/>
                      </a:lnTo>
                      <a:cubicBezTo>
                        <a:pt x="708435" y="186023"/>
                        <a:pt x="708404" y="234918"/>
                        <a:pt x="685671" y="274257"/>
                      </a:cubicBezTo>
                      <a:lnTo>
                        <a:pt x="321054" y="905764"/>
                      </a:lnTo>
                      <a:cubicBezTo>
                        <a:pt x="303973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7" y="969804"/>
                        <a:pt x="209929" y="969804"/>
                      </a:cubicBezTo>
                      <a:cubicBezTo>
                        <a:pt x="187831" y="969804"/>
                        <a:pt x="165860" y="963835"/>
                        <a:pt x="146333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3" y="807466"/>
                        <a:pt x="99534" y="777875"/>
                      </a:cubicBezTo>
                      <a:lnTo>
                        <a:pt x="464151" y="146336"/>
                      </a:lnTo>
                      <a:cubicBezTo>
                        <a:pt x="481232" y="116745"/>
                        <a:pt x="508791" y="95599"/>
                        <a:pt x="541812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7" y="2413"/>
                        <a:pt x="520507" y="7271"/>
                      </a:cubicBezTo>
                      <a:cubicBezTo>
                        <a:pt x="466278" y="21812"/>
                        <a:pt x="420939" y="56578"/>
                        <a:pt x="392873" y="105220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6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2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97" y="1044924"/>
                      </a:cubicBezTo>
                      <a:cubicBezTo>
                        <a:pt x="318927" y="1030383"/>
                        <a:pt x="364266" y="995616"/>
                        <a:pt x="392332" y="946976"/>
                      </a:cubicBezTo>
                      <a:lnTo>
                        <a:pt x="756950" y="315436"/>
                      </a:lnTo>
                      <a:cubicBezTo>
                        <a:pt x="794383" y="250603"/>
                        <a:pt x="794351" y="169990"/>
                        <a:pt x="756886" y="105061"/>
                      </a:cubicBezTo>
                      <a:cubicBezTo>
                        <a:pt x="756886" y="105029"/>
                        <a:pt x="756854" y="104997"/>
                        <a:pt x="756854" y="104997"/>
                      </a:cubicBezTo>
                      <a:cubicBezTo>
                        <a:pt x="738503" y="73247"/>
                        <a:pt x="711928" y="46736"/>
                        <a:pt x="680019" y="28289"/>
                      </a:cubicBezTo>
                      <a:cubicBezTo>
                        <a:pt x="647635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99" name="Google Shape;99;p47"/>
                <p:cNvSpPr/>
                <p:nvPr/>
              </p:nvSpPr>
              <p:spPr>
                <a:xfrm>
                  <a:off x="14119105" y="1372584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4" y="146463"/>
                      </a:lnTo>
                      <a:lnTo>
                        <a:pt x="727676" y="146812"/>
                      </a:lnTo>
                      <a:cubicBezTo>
                        <a:pt x="750155" y="186246"/>
                        <a:pt x="750059" y="235013"/>
                        <a:pt x="727390" y="274257"/>
                      </a:cubicBezTo>
                      <a:lnTo>
                        <a:pt x="321117" y="977932"/>
                      </a:lnTo>
                      <a:cubicBezTo>
                        <a:pt x="304035" y="1007523"/>
                        <a:pt x="276477" y="1028668"/>
                        <a:pt x="243457" y="1037527"/>
                      </a:cubicBezTo>
                      <a:cubicBezTo>
                        <a:pt x="232440" y="1040479"/>
                        <a:pt x="221168" y="1041972"/>
                        <a:pt x="209992" y="1041972"/>
                      </a:cubicBezTo>
                      <a:cubicBezTo>
                        <a:pt x="187894" y="1041972"/>
                        <a:pt x="165923" y="1036002"/>
                        <a:pt x="146397" y="1024731"/>
                      </a:cubicBezTo>
                      <a:cubicBezTo>
                        <a:pt x="116806" y="1007650"/>
                        <a:pt x="95629" y="980059"/>
                        <a:pt x="86802" y="947102"/>
                      </a:cubicBezTo>
                      <a:cubicBezTo>
                        <a:pt x="77975" y="914083"/>
                        <a:pt x="82516" y="879602"/>
                        <a:pt x="99597" y="850043"/>
                      </a:cubicBezTo>
                      <a:lnTo>
                        <a:pt x="505870" y="146368"/>
                      </a:lnTo>
                      <a:cubicBezTo>
                        <a:pt x="522952" y="116777"/>
                        <a:pt x="550511" y="95631"/>
                        <a:pt x="583531" y="86773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2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6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2" y="1124299"/>
                        <a:pt x="209929" y="1124299"/>
                      </a:cubicBezTo>
                      <a:cubicBezTo>
                        <a:pt x="228185" y="1124299"/>
                        <a:pt x="246568" y="1121886"/>
                        <a:pt x="264697" y="1117029"/>
                      </a:cubicBezTo>
                      <a:cubicBezTo>
                        <a:pt x="318927" y="1102487"/>
                        <a:pt x="364265" y="1067721"/>
                        <a:pt x="392332" y="1019080"/>
                      </a:cubicBezTo>
                      <a:lnTo>
                        <a:pt x="798605" y="315436"/>
                      </a:lnTo>
                      <a:cubicBezTo>
                        <a:pt x="836039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5029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0" name="Google Shape;100;p47"/>
                <p:cNvSpPr/>
                <p:nvPr/>
              </p:nvSpPr>
              <p:spPr>
                <a:xfrm>
                  <a:off x="13734303" y="2601880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3654" y="108172"/>
                        <a:pt x="390291" y="124174"/>
                        <a:pt x="401912" y="143574"/>
                      </a:cubicBezTo>
                      <a:lnTo>
                        <a:pt x="402071" y="143891"/>
                      </a:lnTo>
                      <a:lnTo>
                        <a:pt x="403182" y="145764"/>
                      </a:lnTo>
                      <a:cubicBezTo>
                        <a:pt x="425725" y="185198"/>
                        <a:pt x="425661" y="234029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68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1" name="Google Shape;101;p47"/>
                <p:cNvSpPr/>
                <p:nvPr/>
              </p:nvSpPr>
              <p:spPr>
                <a:xfrm>
                  <a:off x="14816164" y="109537"/>
                  <a:ext cx="859133" cy="1182973"/>
                </a:xfrm>
                <a:custGeom>
                  <a:rect b="b" l="l" r="r" t="t"/>
                  <a:pathLst>
                    <a:path extrusionOk="0" h="1182973" w="859133">
                      <a:moveTo>
                        <a:pt x="649361" y="82296"/>
                      </a:moveTo>
                      <a:cubicBezTo>
                        <a:pt x="671363" y="82296"/>
                        <a:pt x="693112" y="88075"/>
                        <a:pt x="712258" y="98997"/>
                      </a:cubicBezTo>
                      <a:cubicBezTo>
                        <a:pt x="742039" y="115983"/>
                        <a:pt x="763375" y="143574"/>
                        <a:pt x="772328" y="176657"/>
                      </a:cubicBezTo>
                      <a:cubicBezTo>
                        <a:pt x="781282" y="209772"/>
                        <a:pt x="776774" y="244348"/>
                        <a:pt x="759628" y="274034"/>
                      </a:cubicBezTo>
                      <a:lnTo>
                        <a:pt x="319351" y="1036638"/>
                      </a:lnTo>
                      <a:cubicBezTo>
                        <a:pt x="296619" y="1076008"/>
                        <a:pt x="254264" y="1100519"/>
                        <a:pt x="208734" y="1100614"/>
                      </a:cubicBezTo>
                      <a:lnTo>
                        <a:pt x="208385" y="1100614"/>
                      </a:lnTo>
                      <a:lnTo>
                        <a:pt x="207972" y="1100614"/>
                      </a:lnTo>
                      <a:cubicBezTo>
                        <a:pt x="184858" y="1100519"/>
                        <a:pt x="162125" y="1094073"/>
                        <a:pt x="142154" y="1081977"/>
                      </a:cubicBezTo>
                      <a:cubicBezTo>
                        <a:pt x="114151" y="1064990"/>
                        <a:pt x="94243" y="1037273"/>
                        <a:pt x="86179" y="1003999"/>
                      </a:cubicBezTo>
                      <a:cubicBezTo>
                        <a:pt x="77924" y="969931"/>
                        <a:pt x="83004" y="934498"/>
                        <a:pt x="100499" y="904177"/>
                      </a:cubicBezTo>
                      <a:lnTo>
                        <a:pt x="538140" y="146145"/>
                      </a:lnTo>
                      <a:cubicBezTo>
                        <a:pt x="560842" y="106744"/>
                        <a:pt x="603450" y="82296"/>
                        <a:pt x="649361" y="82296"/>
                      </a:cubicBezTo>
                      <a:moveTo>
                        <a:pt x="649361" y="0"/>
                      </a:moveTo>
                      <a:cubicBezTo>
                        <a:pt x="576590" y="0"/>
                        <a:pt x="505660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66"/>
                      </a:cubicBezTo>
                      <a:cubicBezTo>
                        <a:pt x="132343" y="1172369"/>
                        <a:pt x="169999" y="1182942"/>
                        <a:pt x="208322" y="1182973"/>
                      </a:cubicBezTo>
                      <a:cubicBezTo>
                        <a:pt x="208322" y="1182973"/>
                        <a:pt x="208353" y="1182973"/>
                        <a:pt x="208353" y="1182973"/>
                      </a:cubicBezTo>
                      <a:cubicBezTo>
                        <a:pt x="208385" y="1182973"/>
                        <a:pt x="208385" y="1182973"/>
                        <a:pt x="208385" y="1182973"/>
                      </a:cubicBezTo>
                      <a:cubicBezTo>
                        <a:pt x="283347" y="1182973"/>
                        <a:pt x="353165" y="1142683"/>
                        <a:pt x="390598" y="1077849"/>
                      </a:cubicBezTo>
                      <a:lnTo>
                        <a:pt x="830875" y="315246"/>
                      </a:lnTo>
                      <a:cubicBezTo>
                        <a:pt x="859038" y="266446"/>
                        <a:pt x="866468" y="209613"/>
                        <a:pt x="851735" y="155226"/>
                      </a:cubicBezTo>
                      <a:cubicBezTo>
                        <a:pt x="837003" y="100838"/>
                        <a:pt x="801951" y="55499"/>
                        <a:pt x="752993" y="27591"/>
                      </a:cubicBezTo>
                      <a:cubicBezTo>
                        <a:pt x="720322" y="8858"/>
                        <a:pt x="684603" y="0"/>
                        <a:pt x="649361" y="0"/>
                      </a:cubicBezTo>
                      <a:lnTo>
                        <a:pt x="64936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2" name="Google Shape;102;p47"/>
                <p:cNvSpPr/>
                <p:nvPr/>
              </p:nvSpPr>
              <p:spPr>
                <a:xfrm>
                  <a:off x="11705299" y="611806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7464" y="480219"/>
                      </a:lnTo>
                      <a:cubicBezTo>
                        <a:pt x="184509" y="480028"/>
                        <a:pt x="161967" y="473615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4" y="349536"/>
                        <a:pt x="83004" y="314103"/>
                        <a:pt x="100499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6" y="315246"/>
                      </a:lnTo>
                      <a:cubicBezTo>
                        <a:pt x="500929" y="266446"/>
                        <a:pt x="508327" y="209614"/>
                        <a:pt x="493596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3" name="Google Shape;103;p47"/>
                <p:cNvSpPr/>
                <p:nvPr/>
              </p:nvSpPr>
              <p:spPr>
                <a:xfrm>
                  <a:off x="10976001" y="6760940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297"/>
                      </a:moveTo>
                      <a:cubicBezTo>
                        <a:pt x="671332" y="82297"/>
                        <a:pt x="693081" y="88074"/>
                        <a:pt x="712226" y="98997"/>
                      </a:cubicBezTo>
                      <a:cubicBezTo>
                        <a:pt x="742007" y="115983"/>
                        <a:pt x="763343" y="143573"/>
                        <a:pt x="772297" y="176657"/>
                      </a:cubicBezTo>
                      <a:cubicBezTo>
                        <a:pt x="781250" y="209772"/>
                        <a:pt x="776742" y="244348"/>
                        <a:pt x="759597" y="274034"/>
                      </a:cubicBezTo>
                      <a:lnTo>
                        <a:pt x="319320" y="1036638"/>
                      </a:lnTo>
                      <a:cubicBezTo>
                        <a:pt x="296523" y="1076103"/>
                        <a:pt x="254041" y="1100614"/>
                        <a:pt x="208385" y="1100614"/>
                      </a:cubicBezTo>
                      <a:lnTo>
                        <a:pt x="207782" y="1100614"/>
                      </a:lnTo>
                      <a:cubicBezTo>
                        <a:pt x="184731" y="1100487"/>
                        <a:pt x="162030" y="1094074"/>
                        <a:pt x="142091" y="1081945"/>
                      </a:cubicBezTo>
                      <a:cubicBezTo>
                        <a:pt x="114088" y="1064959"/>
                        <a:pt x="94212" y="1037241"/>
                        <a:pt x="86116" y="1003967"/>
                      </a:cubicBezTo>
                      <a:cubicBezTo>
                        <a:pt x="77861" y="969899"/>
                        <a:pt x="82941" y="934466"/>
                        <a:pt x="100435" y="904145"/>
                      </a:cubicBezTo>
                      <a:lnTo>
                        <a:pt x="538077" y="146114"/>
                      </a:lnTo>
                      <a:cubicBezTo>
                        <a:pt x="560810" y="106744"/>
                        <a:pt x="603419" y="82297"/>
                        <a:pt x="649329" y="82297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6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2" y="1182942"/>
                      </a:cubicBezTo>
                      <a:cubicBezTo>
                        <a:pt x="208353" y="1182942"/>
                        <a:pt x="208385" y="1182942"/>
                        <a:pt x="208417" y="1182942"/>
                      </a:cubicBezTo>
                      <a:cubicBezTo>
                        <a:pt x="283378" y="1182942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5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5" y="27560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04" name="Google Shape;104;p47"/>
              <p:cNvGrpSpPr/>
              <p:nvPr/>
            </p:nvGrpSpPr>
            <p:grpSpPr>
              <a:xfrm>
                <a:off x="5714115" y="-518350"/>
                <a:ext cx="4376536" cy="7272209"/>
                <a:chOff x="5714115" y="-518350"/>
                <a:chExt cx="4376536" cy="7272209"/>
              </a:xfrm>
            </p:grpSpPr>
            <p:sp>
              <p:nvSpPr>
                <p:cNvPr id="105" name="Google Shape;105;p47"/>
                <p:cNvSpPr/>
                <p:nvPr/>
              </p:nvSpPr>
              <p:spPr>
                <a:xfrm>
                  <a:off x="8562575" y="207486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247" y="82296"/>
                      </a:moveTo>
                      <a:cubicBezTo>
                        <a:pt x="921345" y="82296"/>
                        <a:pt x="943317" y="88265"/>
                        <a:pt x="962842" y="99536"/>
                      </a:cubicBezTo>
                      <a:cubicBezTo>
                        <a:pt x="992434" y="116618"/>
                        <a:pt x="1013611" y="144209"/>
                        <a:pt x="1022437" y="177165"/>
                      </a:cubicBezTo>
                      <a:cubicBezTo>
                        <a:pt x="1031264" y="210185"/>
                        <a:pt x="1026755" y="244666"/>
                        <a:pt x="1009674" y="274225"/>
                      </a:cubicBezTo>
                      <a:lnTo>
                        <a:pt x="320889" y="1467263"/>
                      </a:lnTo>
                      <a:cubicBezTo>
                        <a:pt x="303808" y="1496854"/>
                        <a:pt x="276217" y="1518031"/>
                        <a:pt x="243229" y="1526858"/>
                      </a:cubicBezTo>
                      <a:cubicBezTo>
                        <a:pt x="232212" y="1529810"/>
                        <a:pt x="220972" y="1531303"/>
                        <a:pt x="209764" y="1531303"/>
                      </a:cubicBezTo>
                      <a:cubicBezTo>
                        <a:pt x="187666" y="1531303"/>
                        <a:pt x="165695" y="1525334"/>
                        <a:pt x="146137" y="1514062"/>
                      </a:cubicBezTo>
                      <a:cubicBezTo>
                        <a:pt x="126802" y="1502918"/>
                        <a:pt x="110704" y="1486884"/>
                        <a:pt x="99560" y="1467739"/>
                      </a:cubicBezTo>
                      <a:lnTo>
                        <a:pt x="99401" y="1467453"/>
                      </a:lnTo>
                      <a:cubicBezTo>
                        <a:pt x="76573" y="1427893"/>
                        <a:pt x="76573" y="1378839"/>
                        <a:pt x="99338" y="1339374"/>
                      </a:cubicBezTo>
                      <a:lnTo>
                        <a:pt x="788122" y="146336"/>
                      </a:lnTo>
                      <a:cubicBezTo>
                        <a:pt x="805204" y="116745"/>
                        <a:pt x="832795" y="95599"/>
                        <a:pt x="865783" y="86741"/>
                      </a:cubicBezTo>
                      <a:cubicBezTo>
                        <a:pt x="876800" y="83820"/>
                        <a:pt x="888071" y="82296"/>
                        <a:pt x="899247" y="82296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8" y="2413"/>
                        <a:pt x="844479" y="7271"/>
                      </a:cubicBezTo>
                      <a:cubicBezTo>
                        <a:pt x="790249" y="21812"/>
                        <a:pt x="744942" y="56579"/>
                        <a:pt x="716844" y="105220"/>
                      </a:cubicBezTo>
                      <a:lnTo>
                        <a:pt x="28059" y="1298226"/>
                      </a:lnTo>
                      <a:cubicBezTo>
                        <a:pt x="-9374" y="1363059"/>
                        <a:pt x="-9342" y="1443673"/>
                        <a:pt x="28091" y="1508601"/>
                      </a:cubicBezTo>
                      <a:cubicBezTo>
                        <a:pt x="28091" y="1508633"/>
                        <a:pt x="28123" y="1508665"/>
                        <a:pt x="28123" y="1508665"/>
                      </a:cubicBezTo>
                      <a:cubicBezTo>
                        <a:pt x="46474" y="1540415"/>
                        <a:pt x="73049" y="1566958"/>
                        <a:pt x="104989" y="1585373"/>
                      </a:cubicBezTo>
                      <a:cubicBezTo>
                        <a:pt x="137374" y="1604074"/>
                        <a:pt x="173315" y="1613630"/>
                        <a:pt x="209733" y="1613630"/>
                      </a:cubicBezTo>
                      <a:cubicBezTo>
                        <a:pt x="227989" y="1613630"/>
                        <a:pt x="246372" y="1611217"/>
                        <a:pt x="264470" y="1606391"/>
                      </a:cubicBezTo>
                      <a:cubicBezTo>
                        <a:pt x="318698" y="1591850"/>
                        <a:pt x="364038" y="1557084"/>
                        <a:pt x="392105" y="1508443"/>
                      </a:cubicBezTo>
                      <a:lnTo>
                        <a:pt x="1080889" y="315405"/>
                      </a:lnTo>
                      <a:cubicBezTo>
                        <a:pt x="1108956" y="266795"/>
                        <a:pt x="1116417" y="210153"/>
                        <a:pt x="1101908" y="155893"/>
                      </a:cubicBezTo>
                      <a:cubicBezTo>
                        <a:pt x="1087398" y="101664"/>
                        <a:pt x="1052568" y="56324"/>
                        <a:pt x="1003959" y="28258"/>
                      </a:cubicBezTo>
                      <a:cubicBezTo>
                        <a:pt x="971605" y="9557"/>
                        <a:pt x="935665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6" name="Google Shape;106;p47"/>
                <p:cNvSpPr/>
                <p:nvPr/>
              </p:nvSpPr>
              <p:spPr>
                <a:xfrm>
                  <a:off x="7895023" y="1925256"/>
                  <a:ext cx="784975" cy="1052131"/>
                </a:xfrm>
                <a:custGeom>
                  <a:rect b="b" l="l" r="r" t="t"/>
                  <a:pathLst>
                    <a:path extrusionOk="0" h="1052131" w="784975">
                      <a:moveTo>
                        <a:pt x="575056" y="82296"/>
                      </a:moveTo>
                      <a:cubicBezTo>
                        <a:pt x="597154" y="82296"/>
                        <a:pt x="619157" y="88233"/>
                        <a:pt x="638651" y="99504"/>
                      </a:cubicBezTo>
                      <a:cubicBezTo>
                        <a:pt x="668211" y="116586"/>
                        <a:pt x="689388" y="144145"/>
                        <a:pt x="698214" y="177165"/>
                      </a:cubicBezTo>
                      <a:cubicBezTo>
                        <a:pt x="707073" y="210185"/>
                        <a:pt x="702532" y="244634"/>
                        <a:pt x="685451" y="274225"/>
                      </a:cubicBezTo>
                      <a:lnTo>
                        <a:pt x="320834" y="905796"/>
                      </a:lnTo>
                      <a:cubicBezTo>
                        <a:pt x="303752" y="935355"/>
                        <a:pt x="276161" y="956532"/>
                        <a:pt x="243173" y="965359"/>
                      </a:cubicBezTo>
                      <a:cubicBezTo>
                        <a:pt x="232156" y="968311"/>
                        <a:pt x="220885" y="969804"/>
                        <a:pt x="209709" y="969804"/>
                      </a:cubicBezTo>
                      <a:cubicBezTo>
                        <a:pt x="187611" y="969804"/>
                        <a:pt x="165608" y="963867"/>
                        <a:pt x="146114" y="952595"/>
                      </a:cubicBezTo>
                      <a:cubicBezTo>
                        <a:pt x="126714" y="941388"/>
                        <a:pt x="110522" y="925227"/>
                        <a:pt x="99251" y="905764"/>
                      </a:cubicBezTo>
                      <a:cubicBezTo>
                        <a:pt x="88170" y="886682"/>
                        <a:pt x="82296" y="864584"/>
                        <a:pt x="82296" y="841978"/>
                      </a:cubicBezTo>
                      <a:cubicBezTo>
                        <a:pt x="82328" y="819277"/>
                        <a:pt x="88202" y="797116"/>
                        <a:pt x="99282" y="777907"/>
                      </a:cubicBezTo>
                      <a:lnTo>
                        <a:pt x="463931" y="146336"/>
                      </a:lnTo>
                      <a:cubicBezTo>
                        <a:pt x="481013" y="116776"/>
                        <a:pt x="508603" y="95599"/>
                        <a:pt x="541592" y="86773"/>
                      </a:cubicBezTo>
                      <a:cubicBezTo>
                        <a:pt x="552609" y="83788"/>
                        <a:pt x="563880" y="82296"/>
                        <a:pt x="575056" y="82296"/>
                      </a:cubicBezTo>
                      <a:moveTo>
                        <a:pt x="575056" y="0"/>
                      </a:moveTo>
                      <a:cubicBezTo>
                        <a:pt x="556800" y="0"/>
                        <a:pt x="538417" y="2413"/>
                        <a:pt x="520287" y="7239"/>
                      </a:cubicBezTo>
                      <a:cubicBezTo>
                        <a:pt x="466058" y="21780"/>
                        <a:pt x="420719" y="56547"/>
                        <a:pt x="392652" y="105156"/>
                      </a:cubicBezTo>
                      <a:lnTo>
                        <a:pt x="28035" y="736759"/>
                      </a:lnTo>
                      <a:cubicBezTo>
                        <a:pt x="9366" y="769112"/>
                        <a:pt x="32" y="805529"/>
                        <a:pt x="0" y="841947"/>
                      </a:cubicBezTo>
                      <a:cubicBezTo>
                        <a:pt x="32" y="878237"/>
                        <a:pt x="9271" y="914686"/>
                        <a:pt x="28099" y="947102"/>
                      </a:cubicBezTo>
                      <a:cubicBezTo>
                        <a:pt x="46482" y="978852"/>
                        <a:pt x="73057" y="1005491"/>
                        <a:pt x="104965" y="1023906"/>
                      </a:cubicBezTo>
                      <a:cubicBezTo>
                        <a:pt x="137351" y="1042607"/>
                        <a:pt x="173292" y="1052132"/>
                        <a:pt x="209709" y="1052132"/>
                      </a:cubicBezTo>
                      <a:cubicBezTo>
                        <a:pt x="227965" y="1052132"/>
                        <a:pt x="246348" y="1049719"/>
                        <a:pt x="264477" y="1044892"/>
                      </a:cubicBezTo>
                      <a:cubicBezTo>
                        <a:pt x="318707" y="1030351"/>
                        <a:pt x="364045" y="995585"/>
                        <a:pt x="392113" y="946976"/>
                      </a:cubicBezTo>
                      <a:lnTo>
                        <a:pt x="756730" y="315373"/>
                      </a:lnTo>
                      <a:cubicBezTo>
                        <a:pt x="784797" y="266764"/>
                        <a:pt x="792258" y="210090"/>
                        <a:pt x="777716" y="155861"/>
                      </a:cubicBezTo>
                      <a:cubicBezTo>
                        <a:pt x="763175" y="101632"/>
                        <a:pt x="728408" y="56293"/>
                        <a:pt x="679799" y="28226"/>
                      </a:cubicBezTo>
                      <a:cubicBezTo>
                        <a:pt x="647414" y="9557"/>
                        <a:pt x="611473" y="0"/>
                        <a:pt x="575056" y="0"/>
                      </a:cubicBezTo>
                      <a:lnTo>
                        <a:pt x="57505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7" name="Google Shape;107;p47"/>
                <p:cNvSpPr/>
                <p:nvPr/>
              </p:nvSpPr>
              <p:spPr>
                <a:xfrm>
                  <a:off x="9554310" y="-518350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1"/>
                        <a:pt x="111188" y="495840"/>
                        <a:pt x="99536" y="475805"/>
                      </a:cubicBezTo>
                      <a:lnTo>
                        <a:pt x="99346" y="475488"/>
                      </a:lnTo>
                      <a:lnTo>
                        <a:pt x="99219" y="475266"/>
                      </a:lnTo>
                      <a:cubicBezTo>
                        <a:pt x="76549" y="435800"/>
                        <a:pt x="76581" y="386874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3" y="86646"/>
                      </a:cubicBezTo>
                      <a:cubicBezTo>
                        <a:pt x="304387" y="83756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39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15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8" name="Google Shape;108;p47"/>
                <p:cNvSpPr/>
                <p:nvPr/>
              </p:nvSpPr>
              <p:spPr>
                <a:xfrm>
                  <a:off x="6916586" y="3058096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2" y="82328"/>
                      </a:moveTo>
                      <a:cubicBezTo>
                        <a:pt x="921510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40"/>
                        <a:pt x="1022633" y="177229"/>
                      </a:cubicBezTo>
                      <a:cubicBezTo>
                        <a:pt x="1031460" y="210217"/>
                        <a:pt x="1026920" y="244697"/>
                        <a:pt x="1009838" y="274288"/>
                      </a:cubicBezTo>
                      <a:lnTo>
                        <a:pt x="321022" y="1467294"/>
                      </a:lnTo>
                      <a:cubicBezTo>
                        <a:pt x="298321" y="1506601"/>
                        <a:pt x="256061" y="1531080"/>
                        <a:pt x="210595" y="1531271"/>
                      </a:cubicBezTo>
                      <a:lnTo>
                        <a:pt x="210056" y="1531271"/>
                      </a:lnTo>
                      <a:lnTo>
                        <a:pt x="209833" y="1531271"/>
                      </a:lnTo>
                      <a:cubicBezTo>
                        <a:pt x="187640" y="1531239"/>
                        <a:pt x="165669" y="1525302"/>
                        <a:pt x="146302" y="1514094"/>
                      </a:cubicBezTo>
                      <a:cubicBezTo>
                        <a:pt x="116711" y="1497013"/>
                        <a:pt x="95565" y="1469454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2" y="1603819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56" y="1613567"/>
                        <a:pt x="210087" y="1613567"/>
                        <a:pt x="210087" y="1613567"/>
                      </a:cubicBezTo>
                      <a:cubicBezTo>
                        <a:pt x="285017" y="1613567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3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09" name="Google Shape;109;p47"/>
                <p:cNvSpPr/>
                <p:nvPr/>
              </p:nvSpPr>
              <p:spPr>
                <a:xfrm>
                  <a:off x="6133027" y="475246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7175" y="110395"/>
                        <a:pt x="802923" y="125857"/>
                        <a:pt x="814004" y="144336"/>
                      </a:cubicBezTo>
                      <a:lnTo>
                        <a:pt x="814036" y="144399"/>
                      </a:lnTo>
                      <a:lnTo>
                        <a:pt x="815274" y="146495"/>
                      </a:lnTo>
                      <a:cubicBezTo>
                        <a:pt x="837944" y="185992"/>
                        <a:pt x="837912" y="234918"/>
                        <a:pt x="815179" y="274288"/>
                      </a:cubicBezTo>
                      <a:lnTo>
                        <a:pt x="321054" y="1130142"/>
                      </a:lnTo>
                      <a:cubicBezTo>
                        <a:pt x="303972" y="1159732"/>
                        <a:pt x="276413" y="1180878"/>
                        <a:pt x="243393" y="1189736"/>
                      </a:cubicBezTo>
                      <a:cubicBezTo>
                        <a:pt x="232376" y="1192689"/>
                        <a:pt x="221136" y="1194181"/>
                        <a:pt x="209960" y="1194181"/>
                      </a:cubicBezTo>
                      <a:cubicBezTo>
                        <a:pt x="187862" y="1194181"/>
                        <a:pt x="165891" y="1188212"/>
                        <a:pt x="146365" y="1176941"/>
                      </a:cubicBezTo>
                      <a:cubicBezTo>
                        <a:pt x="116774" y="1159859"/>
                        <a:pt x="95597" y="1132269"/>
                        <a:pt x="86770" y="1099280"/>
                      </a:cubicBezTo>
                      <a:cubicBezTo>
                        <a:pt x="77944" y="1066261"/>
                        <a:pt x="82484" y="1031811"/>
                        <a:pt x="99566" y="1002221"/>
                      </a:cubicBezTo>
                      <a:lnTo>
                        <a:pt x="593691" y="146367"/>
                      </a:lnTo>
                      <a:cubicBezTo>
                        <a:pt x="610772" y="116777"/>
                        <a:pt x="638331" y="95631"/>
                        <a:pt x="671351" y="86773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5" y="21812"/>
                        <a:pt x="550416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2" y="1171194"/>
                      </a:cubicBezTo>
                      <a:lnTo>
                        <a:pt x="886458" y="315341"/>
                      </a:lnTo>
                      <a:cubicBezTo>
                        <a:pt x="923891" y="250508"/>
                        <a:pt x="923859" y="169894"/>
                        <a:pt x="886394" y="104966"/>
                      </a:cubicBezTo>
                      <a:cubicBezTo>
                        <a:pt x="886394" y="104934"/>
                        <a:pt x="886362" y="104902"/>
                        <a:pt x="886362" y="104902"/>
                      </a:cubicBezTo>
                      <a:cubicBezTo>
                        <a:pt x="868011" y="73152"/>
                        <a:pt x="841436" y="46641"/>
                        <a:pt x="809527" y="28194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0" name="Google Shape;110;p47"/>
                <p:cNvSpPr/>
                <p:nvPr/>
              </p:nvSpPr>
              <p:spPr>
                <a:xfrm>
                  <a:off x="5714115" y="613305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581" y="82296"/>
                      </a:moveTo>
                      <a:cubicBezTo>
                        <a:pt x="348869" y="82296"/>
                        <a:pt x="371062" y="88360"/>
                        <a:pt x="390716" y="99854"/>
                      </a:cubicBezTo>
                      <a:cubicBezTo>
                        <a:pt x="451295" y="135255"/>
                        <a:pt x="472059" y="213487"/>
                        <a:pt x="436975" y="274225"/>
                      </a:cubicBezTo>
                      <a:lnTo>
                        <a:pt x="323469" y="470789"/>
                      </a:lnTo>
                      <a:cubicBezTo>
                        <a:pt x="299371" y="512540"/>
                        <a:pt x="254794" y="538480"/>
                        <a:pt x="207201" y="538480"/>
                      </a:cubicBezTo>
                      <a:cubicBezTo>
                        <a:pt x="186341" y="538480"/>
                        <a:pt x="166624" y="533495"/>
                        <a:pt x="148654" y="523621"/>
                      </a:cubicBezTo>
                      <a:cubicBezTo>
                        <a:pt x="128270" y="512445"/>
                        <a:pt x="111347" y="496030"/>
                        <a:pt x="99727" y="476154"/>
                      </a:cubicBezTo>
                      <a:lnTo>
                        <a:pt x="99409" y="475615"/>
                      </a:lnTo>
                      <a:lnTo>
                        <a:pt x="99060" y="475012"/>
                      </a:lnTo>
                      <a:cubicBezTo>
                        <a:pt x="76549" y="435578"/>
                        <a:pt x="76613" y="386778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4" y="86645"/>
                      </a:cubicBezTo>
                      <a:cubicBezTo>
                        <a:pt x="304387" y="83757"/>
                        <a:pt x="315532" y="82296"/>
                        <a:pt x="326581" y="82296"/>
                      </a:cubicBezTo>
                      <a:moveTo>
                        <a:pt x="326581" y="0"/>
                      </a:moveTo>
                      <a:cubicBezTo>
                        <a:pt x="308483" y="0"/>
                        <a:pt x="290290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4"/>
                        <a:pt x="28162" y="516794"/>
                      </a:cubicBezTo>
                      <a:cubicBezTo>
                        <a:pt x="47339" y="549973"/>
                        <a:pt x="75311" y="577278"/>
                        <a:pt x="109125" y="595821"/>
                      </a:cubicBezTo>
                      <a:cubicBezTo>
                        <a:pt x="140018" y="612775"/>
                        <a:pt x="173736" y="620807"/>
                        <a:pt x="207232" y="620807"/>
                      </a:cubicBezTo>
                      <a:cubicBezTo>
                        <a:pt x="281432" y="620807"/>
                        <a:pt x="354711" y="581374"/>
                        <a:pt x="394780" y="511968"/>
                      </a:cubicBezTo>
                      <a:lnTo>
                        <a:pt x="508286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47"/>
                        <a:pt x="363379" y="0"/>
                        <a:pt x="326581" y="0"/>
                      </a:cubicBezTo>
                      <a:lnTo>
                        <a:pt x="32658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11" name="Google Shape;111;p47"/>
              <p:cNvGrpSpPr/>
              <p:nvPr/>
            </p:nvGrpSpPr>
            <p:grpSpPr>
              <a:xfrm>
                <a:off x="6543364" y="-320770"/>
                <a:ext cx="4754706" cy="7927878"/>
                <a:chOff x="6543364" y="-320770"/>
                <a:chExt cx="4754706" cy="7927878"/>
              </a:xfrm>
            </p:grpSpPr>
            <p:sp>
              <p:nvSpPr>
                <p:cNvPr id="112" name="Google Shape;112;p47"/>
                <p:cNvSpPr/>
                <p:nvPr/>
              </p:nvSpPr>
              <p:spPr>
                <a:xfrm>
                  <a:off x="9391847" y="1059783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444" y="82296"/>
                      </a:moveTo>
                      <a:cubicBezTo>
                        <a:pt x="921541" y="82296"/>
                        <a:pt x="943544" y="88265"/>
                        <a:pt x="963038" y="99504"/>
                      </a:cubicBezTo>
                      <a:cubicBezTo>
                        <a:pt x="982375" y="110680"/>
                        <a:pt x="998503" y="126682"/>
                        <a:pt x="1009616" y="145860"/>
                      </a:cubicBezTo>
                      <a:lnTo>
                        <a:pt x="1009775" y="146145"/>
                      </a:lnTo>
                      <a:cubicBezTo>
                        <a:pt x="1032603" y="185674"/>
                        <a:pt x="1032603" y="234760"/>
                        <a:pt x="1009838" y="274225"/>
                      </a:cubicBezTo>
                      <a:lnTo>
                        <a:pt x="321054" y="1467263"/>
                      </a:lnTo>
                      <a:cubicBezTo>
                        <a:pt x="303972" y="1496854"/>
                        <a:pt x="276382" y="1517999"/>
                        <a:pt x="243393" y="1526858"/>
                      </a:cubicBezTo>
                      <a:cubicBezTo>
                        <a:pt x="232376" y="1529810"/>
                        <a:pt x="221136" y="1531303"/>
                        <a:pt x="209960" y="1531303"/>
                      </a:cubicBezTo>
                      <a:cubicBezTo>
                        <a:pt x="187863" y="1531303"/>
                        <a:pt x="165860" y="1525334"/>
                        <a:pt x="146365" y="1514094"/>
                      </a:cubicBezTo>
                      <a:cubicBezTo>
                        <a:pt x="116774" y="1497012"/>
                        <a:pt x="95597" y="1469422"/>
                        <a:pt x="86770" y="1436434"/>
                      </a:cubicBezTo>
                      <a:cubicBezTo>
                        <a:pt x="77944" y="1403414"/>
                        <a:pt x="82452" y="1368965"/>
                        <a:pt x="99566" y="1339374"/>
                      </a:cubicBezTo>
                      <a:lnTo>
                        <a:pt x="788350" y="146336"/>
                      </a:lnTo>
                      <a:cubicBezTo>
                        <a:pt x="805432" y="116745"/>
                        <a:pt x="833022" y="95568"/>
                        <a:pt x="866011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39"/>
                      </a:cubicBezTo>
                      <a:cubicBezTo>
                        <a:pt x="790446" y="21780"/>
                        <a:pt x="745138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35"/>
                        <a:pt x="-7273" y="1403509"/>
                        <a:pt x="7237" y="1457738"/>
                      </a:cubicBezTo>
                      <a:cubicBezTo>
                        <a:pt x="21746" y="1511967"/>
                        <a:pt x="56545" y="1557306"/>
                        <a:pt x="105185" y="1585373"/>
                      </a:cubicBezTo>
                      <a:cubicBezTo>
                        <a:pt x="137570" y="1604074"/>
                        <a:pt x="173511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66" y="1606391"/>
                      </a:cubicBezTo>
                      <a:cubicBezTo>
                        <a:pt x="318894" y="1591850"/>
                        <a:pt x="364234" y="1557084"/>
                        <a:pt x="392301" y="1508443"/>
                      </a:cubicBezTo>
                      <a:lnTo>
                        <a:pt x="1081085" y="315405"/>
                      </a:lnTo>
                      <a:cubicBezTo>
                        <a:pt x="1118519" y="250571"/>
                        <a:pt x="1118487" y="169958"/>
                        <a:pt x="1081053" y="105029"/>
                      </a:cubicBezTo>
                      <a:cubicBezTo>
                        <a:pt x="1081053" y="104997"/>
                        <a:pt x="1081022" y="104965"/>
                        <a:pt x="1081022" y="104965"/>
                      </a:cubicBezTo>
                      <a:cubicBezTo>
                        <a:pt x="1062670" y="73215"/>
                        <a:pt x="1036095" y="46672"/>
                        <a:pt x="1004187" y="28257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3" name="Google Shape;113;p47"/>
                <p:cNvSpPr/>
                <p:nvPr/>
              </p:nvSpPr>
              <p:spPr>
                <a:xfrm>
                  <a:off x="10383590" y="-320770"/>
                  <a:ext cx="914480" cy="1276445"/>
                </a:xfrm>
                <a:custGeom>
                  <a:rect b="b" l="l" r="r" t="t"/>
                  <a:pathLst>
                    <a:path extrusionOk="0" h="1276445" w="914480">
                      <a:moveTo>
                        <a:pt x="704752" y="82296"/>
                      </a:moveTo>
                      <a:cubicBezTo>
                        <a:pt x="726851" y="82296"/>
                        <a:pt x="748821" y="88265"/>
                        <a:pt x="768348" y="99504"/>
                      </a:cubicBezTo>
                      <a:cubicBezTo>
                        <a:pt x="787779" y="110712"/>
                        <a:pt x="803939" y="126841"/>
                        <a:pt x="815084" y="146114"/>
                      </a:cubicBezTo>
                      <a:lnTo>
                        <a:pt x="815211" y="146304"/>
                      </a:lnTo>
                      <a:lnTo>
                        <a:pt x="815242" y="146336"/>
                      </a:lnTo>
                      <a:lnTo>
                        <a:pt x="815242" y="146336"/>
                      </a:lnTo>
                      <a:lnTo>
                        <a:pt x="815401" y="146590"/>
                      </a:lnTo>
                      <a:cubicBezTo>
                        <a:pt x="837944" y="186055"/>
                        <a:pt x="837880" y="234887"/>
                        <a:pt x="815179" y="274193"/>
                      </a:cubicBezTo>
                      <a:lnTo>
                        <a:pt x="321022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105" y="1194118"/>
                        <a:pt x="209929" y="1194118"/>
                      </a:cubicBezTo>
                      <a:cubicBezTo>
                        <a:pt x="187831" y="1194118"/>
                        <a:pt x="165860" y="1188149"/>
                        <a:pt x="146302" y="1176877"/>
                      </a:cubicBezTo>
                      <a:cubicBezTo>
                        <a:pt x="116711" y="1159796"/>
                        <a:pt x="95565" y="1132237"/>
                        <a:pt x="86707" y="1099249"/>
                      </a:cubicBezTo>
                      <a:cubicBezTo>
                        <a:pt x="77880" y="1066229"/>
                        <a:pt x="82421" y="1031780"/>
                        <a:pt x="99502" y="1002189"/>
                      </a:cubicBezTo>
                      <a:lnTo>
                        <a:pt x="593627" y="146336"/>
                      </a:lnTo>
                      <a:cubicBezTo>
                        <a:pt x="610709" y="116777"/>
                        <a:pt x="638268" y="95599"/>
                        <a:pt x="671288" y="86741"/>
                      </a:cubicBezTo>
                      <a:cubicBezTo>
                        <a:pt x="682305" y="83788"/>
                        <a:pt x="693577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9"/>
                        <a:pt x="522380" y="105220"/>
                      </a:cubicBezTo>
                      <a:lnTo>
                        <a:pt x="28255" y="961041"/>
                      </a:lnTo>
                      <a:cubicBezTo>
                        <a:pt x="188" y="1009650"/>
                        <a:pt x="-7273" y="1066324"/>
                        <a:pt x="7237" y="1120553"/>
                      </a:cubicBezTo>
                      <a:cubicBezTo>
                        <a:pt x="21778" y="1174814"/>
                        <a:pt x="56545" y="1220121"/>
                        <a:pt x="105185" y="1248188"/>
                      </a:cubicBezTo>
                      <a:cubicBezTo>
                        <a:pt x="137570" y="1266889"/>
                        <a:pt x="173511" y="1276445"/>
                        <a:pt x="209929" y="1276445"/>
                      </a:cubicBezTo>
                      <a:cubicBezTo>
                        <a:pt x="228185" y="1276445"/>
                        <a:pt x="246568" y="1274032"/>
                        <a:pt x="264666" y="1269206"/>
                      </a:cubicBezTo>
                      <a:cubicBezTo>
                        <a:pt x="318895" y="1254665"/>
                        <a:pt x="364234" y="1219899"/>
                        <a:pt x="392301" y="1171258"/>
                      </a:cubicBezTo>
                      <a:lnTo>
                        <a:pt x="886426" y="315405"/>
                      </a:lnTo>
                      <a:cubicBezTo>
                        <a:pt x="923859" y="250571"/>
                        <a:pt x="923827" y="169926"/>
                        <a:pt x="886363" y="105029"/>
                      </a:cubicBezTo>
                      <a:cubicBezTo>
                        <a:pt x="886363" y="104997"/>
                        <a:pt x="886331" y="104965"/>
                        <a:pt x="886331" y="104965"/>
                      </a:cubicBezTo>
                      <a:cubicBezTo>
                        <a:pt x="867979" y="73215"/>
                        <a:pt x="841404" y="46672"/>
                        <a:pt x="809496" y="28258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4" name="Google Shape;114;p47"/>
                <p:cNvSpPr/>
                <p:nvPr/>
              </p:nvSpPr>
              <p:spPr>
                <a:xfrm>
                  <a:off x="9005711" y="2780664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8" y="82296"/>
                      </a:moveTo>
                      <a:cubicBezTo>
                        <a:pt x="315966" y="82296"/>
                        <a:pt x="335619" y="87281"/>
                        <a:pt x="353558" y="97092"/>
                      </a:cubicBezTo>
                      <a:cubicBezTo>
                        <a:pt x="373243" y="107982"/>
                        <a:pt x="389690" y="123635"/>
                        <a:pt x="401279" y="142462"/>
                      </a:cubicBezTo>
                      <a:lnTo>
                        <a:pt x="402898" y="145256"/>
                      </a:lnTo>
                      <a:cubicBezTo>
                        <a:pt x="425726" y="184753"/>
                        <a:pt x="425726" y="233807"/>
                        <a:pt x="402961" y="273272"/>
                      </a:cubicBezTo>
                      <a:lnTo>
                        <a:pt x="320856" y="415480"/>
                      </a:lnTo>
                      <a:cubicBezTo>
                        <a:pt x="303711" y="445199"/>
                        <a:pt x="276025" y="466376"/>
                        <a:pt x="242814" y="475170"/>
                      </a:cubicBezTo>
                      <a:cubicBezTo>
                        <a:pt x="231924" y="478060"/>
                        <a:pt x="220812" y="479552"/>
                        <a:pt x="209762" y="479552"/>
                      </a:cubicBezTo>
                      <a:cubicBezTo>
                        <a:pt x="187474" y="479552"/>
                        <a:pt x="165249" y="473456"/>
                        <a:pt x="145564" y="461963"/>
                      </a:cubicBezTo>
                      <a:cubicBezTo>
                        <a:pt x="84985" y="426561"/>
                        <a:pt x="64252" y="348329"/>
                        <a:pt x="99336" y="287592"/>
                      </a:cubicBezTo>
                      <a:lnTo>
                        <a:pt x="178774" y="149987"/>
                      </a:lnTo>
                      <a:cubicBezTo>
                        <a:pt x="202873" y="108268"/>
                        <a:pt x="247481" y="82296"/>
                        <a:pt x="295138" y="82296"/>
                      </a:cubicBezTo>
                      <a:moveTo>
                        <a:pt x="295138" y="0"/>
                      </a:moveTo>
                      <a:cubicBezTo>
                        <a:pt x="220907" y="0"/>
                        <a:pt x="147564" y="39433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3"/>
                        <a:pt x="4531" y="474917"/>
                        <a:pt x="104035" y="533051"/>
                      </a:cubicBezTo>
                      <a:cubicBezTo>
                        <a:pt x="136706" y="552101"/>
                        <a:pt x="172964" y="561880"/>
                        <a:pt x="209762" y="561880"/>
                      </a:cubicBezTo>
                      <a:cubicBezTo>
                        <a:pt x="227828" y="561880"/>
                        <a:pt x="246053" y="559530"/>
                        <a:pt x="263992" y="554736"/>
                      </a:cubicBezTo>
                      <a:cubicBezTo>
                        <a:pt x="318411" y="540322"/>
                        <a:pt x="363941" y="505492"/>
                        <a:pt x="392135" y="456660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21" y="8033"/>
                        <a:pt x="328635" y="0"/>
                        <a:pt x="295138" y="0"/>
                      </a:cubicBezTo>
                      <a:lnTo>
                        <a:pt x="29513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5" name="Google Shape;115;p47"/>
                <p:cNvSpPr/>
                <p:nvPr/>
              </p:nvSpPr>
              <p:spPr>
                <a:xfrm>
                  <a:off x="7712590" y="3422618"/>
                  <a:ext cx="1424459" cy="2159285"/>
                </a:xfrm>
                <a:custGeom>
                  <a:rect b="b" l="l" r="r" t="t"/>
                  <a:pathLst>
                    <a:path extrusionOk="0" h="2159285" w="1424459">
                      <a:moveTo>
                        <a:pt x="1214499" y="82296"/>
                      </a:moveTo>
                      <a:cubicBezTo>
                        <a:pt x="1236597" y="82296"/>
                        <a:pt x="1258600" y="88265"/>
                        <a:pt x="1278126" y="99536"/>
                      </a:cubicBezTo>
                      <a:cubicBezTo>
                        <a:pt x="1307717" y="116618"/>
                        <a:pt x="1328862" y="144209"/>
                        <a:pt x="1337721" y="177197"/>
                      </a:cubicBezTo>
                      <a:cubicBezTo>
                        <a:pt x="1346547" y="210185"/>
                        <a:pt x="1342007" y="244666"/>
                        <a:pt x="1324925" y="274257"/>
                      </a:cubicBezTo>
                      <a:lnTo>
                        <a:pt x="321054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7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7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6" y="1885061"/>
                      </a:cubicBezTo>
                      <a:lnTo>
                        <a:pt x="1103437" y="146336"/>
                      </a:lnTo>
                      <a:cubicBezTo>
                        <a:pt x="1120519" y="116745"/>
                        <a:pt x="1148110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2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4" y="56579"/>
                        <a:pt x="1032127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196"/>
                        <a:pt x="7237" y="2003457"/>
                      </a:cubicBezTo>
                      <a:cubicBezTo>
                        <a:pt x="21778" y="2057686"/>
                        <a:pt x="56544" y="2103025"/>
                        <a:pt x="105154" y="2131092"/>
                      </a:cubicBezTo>
                      <a:cubicBezTo>
                        <a:pt x="137062" y="2149539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30"/>
                      </a:cubicBezTo>
                      <a:lnTo>
                        <a:pt x="1396204" y="315404"/>
                      </a:lnTo>
                      <a:cubicBezTo>
                        <a:pt x="1424271" y="266764"/>
                        <a:pt x="1431732" y="210122"/>
                        <a:pt x="1417222" y="155892"/>
                      </a:cubicBezTo>
                      <a:cubicBezTo>
                        <a:pt x="1402681" y="101664"/>
                        <a:pt x="1367915" y="56324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6" name="Google Shape;116;p47"/>
                <p:cNvSpPr/>
                <p:nvPr/>
              </p:nvSpPr>
              <p:spPr>
                <a:xfrm>
                  <a:off x="6543364" y="6330632"/>
                  <a:ext cx="914512" cy="1276476"/>
                </a:xfrm>
                <a:custGeom>
                  <a:rect b="b" l="l" r="r" t="t"/>
                  <a:pathLst>
                    <a:path extrusionOk="0" h="1276476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0" y="110744"/>
                        <a:pt x="803971" y="126873"/>
                        <a:pt x="815115" y="146145"/>
                      </a:cubicBezTo>
                      <a:lnTo>
                        <a:pt x="815370" y="146590"/>
                      </a:lnTo>
                      <a:cubicBezTo>
                        <a:pt x="837976" y="186055"/>
                        <a:pt x="837912" y="234918"/>
                        <a:pt x="815211" y="274257"/>
                      </a:cubicBezTo>
                      <a:lnTo>
                        <a:pt x="321085" y="1130110"/>
                      </a:lnTo>
                      <a:cubicBezTo>
                        <a:pt x="304004" y="1159700"/>
                        <a:pt x="276445" y="1180846"/>
                        <a:pt x="243425" y="1189705"/>
                      </a:cubicBezTo>
                      <a:cubicBezTo>
                        <a:pt x="232408" y="1192657"/>
                        <a:pt x="221136" y="1194149"/>
                        <a:pt x="209960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7"/>
                        <a:pt x="95597" y="1132237"/>
                        <a:pt x="86770" y="1099249"/>
                      </a:cubicBezTo>
                      <a:cubicBezTo>
                        <a:pt x="77944" y="1066228"/>
                        <a:pt x="82452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2" y="116777"/>
                        <a:pt x="638332" y="95599"/>
                        <a:pt x="671351" y="86741"/>
                      </a:cubicBezTo>
                      <a:cubicBezTo>
                        <a:pt x="682369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5" y="2413"/>
                        <a:pt x="650015" y="7270"/>
                      </a:cubicBezTo>
                      <a:cubicBezTo>
                        <a:pt x="595786" y="21812"/>
                        <a:pt x="550447" y="56578"/>
                        <a:pt x="522380" y="105220"/>
                      </a:cubicBezTo>
                      <a:lnTo>
                        <a:pt x="28255" y="961073"/>
                      </a:lnTo>
                      <a:cubicBezTo>
                        <a:pt x="188" y="1009681"/>
                        <a:pt x="-7273" y="1066356"/>
                        <a:pt x="7237" y="1120585"/>
                      </a:cubicBezTo>
                      <a:cubicBezTo>
                        <a:pt x="21778" y="1174845"/>
                        <a:pt x="56544" y="1220152"/>
                        <a:pt x="105185" y="1248220"/>
                      </a:cubicBezTo>
                      <a:cubicBezTo>
                        <a:pt x="137570" y="1266920"/>
                        <a:pt x="173511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7" y="1269206"/>
                      </a:cubicBezTo>
                      <a:cubicBezTo>
                        <a:pt x="318926" y="1254665"/>
                        <a:pt x="364265" y="1219899"/>
                        <a:pt x="392332" y="1171258"/>
                      </a:cubicBezTo>
                      <a:lnTo>
                        <a:pt x="886458" y="315404"/>
                      </a:lnTo>
                      <a:cubicBezTo>
                        <a:pt x="923891" y="250571"/>
                        <a:pt x="923859" y="169926"/>
                        <a:pt x="886394" y="105029"/>
                      </a:cubicBezTo>
                      <a:cubicBezTo>
                        <a:pt x="886394" y="104997"/>
                        <a:pt x="886362" y="104965"/>
                        <a:pt x="886362" y="104965"/>
                      </a:cubicBezTo>
                      <a:cubicBezTo>
                        <a:pt x="868011" y="73215"/>
                        <a:pt x="841436" y="46704"/>
                        <a:pt x="809527" y="28258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17" name="Google Shape;117;p47"/>
                <p:cNvSpPr/>
                <p:nvPr/>
              </p:nvSpPr>
              <p:spPr>
                <a:xfrm>
                  <a:off x="7341632" y="5662961"/>
                  <a:ext cx="502273" cy="561847"/>
                </a:xfrm>
                <a:custGeom>
                  <a:rect b="b" l="l" r="r" t="t"/>
                  <a:pathLst>
                    <a:path extrusionOk="0" h="561847" w="502273">
                      <a:moveTo>
                        <a:pt x="295074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4" y="108458"/>
                        <a:pt x="391244" y="125063"/>
                        <a:pt x="402865" y="145193"/>
                      </a:cubicBezTo>
                      <a:lnTo>
                        <a:pt x="403150" y="145669"/>
                      </a:lnTo>
                      <a:cubicBezTo>
                        <a:pt x="425725" y="185103"/>
                        <a:pt x="425661" y="233966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4" y="466408"/>
                        <a:pt x="242877" y="475202"/>
                      </a:cubicBezTo>
                      <a:cubicBezTo>
                        <a:pt x="231955" y="478091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4" y="462026"/>
                      </a:cubicBezTo>
                      <a:cubicBezTo>
                        <a:pt x="85015" y="426625"/>
                        <a:pt x="64251" y="348393"/>
                        <a:pt x="99335" y="287655"/>
                      </a:cubicBezTo>
                      <a:lnTo>
                        <a:pt x="178805" y="150019"/>
                      </a:lnTo>
                      <a:cubicBezTo>
                        <a:pt x="202871" y="108236"/>
                        <a:pt x="247449" y="82328"/>
                        <a:pt x="295074" y="82328"/>
                      </a:cubicBezTo>
                      <a:moveTo>
                        <a:pt x="295074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8"/>
                        <a:pt x="263959" y="554736"/>
                      </a:cubicBezTo>
                      <a:cubicBezTo>
                        <a:pt x="318410" y="540290"/>
                        <a:pt x="363939" y="505460"/>
                        <a:pt x="392102" y="456660"/>
                      </a:cubicBezTo>
                      <a:lnTo>
                        <a:pt x="474207" y="314452"/>
                      </a:lnTo>
                      <a:cubicBezTo>
                        <a:pt x="511640" y="249618"/>
                        <a:pt x="511640" y="169005"/>
                        <a:pt x="474143" y="104077"/>
                      </a:cubicBezTo>
                      <a:cubicBezTo>
                        <a:pt x="474143" y="104045"/>
                        <a:pt x="474112" y="104013"/>
                        <a:pt x="474112" y="104013"/>
                      </a:cubicBezTo>
                      <a:cubicBezTo>
                        <a:pt x="454935" y="70834"/>
                        <a:pt x="426963" y="43529"/>
                        <a:pt x="393149" y="24987"/>
                      </a:cubicBezTo>
                      <a:cubicBezTo>
                        <a:pt x="362256" y="8065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18" name="Google Shape;118;p47"/>
              <p:cNvGrpSpPr/>
              <p:nvPr/>
            </p:nvGrpSpPr>
            <p:grpSpPr>
              <a:xfrm>
                <a:off x="6314320" y="-916368"/>
                <a:ext cx="4666886" cy="7775669"/>
                <a:chOff x="6314320" y="-916368"/>
                <a:chExt cx="4666886" cy="7775669"/>
              </a:xfrm>
            </p:grpSpPr>
            <p:sp>
              <p:nvSpPr>
                <p:cNvPr id="119" name="Google Shape;119;p47"/>
                <p:cNvSpPr/>
                <p:nvPr/>
              </p:nvSpPr>
              <p:spPr>
                <a:xfrm>
                  <a:off x="8110173" y="2135123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328"/>
                      </a:moveTo>
                      <a:cubicBezTo>
                        <a:pt x="921595" y="82328"/>
                        <a:pt x="943598" y="88265"/>
                        <a:pt x="963093" y="99536"/>
                      </a:cubicBezTo>
                      <a:cubicBezTo>
                        <a:pt x="982492" y="110744"/>
                        <a:pt x="998685" y="126905"/>
                        <a:pt x="1009892" y="146272"/>
                      </a:cubicBezTo>
                      <a:cubicBezTo>
                        <a:pt x="1021005" y="165481"/>
                        <a:pt x="1026910" y="187643"/>
                        <a:pt x="1026910" y="210407"/>
                      </a:cubicBezTo>
                      <a:cubicBezTo>
                        <a:pt x="1026974" y="232823"/>
                        <a:pt x="1021068" y="254889"/>
                        <a:pt x="1009924" y="274257"/>
                      </a:cubicBezTo>
                      <a:lnTo>
                        <a:pt x="321076" y="1467358"/>
                      </a:lnTo>
                      <a:cubicBezTo>
                        <a:pt x="303995" y="1496917"/>
                        <a:pt x="276404" y="1518095"/>
                        <a:pt x="243415" y="1526921"/>
                      </a:cubicBezTo>
                      <a:cubicBezTo>
                        <a:pt x="232398" y="1529874"/>
                        <a:pt x="221127" y="1531366"/>
                        <a:pt x="209951" y="1531366"/>
                      </a:cubicBezTo>
                      <a:cubicBezTo>
                        <a:pt x="187853" y="1531366"/>
                        <a:pt x="165850" y="1525429"/>
                        <a:pt x="146356" y="1514158"/>
                      </a:cubicBezTo>
                      <a:cubicBezTo>
                        <a:pt x="116765" y="1497076"/>
                        <a:pt x="95619" y="1469486"/>
                        <a:pt x="86793" y="1436497"/>
                      </a:cubicBezTo>
                      <a:cubicBezTo>
                        <a:pt x="77934" y="1403477"/>
                        <a:pt x="82475" y="1369029"/>
                        <a:pt x="99556" y="1339437"/>
                      </a:cubicBezTo>
                      <a:lnTo>
                        <a:pt x="788404" y="146336"/>
                      </a:lnTo>
                      <a:cubicBezTo>
                        <a:pt x="805486" y="116777"/>
                        <a:pt x="833045" y="95599"/>
                        <a:pt x="866065" y="86773"/>
                      </a:cubicBezTo>
                      <a:cubicBezTo>
                        <a:pt x="877050" y="83820"/>
                        <a:pt x="888321" y="82328"/>
                        <a:pt x="899498" y="82328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1"/>
                        <a:pt x="745161" y="56547"/>
                        <a:pt x="717094" y="105156"/>
                      </a:cubicBezTo>
                      <a:lnTo>
                        <a:pt x="28246" y="1298258"/>
                      </a:lnTo>
                      <a:cubicBezTo>
                        <a:pt x="179" y="1346867"/>
                        <a:pt x="-7282" y="1403541"/>
                        <a:pt x="7259" y="1457770"/>
                      </a:cubicBezTo>
                      <a:cubicBezTo>
                        <a:pt x="21800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6" y="1613630"/>
                        <a:pt x="246559" y="1611217"/>
                        <a:pt x="264688" y="1606392"/>
                      </a:cubicBezTo>
                      <a:cubicBezTo>
                        <a:pt x="318917" y="1591850"/>
                        <a:pt x="364256" y="1557084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6" y="210185"/>
                      </a:cubicBezTo>
                      <a:cubicBezTo>
                        <a:pt x="1109175" y="173895"/>
                        <a:pt x="1099840" y="137382"/>
                        <a:pt x="1081107" y="105029"/>
                      </a:cubicBezTo>
                      <a:cubicBezTo>
                        <a:pt x="1062724" y="73279"/>
                        <a:pt x="1036150" y="46641"/>
                        <a:pt x="1004241" y="28226"/>
                      </a:cubicBezTo>
                      <a:cubicBezTo>
                        <a:pt x="971856" y="9557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0" name="Google Shape;120;p47"/>
                <p:cNvSpPr/>
                <p:nvPr/>
              </p:nvSpPr>
              <p:spPr>
                <a:xfrm>
                  <a:off x="9101938" y="978916"/>
                  <a:ext cx="784972" cy="1052163"/>
                </a:xfrm>
                <a:custGeom>
                  <a:rect b="b" l="l" r="r" t="t"/>
                  <a:pathLst>
                    <a:path extrusionOk="0" h="1052163" w="784972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604" y="110363"/>
                        <a:pt x="673320" y="125730"/>
                        <a:pt x="684401" y="144082"/>
                      </a:cubicBezTo>
                      <a:lnTo>
                        <a:pt x="684464" y="144208"/>
                      </a:lnTo>
                      <a:lnTo>
                        <a:pt x="685829" y="146526"/>
                      </a:lnTo>
                      <a:cubicBezTo>
                        <a:pt x="708435" y="185991"/>
                        <a:pt x="708404" y="234886"/>
                        <a:pt x="685671" y="274225"/>
                      </a:cubicBezTo>
                      <a:lnTo>
                        <a:pt x="321054" y="905764"/>
                      </a:lnTo>
                      <a:cubicBezTo>
                        <a:pt x="303972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6" y="969804"/>
                        <a:pt x="209960" y="969804"/>
                      </a:cubicBezTo>
                      <a:cubicBezTo>
                        <a:pt x="187862" y="969804"/>
                        <a:pt x="165891" y="963835"/>
                        <a:pt x="146365" y="952595"/>
                      </a:cubicBezTo>
                      <a:cubicBezTo>
                        <a:pt x="116774" y="935514"/>
                        <a:pt x="95597" y="907923"/>
                        <a:pt x="86770" y="874935"/>
                      </a:cubicBezTo>
                      <a:cubicBezTo>
                        <a:pt x="77944" y="841915"/>
                        <a:pt x="82484" y="807466"/>
                        <a:pt x="99566" y="777875"/>
                      </a:cubicBezTo>
                      <a:lnTo>
                        <a:pt x="464183" y="146336"/>
                      </a:lnTo>
                      <a:cubicBezTo>
                        <a:pt x="481264" y="116745"/>
                        <a:pt x="508823" y="95599"/>
                        <a:pt x="541843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6" y="2413"/>
                        <a:pt x="520507" y="7271"/>
                      </a:cubicBezTo>
                      <a:cubicBezTo>
                        <a:pt x="466278" y="21812"/>
                        <a:pt x="420939" y="56579"/>
                        <a:pt x="392872" y="105219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7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1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66" y="1044892"/>
                      </a:cubicBezTo>
                      <a:cubicBezTo>
                        <a:pt x="318895" y="1030351"/>
                        <a:pt x="364234" y="995585"/>
                        <a:pt x="392301" y="946944"/>
                      </a:cubicBezTo>
                      <a:lnTo>
                        <a:pt x="756918" y="315405"/>
                      </a:lnTo>
                      <a:cubicBezTo>
                        <a:pt x="794351" y="250571"/>
                        <a:pt x="794319" y="169958"/>
                        <a:pt x="756854" y="105029"/>
                      </a:cubicBezTo>
                      <a:cubicBezTo>
                        <a:pt x="756854" y="104997"/>
                        <a:pt x="756823" y="104965"/>
                        <a:pt x="756823" y="104965"/>
                      </a:cubicBezTo>
                      <a:cubicBezTo>
                        <a:pt x="738471" y="73215"/>
                        <a:pt x="711896" y="46704"/>
                        <a:pt x="679987" y="28257"/>
                      </a:cubicBezTo>
                      <a:cubicBezTo>
                        <a:pt x="647634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1" name="Google Shape;121;p47"/>
                <p:cNvSpPr/>
                <p:nvPr/>
              </p:nvSpPr>
              <p:spPr>
                <a:xfrm>
                  <a:off x="10154546" y="-916368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00" y="82296"/>
                      </a:moveTo>
                      <a:cubicBezTo>
                        <a:pt x="638998" y="82296"/>
                        <a:pt x="660969" y="88265"/>
                        <a:pt x="680495" y="99536"/>
                      </a:cubicBezTo>
                      <a:cubicBezTo>
                        <a:pt x="699926" y="110744"/>
                        <a:pt x="716087" y="126873"/>
                        <a:pt x="727231" y="146145"/>
                      </a:cubicBezTo>
                      <a:lnTo>
                        <a:pt x="727327" y="146304"/>
                      </a:lnTo>
                      <a:lnTo>
                        <a:pt x="727422" y="146463"/>
                      </a:lnTo>
                      <a:lnTo>
                        <a:pt x="727708" y="146939"/>
                      </a:lnTo>
                      <a:cubicBezTo>
                        <a:pt x="750123" y="186341"/>
                        <a:pt x="749996" y="235045"/>
                        <a:pt x="727359" y="274288"/>
                      </a:cubicBezTo>
                      <a:lnTo>
                        <a:pt x="321053" y="977900"/>
                      </a:lnTo>
                      <a:cubicBezTo>
                        <a:pt x="303972" y="1007491"/>
                        <a:pt x="276413" y="1028637"/>
                        <a:pt x="243393" y="1037495"/>
                      </a:cubicBezTo>
                      <a:cubicBezTo>
                        <a:pt x="232376" y="1040448"/>
                        <a:pt x="221105" y="1041940"/>
                        <a:pt x="209928" y="1041940"/>
                      </a:cubicBezTo>
                      <a:cubicBezTo>
                        <a:pt x="187831" y="1041940"/>
                        <a:pt x="165859" y="1035971"/>
                        <a:pt x="146334" y="1024700"/>
                      </a:cubicBezTo>
                      <a:cubicBezTo>
                        <a:pt x="116742" y="1007618"/>
                        <a:pt x="95565" y="980027"/>
                        <a:pt x="86739" y="947071"/>
                      </a:cubicBezTo>
                      <a:cubicBezTo>
                        <a:pt x="77912" y="914051"/>
                        <a:pt x="82421" y="879570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5"/>
                        <a:pt x="550447" y="95599"/>
                        <a:pt x="583467" y="86741"/>
                      </a:cubicBezTo>
                      <a:cubicBezTo>
                        <a:pt x="594484" y="83788"/>
                        <a:pt x="605724" y="82296"/>
                        <a:pt x="616900" y="82296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31" y="7271"/>
                      </a:cubicBezTo>
                      <a:cubicBezTo>
                        <a:pt x="507902" y="21812"/>
                        <a:pt x="462563" y="56579"/>
                        <a:pt x="434496" y="105220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14"/>
                        <a:pt x="7237" y="968375"/>
                      </a:cubicBezTo>
                      <a:cubicBezTo>
                        <a:pt x="21778" y="1022636"/>
                        <a:pt x="56576" y="1067943"/>
                        <a:pt x="105185" y="1096010"/>
                      </a:cubicBezTo>
                      <a:cubicBezTo>
                        <a:pt x="137570" y="1114711"/>
                        <a:pt x="173511" y="1124268"/>
                        <a:pt x="209928" y="1124268"/>
                      </a:cubicBezTo>
                      <a:cubicBezTo>
                        <a:pt x="228185" y="1124268"/>
                        <a:pt x="246568" y="1121855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405"/>
                      </a:lnTo>
                      <a:cubicBezTo>
                        <a:pt x="836039" y="250571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8" y="73215"/>
                        <a:pt x="753584" y="46672"/>
                        <a:pt x="721675" y="28257"/>
                      </a:cubicBezTo>
                      <a:cubicBezTo>
                        <a:pt x="689259" y="9557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2" name="Google Shape;122;p47"/>
                <p:cNvSpPr/>
                <p:nvPr/>
              </p:nvSpPr>
              <p:spPr>
                <a:xfrm>
                  <a:off x="9769713" y="312927"/>
                  <a:ext cx="502305" cy="561847"/>
                </a:xfrm>
                <a:custGeom>
                  <a:rect b="b" l="l" r="r" t="t"/>
                  <a:pathLst>
                    <a:path extrusionOk="0" h="561847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5" y="108490"/>
                        <a:pt x="391244" y="125063"/>
                        <a:pt x="402865" y="145193"/>
                      </a:cubicBezTo>
                      <a:lnTo>
                        <a:pt x="403151" y="145701"/>
                      </a:lnTo>
                      <a:lnTo>
                        <a:pt x="403151" y="145733"/>
                      </a:lnTo>
                      <a:cubicBezTo>
                        <a:pt x="425693" y="185166"/>
                        <a:pt x="425629" y="233997"/>
                        <a:pt x="402928" y="273336"/>
                      </a:cubicBezTo>
                      <a:lnTo>
                        <a:pt x="320823" y="415576"/>
                      </a:lnTo>
                      <a:cubicBezTo>
                        <a:pt x="303678" y="445262"/>
                        <a:pt x="275992" y="466439"/>
                        <a:pt x="242845" y="475234"/>
                      </a:cubicBezTo>
                      <a:cubicBezTo>
                        <a:pt x="231923" y="478123"/>
                        <a:pt x="220779" y="479616"/>
                        <a:pt x="209698" y="479616"/>
                      </a:cubicBezTo>
                      <a:cubicBezTo>
                        <a:pt x="187409" y="479616"/>
                        <a:pt x="165216" y="473551"/>
                        <a:pt x="145563" y="462058"/>
                      </a:cubicBezTo>
                      <a:cubicBezTo>
                        <a:pt x="84984" y="426657"/>
                        <a:pt x="64219" y="348425"/>
                        <a:pt x="99303" y="287687"/>
                      </a:cubicBezTo>
                      <a:lnTo>
                        <a:pt x="178773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6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3" name="Google Shape;123;p47"/>
                <p:cNvSpPr/>
                <p:nvPr/>
              </p:nvSpPr>
              <p:spPr>
                <a:xfrm>
                  <a:off x="7740740" y="3829081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57" y="82328"/>
                      </a:moveTo>
                      <a:cubicBezTo>
                        <a:pt x="313160" y="82328"/>
                        <a:pt x="334909" y="88106"/>
                        <a:pt x="354054" y="99028"/>
                      </a:cubicBezTo>
                      <a:cubicBezTo>
                        <a:pt x="383835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23" y="455740"/>
                        <a:pt x="254041" y="480251"/>
                        <a:pt x="208385" y="480251"/>
                      </a:cubicBezTo>
                      <a:lnTo>
                        <a:pt x="207369" y="480251"/>
                      </a:lnTo>
                      <a:cubicBezTo>
                        <a:pt x="184445" y="480060"/>
                        <a:pt x="161903" y="473615"/>
                        <a:pt x="142091" y="461613"/>
                      </a:cubicBezTo>
                      <a:cubicBezTo>
                        <a:pt x="114087" y="444595"/>
                        <a:pt x="94180" y="416909"/>
                        <a:pt x="86116" y="383635"/>
                      </a:cubicBezTo>
                      <a:cubicBezTo>
                        <a:pt x="77861" y="349567"/>
                        <a:pt x="82941" y="314134"/>
                        <a:pt x="100435" y="283813"/>
                      </a:cubicBezTo>
                      <a:lnTo>
                        <a:pt x="179905" y="146177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1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8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91"/>
                      </a:cubicBezTo>
                      <a:cubicBezTo>
                        <a:pt x="362150" y="8858"/>
                        <a:pt x="326432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4" name="Google Shape;124;p47"/>
                <p:cNvSpPr/>
                <p:nvPr/>
              </p:nvSpPr>
              <p:spPr>
                <a:xfrm>
                  <a:off x="6314320" y="5735034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549" y="146653"/>
                      </a:lnTo>
                      <a:cubicBezTo>
                        <a:pt x="750091" y="186118"/>
                        <a:pt x="750028" y="234950"/>
                        <a:pt x="727327" y="274256"/>
                      </a:cubicBezTo>
                      <a:lnTo>
                        <a:pt x="321054" y="977932"/>
                      </a:lnTo>
                      <a:cubicBezTo>
                        <a:pt x="303972" y="1007522"/>
                        <a:pt x="276413" y="1028668"/>
                        <a:pt x="243393" y="1037527"/>
                      </a:cubicBezTo>
                      <a:cubicBezTo>
                        <a:pt x="232376" y="1040479"/>
                        <a:pt x="221105" y="1041971"/>
                        <a:pt x="209929" y="1041971"/>
                      </a:cubicBezTo>
                      <a:cubicBezTo>
                        <a:pt x="187831" y="1041971"/>
                        <a:pt x="165860" y="1036003"/>
                        <a:pt x="146333" y="1024731"/>
                      </a:cubicBezTo>
                      <a:cubicBezTo>
                        <a:pt x="116742" y="1007649"/>
                        <a:pt x="95565" y="980059"/>
                        <a:pt x="86739" y="947103"/>
                      </a:cubicBezTo>
                      <a:cubicBezTo>
                        <a:pt x="77912" y="914082"/>
                        <a:pt x="82452" y="879602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4"/>
                        <a:pt x="550447" y="95599"/>
                        <a:pt x="583467" y="86741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6" y="0"/>
                        <a:pt x="580292" y="2413"/>
                        <a:pt x="562163" y="7270"/>
                      </a:cubicBezTo>
                      <a:cubicBezTo>
                        <a:pt x="507934" y="21812"/>
                        <a:pt x="462595" y="56578"/>
                        <a:pt x="434528" y="105219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46"/>
                        <a:pt x="7237" y="968375"/>
                      </a:cubicBezTo>
                      <a:cubicBezTo>
                        <a:pt x="21778" y="1022635"/>
                        <a:pt x="56576" y="1067943"/>
                        <a:pt x="105185" y="1096010"/>
                      </a:cubicBezTo>
                      <a:cubicBezTo>
                        <a:pt x="137570" y="1114710"/>
                        <a:pt x="173511" y="1124267"/>
                        <a:pt x="209929" y="1124267"/>
                      </a:cubicBezTo>
                      <a:cubicBezTo>
                        <a:pt x="228185" y="1124267"/>
                        <a:pt x="246568" y="1121854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373"/>
                      </a:lnTo>
                      <a:cubicBezTo>
                        <a:pt x="836039" y="250539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9" y="73215"/>
                        <a:pt x="753584" y="46704"/>
                        <a:pt x="721675" y="28257"/>
                      </a:cubicBezTo>
                      <a:cubicBezTo>
                        <a:pt x="689290" y="9556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5" name="Google Shape;125;p47"/>
                <p:cNvSpPr/>
                <p:nvPr/>
              </p:nvSpPr>
              <p:spPr>
                <a:xfrm>
                  <a:off x="7011411" y="4471955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328"/>
                      </a:moveTo>
                      <a:cubicBezTo>
                        <a:pt x="671332" y="82328"/>
                        <a:pt x="693080" y="88106"/>
                        <a:pt x="712226" y="99028"/>
                      </a:cubicBezTo>
                      <a:cubicBezTo>
                        <a:pt x="742007" y="116015"/>
                        <a:pt x="763343" y="143605"/>
                        <a:pt x="772297" y="176689"/>
                      </a:cubicBezTo>
                      <a:cubicBezTo>
                        <a:pt x="781250" y="209804"/>
                        <a:pt x="776742" y="244380"/>
                        <a:pt x="759597" y="274066"/>
                      </a:cubicBezTo>
                      <a:lnTo>
                        <a:pt x="319319" y="1036669"/>
                      </a:lnTo>
                      <a:cubicBezTo>
                        <a:pt x="296618" y="1076008"/>
                        <a:pt x="254295" y="1100487"/>
                        <a:pt x="208829" y="1100646"/>
                      </a:cubicBezTo>
                      <a:lnTo>
                        <a:pt x="208353" y="1100646"/>
                      </a:lnTo>
                      <a:lnTo>
                        <a:pt x="208036" y="1100646"/>
                      </a:lnTo>
                      <a:cubicBezTo>
                        <a:pt x="184890" y="1100582"/>
                        <a:pt x="162125" y="1094137"/>
                        <a:pt x="142123" y="1081977"/>
                      </a:cubicBezTo>
                      <a:cubicBezTo>
                        <a:pt x="114119" y="1064990"/>
                        <a:pt x="94244" y="1037272"/>
                        <a:pt x="86147" y="1003998"/>
                      </a:cubicBezTo>
                      <a:cubicBezTo>
                        <a:pt x="77892" y="969931"/>
                        <a:pt x="82972" y="934498"/>
                        <a:pt x="100467" y="904177"/>
                      </a:cubicBezTo>
                      <a:lnTo>
                        <a:pt x="538109" y="146145"/>
                      </a:lnTo>
                      <a:cubicBezTo>
                        <a:pt x="560810" y="106775"/>
                        <a:pt x="603418" y="82328"/>
                        <a:pt x="649329" y="82328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1"/>
                      </a:cubicBezTo>
                      <a:cubicBezTo>
                        <a:pt x="208321" y="1182941"/>
                        <a:pt x="208353" y="1182941"/>
                        <a:pt x="208353" y="1182941"/>
                      </a:cubicBezTo>
                      <a:cubicBezTo>
                        <a:pt x="208385" y="1182941"/>
                        <a:pt x="208385" y="1182941"/>
                        <a:pt x="208417" y="1182941"/>
                      </a:cubicBezTo>
                      <a:cubicBezTo>
                        <a:pt x="283378" y="1182941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4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4" y="27559"/>
                      </a:cubicBezTo>
                      <a:cubicBezTo>
                        <a:pt x="720290" y="8890"/>
                        <a:pt x="684571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26" name="Google Shape;126;p47"/>
              <p:cNvGrpSpPr/>
              <p:nvPr/>
            </p:nvGrpSpPr>
            <p:grpSpPr>
              <a:xfrm>
                <a:off x="16376363" y="4795773"/>
                <a:ext cx="1879455" cy="2947194"/>
                <a:chOff x="16376363" y="4795773"/>
                <a:chExt cx="1879455" cy="2947194"/>
              </a:xfrm>
            </p:grpSpPr>
            <p:sp>
              <p:nvSpPr>
                <p:cNvPr id="127" name="Google Shape;127;p47"/>
                <p:cNvSpPr/>
                <p:nvPr/>
              </p:nvSpPr>
              <p:spPr>
                <a:xfrm>
                  <a:off x="16376363" y="6690900"/>
                  <a:ext cx="785157" cy="1052067"/>
                </a:xfrm>
                <a:custGeom>
                  <a:rect b="b" l="l" r="r" t="t"/>
                  <a:pathLst>
                    <a:path extrusionOk="0" h="1052067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80" y="99504"/>
                      </a:cubicBezTo>
                      <a:cubicBezTo>
                        <a:pt x="668438" y="116586"/>
                        <a:pt x="689616" y="144145"/>
                        <a:pt x="698443" y="177164"/>
                      </a:cubicBezTo>
                      <a:cubicBezTo>
                        <a:pt x="707301" y="210185"/>
                        <a:pt x="702760" y="244633"/>
                        <a:pt x="685679" y="274193"/>
                      </a:cubicBezTo>
                      <a:lnTo>
                        <a:pt x="321030" y="905763"/>
                      </a:lnTo>
                      <a:cubicBezTo>
                        <a:pt x="309886" y="925068"/>
                        <a:pt x="293662" y="941229"/>
                        <a:pt x="274040" y="952531"/>
                      </a:cubicBezTo>
                      <a:cubicBezTo>
                        <a:pt x="254578" y="963771"/>
                        <a:pt x="232639" y="969740"/>
                        <a:pt x="210604" y="969740"/>
                      </a:cubicBezTo>
                      <a:lnTo>
                        <a:pt x="210287" y="969740"/>
                      </a:lnTo>
                      <a:lnTo>
                        <a:pt x="209937" y="969740"/>
                      </a:lnTo>
                      <a:lnTo>
                        <a:pt x="209714" y="969740"/>
                      </a:lnTo>
                      <a:cubicBezTo>
                        <a:pt x="187648" y="969740"/>
                        <a:pt x="165709" y="963802"/>
                        <a:pt x="146278" y="952595"/>
                      </a:cubicBezTo>
                      <a:cubicBezTo>
                        <a:pt x="116719" y="935513"/>
                        <a:pt x="95542" y="907955"/>
                        <a:pt x="86715" y="874934"/>
                      </a:cubicBezTo>
                      <a:cubicBezTo>
                        <a:pt x="77857" y="841915"/>
                        <a:pt x="82397" y="807465"/>
                        <a:pt x="99479" y="777906"/>
                      </a:cubicBezTo>
                      <a:lnTo>
                        <a:pt x="464128" y="146335"/>
                      </a:lnTo>
                      <a:cubicBezTo>
                        <a:pt x="481209" y="116776"/>
                        <a:pt x="508768" y="95599"/>
                        <a:pt x="541788" y="86772"/>
                      </a:cubicBezTo>
                      <a:cubicBezTo>
                        <a:pt x="552837" y="83788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2"/>
                        <a:pt x="520516" y="7270"/>
                      </a:cubicBezTo>
                      <a:cubicBezTo>
                        <a:pt x="466286" y="21812"/>
                        <a:pt x="420947" y="56578"/>
                        <a:pt x="392881" y="105187"/>
                      </a:cubicBezTo>
                      <a:lnTo>
                        <a:pt x="28232" y="736758"/>
                      </a:lnTo>
                      <a:cubicBezTo>
                        <a:pt x="164" y="785368"/>
                        <a:pt x="-7265" y="842042"/>
                        <a:pt x="7245" y="896238"/>
                      </a:cubicBezTo>
                      <a:cubicBezTo>
                        <a:pt x="21755" y="950468"/>
                        <a:pt x="56552" y="995807"/>
                        <a:pt x="105162" y="1023874"/>
                      </a:cubicBezTo>
                      <a:cubicBezTo>
                        <a:pt x="136975" y="1042225"/>
                        <a:pt x="173138" y="1052068"/>
                        <a:pt x="209746" y="1052068"/>
                      </a:cubicBezTo>
                      <a:cubicBezTo>
                        <a:pt x="209873" y="1052068"/>
                        <a:pt x="210000" y="1052068"/>
                        <a:pt x="210096" y="1052068"/>
                      </a:cubicBezTo>
                      <a:cubicBezTo>
                        <a:pt x="210255" y="1052068"/>
                        <a:pt x="210414" y="1052068"/>
                        <a:pt x="210572" y="1052068"/>
                      </a:cubicBezTo>
                      <a:cubicBezTo>
                        <a:pt x="247910" y="1052068"/>
                        <a:pt x="283851" y="1041940"/>
                        <a:pt x="315220" y="1023810"/>
                      </a:cubicBezTo>
                      <a:cubicBezTo>
                        <a:pt x="346653" y="1005712"/>
                        <a:pt x="373577" y="979392"/>
                        <a:pt x="392277" y="946944"/>
                      </a:cubicBezTo>
                      <a:lnTo>
                        <a:pt x="756926" y="315372"/>
                      </a:lnTo>
                      <a:cubicBezTo>
                        <a:pt x="784993" y="266763"/>
                        <a:pt x="792422" y="210090"/>
                        <a:pt x="777913" y="155892"/>
                      </a:cubicBezTo>
                      <a:cubicBezTo>
                        <a:pt x="763371" y="101663"/>
                        <a:pt x="728605" y="56324"/>
                        <a:pt x="679996" y="28257"/>
                      </a:cubicBezTo>
                      <a:cubicBezTo>
                        <a:pt x="647675" y="9525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8" name="Google Shape;128;p47"/>
                <p:cNvSpPr/>
                <p:nvPr/>
              </p:nvSpPr>
              <p:spPr>
                <a:xfrm>
                  <a:off x="17043947" y="5462460"/>
                  <a:ext cx="826828" cy="1124204"/>
                </a:xfrm>
                <a:custGeom>
                  <a:rect b="b" l="l" r="r" t="t"/>
                  <a:pathLst>
                    <a:path extrusionOk="0" h="1124204" w="826828">
                      <a:moveTo>
                        <a:pt x="616900" y="82328"/>
                      </a:moveTo>
                      <a:cubicBezTo>
                        <a:pt x="638999" y="82328"/>
                        <a:pt x="661001" y="88297"/>
                        <a:pt x="680495" y="99568"/>
                      </a:cubicBezTo>
                      <a:cubicBezTo>
                        <a:pt x="710087" y="116649"/>
                        <a:pt x="731232" y="144240"/>
                        <a:pt x="740090" y="177229"/>
                      </a:cubicBezTo>
                      <a:cubicBezTo>
                        <a:pt x="748917" y="210217"/>
                        <a:pt x="744408" y="244697"/>
                        <a:pt x="727295" y="274288"/>
                      </a:cubicBezTo>
                      <a:lnTo>
                        <a:pt x="321022" y="977964"/>
                      </a:lnTo>
                      <a:cubicBezTo>
                        <a:pt x="298257" y="1017429"/>
                        <a:pt x="255744" y="1041940"/>
                        <a:pt x="210088" y="1041940"/>
                      </a:cubicBezTo>
                      <a:lnTo>
                        <a:pt x="210056" y="1041940"/>
                      </a:lnTo>
                      <a:lnTo>
                        <a:pt x="210056" y="1041940"/>
                      </a:lnTo>
                      <a:cubicBezTo>
                        <a:pt x="187799" y="1041940"/>
                        <a:pt x="165765" y="1036003"/>
                        <a:pt x="146333" y="1024763"/>
                      </a:cubicBezTo>
                      <a:cubicBezTo>
                        <a:pt x="116742" y="1007682"/>
                        <a:pt x="95597" y="980123"/>
                        <a:pt x="86739" y="947134"/>
                      </a:cubicBezTo>
                      <a:cubicBezTo>
                        <a:pt x="77912" y="914114"/>
                        <a:pt x="82421" y="879666"/>
                        <a:pt x="99534" y="850075"/>
                      </a:cubicBezTo>
                      <a:lnTo>
                        <a:pt x="505807" y="146399"/>
                      </a:lnTo>
                      <a:cubicBezTo>
                        <a:pt x="522889" y="116808"/>
                        <a:pt x="550479" y="95663"/>
                        <a:pt x="583467" y="86805"/>
                      </a:cubicBezTo>
                      <a:cubicBezTo>
                        <a:pt x="594485" y="83820"/>
                        <a:pt x="605724" y="82328"/>
                        <a:pt x="616900" y="82328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63" y="7239"/>
                      </a:cubicBezTo>
                      <a:cubicBezTo>
                        <a:pt x="507935" y="21780"/>
                        <a:pt x="462595" y="56547"/>
                        <a:pt x="434528" y="105188"/>
                      </a:cubicBezTo>
                      <a:lnTo>
                        <a:pt x="28255" y="808863"/>
                      </a:lnTo>
                      <a:cubicBezTo>
                        <a:pt x="188" y="857504"/>
                        <a:pt x="-7273" y="914114"/>
                        <a:pt x="7236" y="968375"/>
                      </a:cubicBezTo>
                      <a:cubicBezTo>
                        <a:pt x="21778" y="1022604"/>
                        <a:pt x="56544" y="1067943"/>
                        <a:pt x="105185" y="1096010"/>
                      </a:cubicBezTo>
                      <a:cubicBezTo>
                        <a:pt x="137094" y="1114425"/>
                        <a:pt x="173353" y="1124204"/>
                        <a:pt x="210024" y="1124204"/>
                      </a:cubicBezTo>
                      <a:cubicBezTo>
                        <a:pt x="210056" y="1124204"/>
                        <a:pt x="210056" y="1124204"/>
                        <a:pt x="210088" y="1124204"/>
                      </a:cubicBezTo>
                      <a:cubicBezTo>
                        <a:pt x="210088" y="1124204"/>
                        <a:pt x="210119" y="1124204"/>
                        <a:pt x="210119" y="1124204"/>
                      </a:cubicBezTo>
                      <a:cubicBezTo>
                        <a:pt x="285049" y="1124204"/>
                        <a:pt x="354899" y="1083914"/>
                        <a:pt x="392332" y="1019080"/>
                      </a:cubicBezTo>
                      <a:lnTo>
                        <a:pt x="798573" y="315405"/>
                      </a:lnTo>
                      <a:cubicBezTo>
                        <a:pt x="826641" y="266764"/>
                        <a:pt x="834102" y="210122"/>
                        <a:pt x="819592" y="155893"/>
                      </a:cubicBezTo>
                      <a:cubicBezTo>
                        <a:pt x="805082" y="101664"/>
                        <a:pt x="770284" y="56324"/>
                        <a:pt x="721643" y="28258"/>
                      </a:cubicBezTo>
                      <a:cubicBezTo>
                        <a:pt x="689290" y="9589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29" name="Google Shape;129;p47"/>
                <p:cNvSpPr/>
                <p:nvPr/>
              </p:nvSpPr>
              <p:spPr>
                <a:xfrm>
                  <a:off x="17754849" y="4795773"/>
                  <a:ext cx="500969" cy="562578"/>
                </a:xfrm>
                <a:custGeom>
                  <a:rect b="b" l="l" r="r" t="t"/>
                  <a:pathLst>
                    <a:path extrusionOk="0" h="562578" w="500969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41"/>
                        <a:pt x="418602" y="244316"/>
                        <a:pt x="401457" y="274003"/>
                      </a:cubicBezTo>
                      <a:lnTo>
                        <a:pt x="319352" y="416242"/>
                      </a:lnTo>
                      <a:cubicBezTo>
                        <a:pt x="296618" y="455613"/>
                        <a:pt x="254232" y="480123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6" y="473710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5" y="349536"/>
                        <a:pt x="83004" y="314103"/>
                        <a:pt x="100498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8"/>
                        <a:pt x="390598" y="457454"/>
                      </a:cubicBezTo>
                      <a:lnTo>
                        <a:pt x="472704" y="315246"/>
                      </a:lnTo>
                      <a:cubicBezTo>
                        <a:pt x="500898" y="266446"/>
                        <a:pt x="508296" y="209614"/>
                        <a:pt x="493563" y="155226"/>
                      </a:cubicBezTo>
                      <a:cubicBezTo>
                        <a:pt x="478832" y="100838"/>
                        <a:pt x="443780" y="55499"/>
                        <a:pt x="394821" y="27591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sp>
            <p:nvSpPr>
              <p:cNvPr id="130" name="Google Shape;130;p47"/>
              <p:cNvSpPr/>
              <p:nvPr/>
            </p:nvSpPr>
            <p:spPr>
              <a:xfrm>
                <a:off x="17417304" y="6615493"/>
                <a:ext cx="1109321" cy="1613566"/>
              </a:xfrm>
              <a:custGeom>
                <a:rect b="b" l="l" r="r" t="t"/>
                <a:pathLst>
                  <a:path extrusionOk="0" h="1613566" w="1109321">
                    <a:moveTo>
                      <a:pt x="899402" y="82296"/>
                    </a:moveTo>
                    <a:cubicBezTo>
                      <a:pt x="921500" y="82296"/>
                      <a:pt x="943504" y="88264"/>
                      <a:pt x="962998" y="99504"/>
                    </a:cubicBezTo>
                    <a:cubicBezTo>
                      <a:pt x="992589" y="116586"/>
                      <a:pt x="1013734" y="144145"/>
                      <a:pt x="1022561" y="177164"/>
                    </a:cubicBezTo>
                    <a:cubicBezTo>
                      <a:pt x="1031419" y="210185"/>
                      <a:pt x="1026878" y="244633"/>
                      <a:pt x="1009797" y="274224"/>
                    </a:cubicBezTo>
                    <a:lnTo>
                      <a:pt x="321013" y="1467231"/>
                    </a:lnTo>
                    <a:cubicBezTo>
                      <a:pt x="298248" y="1506696"/>
                      <a:pt x="255735" y="1531207"/>
                      <a:pt x="210110" y="1531207"/>
                    </a:cubicBezTo>
                    <a:lnTo>
                      <a:pt x="206713" y="1531207"/>
                    </a:lnTo>
                    <a:cubicBezTo>
                      <a:pt x="185599" y="1530635"/>
                      <a:pt x="164803" y="1524730"/>
                      <a:pt x="146324" y="1514062"/>
                    </a:cubicBezTo>
                    <a:cubicBezTo>
                      <a:pt x="116765" y="1496981"/>
                      <a:pt x="95588" y="1469389"/>
                      <a:pt x="86761" y="1436402"/>
                    </a:cubicBezTo>
                    <a:cubicBezTo>
                      <a:pt x="77903" y="1403381"/>
                      <a:pt x="82443" y="1368933"/>
                      <a:pt x="99525" y="1339342"/>
                    </a:cubicBezTo>
                    <a:lnTo>
                      <a:pt x="788309" y="146335"/>
                    </a:lnTo>
                    <a:cubicBezTo>
                      <a:pt x="805391" y="116776"/>
                      <a:pt x="832982" y="95599"/>
                      <a:pt x="865970" y="86740"/>
                    </a:cubicBezTo>
                    <a:cubicBezTo>
                      <a:pt x="876955" y="83788"/>
                      <a:pt x="888226" y="82296"/>
                      <a:pt x="899402" y="82296"/>
                    </a:cubicBezTo>
                    <a:moveTo>
                      <a:pt x="899402" y="0"/>
                    </a:moveTo>
                    <a:cubicBezTo>
                      <a:pt x="881146" y="0"/>
                      <a:pt x="862763" y="2412"/>
                      <a:pt x="844665" y="7238"/>
                    </a:cubicBezTo>
                    <a:cubicBezTo>
                      <a:pt x="790436" y="21780"/>
                      <a:pt x="745097" y="56546"/>
                      <a:pt x="717031" y="105156"/>
                    </a:cubicBezTo>
                    <a:lnTo>
                      <a:pt x="28246" y="1298162"/>
                    </a:lnTo>
                    <a:cubicBezTo>
                      <a:pt x="179" y="1346771"/>
                      <a:pt x="-7283" y="1403445"/>
                      <a:pt x="7259" y="1457674"/>
                    </a:cubicBezTo>
                    <a:cubicBezTo>
                      <a:pt x="21801" y="1511903"/>
                      <a:pt x="56567" y="1557242"/>
                      <a:pt x="105176" y="1585309"/>
                    </a:cubicBezTo>
                    <a:cubicBezTo>
                      <a:pt x="137085" y="1603724"/>
                      <a:pt x="173280" y="1613503"/>
                      <a:pt x="209951" y="1613535"/>
                    </a:cubicBezTo>
                    <a:cubicBezTo>
                      <a:pt x="209951" y="1613535"/>
                      <a:pt x="209983" y="1613567"/>
                      <a:pt x="210015" y="1613567"/>
                    </a:cubicBezTo>
                    <a:cubicBezTo>
                      <a:pt x="210047" y="1613567"/>
                      <a:pt x="210079" y="1613567"/>
                      <a:pt x="210110" y="1613503"/>
                    </a:cubicBezTo>
                    <a:cubicBezTo>
                      <a:pt x="210110" y="1613503"/>
                      <a:pt x="210141" y="1613503"/>
                      <a:pt x="210141" y="1613503"/>
                    </a:cubicBezTo>
                    <a:cubicBezTo>
                      <a:pt x="285072" y="1613503"/>
                      <a:pt x="354826" y="1573275"/>
                      <a:pt x="392291" y="1508379"/>
                    </a:cubicBezTo>
                    <a:lnTo>
                      <a:pt x="1081076" y="315372"/>
                    </a:lnTo>
                    <a:cubicBezTo>
                      <a:pt x="1109143" y="266763"/>
                      <a:pt x="1116604" y="210090"/>
                      <a:pt x="1102063" y="155860"/>
                    </a:cubicBezTo>
                    <a:cubicBezTo>
                      <a:pt x="1087521" y="101631"/>
                      <a:pt x="1052755" y="56293"/>
                      <a:pt x="1004146" y="28225"/>
                    </a:cubicBezTo>
                    <a:cubicBezTo>
                      <a:pt x="971761" y="9556"/>
                      <a:pt x="935820" y="0"/>
                      <a:pt x="899402" y="0"/>
                    </a:cubicBezTo>
                    <a:lnTo>
                      <a:pt x="899402" y="0"/>
                    </a:lnTo>
                    <a:close/>
                  </a:path>
                </a:pathLst>
              </a:custGeom>
              <a:solidFill>
                <a:srgbClr val="3000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grpSp>
            <p:nvGrpSpPr>
              <p:cNvPr id="131" name="Google Shape;131;p47"/>
              <p:cNvGrpSpPr/>
              <p:nvPr/>
            </p:nvGrpSpPr>
            <p:grpSpPr>
              <a:xfrm>
                <a:off x="16146272" y="3277044"/>
                <a:ext cx="2325552" cy="3719988"/>
                <a:chOff x="16146272" y="3277044"/>
                <a:chExt cx="2325552" cy="3719988"/>
              </a:xfrm>
            </p:grpSpPr>
            <p:sp>
              <p:nvSpPr>
                <p:cNvPr id="132" name="Google Shape;132;p47"/>
                <p:cNvSpPr/>
                <p:nvPr/>
              </p:nvSpPr>
              <p:spPr>
                <a:xfrm>
                  <a:off x="16146272" y="5720651"/>
                  <a:ext cx="914719" cy="1276381"/>
                </a:xfrm>
                <a:custGeom>
                  <a:rect b="b" l="l" r="r" t="t"/>
                  <a:pathLst>
                    <a:path extrusionOk="0" h="1276381" w="914719">
                      <a:moveTo>
                        <a:pt x="704760" y="82296"/>
                      </a:moveTo>
                      <a:cubicBezTo>
                        <a:pt x="726858" y="82296"/>
                        <a:pt x="748860" y="88265"/>
                        <a:pt x="768354" y="99536"/>
                      </a:cubicBezTo>
                      <a:cubicBezTo>
                        <a:pt x="797946" y="116618"/>
                        <a:pt x="819092" y="144208"/>
                        <a:pt x="827949" y="177197"/>
                      </a:cubicBezTo>
                      <a:cubicBezTo>
                        <a:pt x="836776" y="210185"/>
                        <a:pt x="832268" y="244665"/>
                        <a:pt x="815155" y="274257"/>
                      </a:cubicBezTo>
                      <a:lnTo>
                        <a:pt x="321061" y="1130078"/>
                      </a:lnTo>
                      <a:cubicBezTo>
                        <a:pt x="298296" y="1169543"/>
                        <a:pt x="255783" y="1194054"/>
                        <a:pt x="210095" y="1194054"/>
                      </a:cubicBezTo>
                      <a:cubicBezTo>
                        <a:pt x="187838" y="1194054"/>
                        <a:pt x="165804" y="1188117"/>
                        <a:pt x="146372" y="1176877"/>
                      </a:cubicBezTo>
                      <a:cubicBezTo>
                        <a:pt x="116781" y="1159796"/>
                        <a:pt x="95636" y="1132236"/>
                        <a:pt x="86777" y="1099248"/>
                      </a:cubicBezTo>
                      <a:cubicBezTo>
                        <a:pt x="77951" y="1066229"/>
                        <a:pt x="82460" y="1031780"/>
                        <a:pt x="99573" y="1002188"/>
                      </a:cubicBezTo>
                      <a:lnTo>
                        <a:pt x="593698" y="146336"/>
                      </a:lnTo>
                      <a:cubicBezTo>
                        <a:pt x="610780" y="116745"/>
                        <a:pt x="638370" y="95599"/>
                        <a:pt x="671359" y="86741"/>
                      </a:cubicBezTo>
                      <a:cubicBezTo>
                        <a:pt x="682344" y="83788"/>
                        <a:pt x="693584" y="82296"/>
                        <a:pt x="704760" y="82296"/>
                      </a:cubicBezTo>
                      <a:moveTo>
                        <a:pt x="704760" y="0"/>
                      </a:moveTo>
                      <a:cubicBezTo>
                        <a:pt x="686504" y="0"/>
                        <a:pt x="668120" y="2413"/>
                        <a:pt x="650023" y="7239"/>
                      </a:cubicBezTo>
                      <a:cubicBezTo>
                        <a:pt x="595794" y="21780"/>
                        <a:pt x="550455" y="56547"/>
                        <a:pt x="522387" y="105188"/>
                      </a:cubicBezTo>
                      <a:lnTo>
                        <a:pt x="28262" y="961041"/>
                      </a:lnTo>
                      <a:cubicBezTo>
                        <a:pt x="163" y="1009682"/>
                        <a:pt x="-7266" y="1066292"/>
                        <a:pt x="7243" y="1120553"/>
                      </a:cubicBezTo>
                      <a:cubicBezTo>
                        <a:pt x="21785" y="1174782"/>
                        <a:pt x="56551" y="1220121"/>
                        <a:pt x="105193" y="1248187"/>
                      </a:cubicBezTo>
                      <a:cubicBezTo>
                        <a:pt x="137101" y="1266603"/>
                        <a:pt x="173360" y="1276350"/>
                        <a:pt x="210031" y="1276382"/>
                      </a:cubicBezTo>
                      <a:cubicBezTo>
                        <a:pt x="210063" y="1276382"/>
                        <a:pt x="210095" y="1276382"/>
                        <a:pt x="210126" y="1276382"/>
                      </a:cubicBezTo>
                      <a:cubicBezTo>
                        <a:pt x="285056" y="1276382"/>
                        <a:pt x="354906" y="1236091"/>
                        <a:pt x="392339" y="1171257"/>
                      </a:cubicBezTo>
                      <a:lnTo>
                        <a:pt x="886465" y="315404"/>
                      </a:lnTo>
                      <a:cubicBezTo>
                        <a:pt x="914532" y="266764"/>
                        <a:pt x="921993" y="210121"/>
                        <a:pt x="907483" y="155892"/>
                      </a:cubicBezTo>
                      <a:cubicBezTo>
                        <a:pt x="892942" y="101664"/>
                        <a:pt x="858175" y="56324"/>
                        <a:pt x="809535" y="28258"/>
                      </a:cubicBezTo>
                      <a:cubicBezTo>
                        <a:pt x="777149" y="9557"/>
                        <a:pt x="741177" y="0"/>
                        <a:pt x="704760" y="0"/>
                      </a:cubicBezTo>
                      <a:lnTo>
                        <a:pt x="70476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33" name="Google Shape;133;p47"/>
                <p:cNvSpPr/>
                <p:nvPr/>
              </p:nvSpPr>
              <p:spPr>
                <a:xfrm>
                  <a:off x="17362462" y="3277044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666" y="82328"/>
                      </a:moveTo>
                      <a:cubicBezTo>
                        <a:pt x="921796" y="82391"/>
                        <a:pt x="943703" y="88328"/>
                        <a:pt x="963039" y="99504"/>
                      </a:cubicBezTo>
                      <a:cubicBezTo>
                        <a:pt x="992630" y="116586"/>
                        <a:pt x="1013775" y="144145"/>
                        <a:pt x="1022602" y="177165"/>
                      </a:cubicBezTo>
                      <a:cubicBezTo>
                        <a:pt x="1031428" y="210153"/>
                        <a:pt x="1026888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303940" y="1496854"/>
                        <a:pt x="276350" y="1517999"/>
                        <a:pt x="243362" y="1526858"/>
                      </a:cubicBezTo>
                      <a:cubicBezTo>
                        <a:pt x="232345" y="1529810"/>
                        <a:pt x="221105" y="1531302"/>
                        <a:pt x="209929" y="1531302"/>
                      </a:cubicBezTo>
                      <a:cubicBezTo>
                        <a:pt x="187831" y="1531302"/>
                        <a:pt x="165828" y="1525334"/>
                        <a:pt x="146302" y="1514062"/>
                      </a:cubicBezTo>
                      <a:cubicBezTo>
                        <a:pt x="116711" y="1496981"/>
                        <a:pt x="95565" y="1469390"/>
                        <a:pt x="86707" y="1436402"/>
                      </a:cubicBezTo>
                      <a:cubicBezTo>
                        <a:pt x="77880" y="1403414"/>
                        <a:pt x="82421" y="1368933"/>
                        <a:pt x="99502" y="1339342"/>
                      </a:cubicBezTo>
                      <a:lnTo>
                        <a:pt x="788287" y="146304"/>
                      </a:lnTo>
                      <a:cubicBezTo>
                        <a:pt x="811051" y="106839"/>
                        <a:pt x="853565" y="82328"/>
                        <a:pt x="899221" y="82328"/>
                      </a:cubicBezTo>
                      <a:lnTo>
                        <a:pt x="899666" y="82328"/>
                      </a:lnTo>
                      <a:moveTo>
                        <a:pt x="899285" y="0"/>
                      </a:moveTo>
                      <a:cubicBezTo>
                        <a:pt x="899285" y="0"/>
                        <a:pt x="899253" y="0"/>
                        <a:pt x="899253" y="0"/>
                      </a:cubicBezTo>
                      <a:cubicBezTo>
                        <a:pt x="824292" y="0"/>
                        <a:pt x="754473" y="40291"/>
                        <a:pt x="717040" y="105156"/>
                      </a:cubicBezTo>
                      <a:lnTo>
                        <a:pt x="28256" y="1298194"/>
                      </a:lnTo>
                      <a:cubicBezTo>
                        <a:pt x="188" y="1346835"/>
                        <a:pt x="-7273" y="1403477"/>
                        <a:pt x="7237" y="1457706"/>
                      </a:cubicBezTo>
                      <a:cubicBezTo>
                        <a:pt x="21747" y="1511935"/>
                        <a:pt x="56545" y="1557274"/>
                        <a:pt x="105186" y="1585341"/>
                      </a:cubicBezTo>
                      <a:cubicBezTo>
                        <a:pt x="137571" y="1604042"/>
                        <a:pt x="173512" y="1613598"/>
                        <a:pt x="209961" y="1613598"/>
                      </a:cubicBezTo>
                      <a:cubicBezTo>
                        <a:pt x="228217" y="1613598"/>
                        <a:pt x="246600" y="1611185"/>
                        <a:pt x="264698" y="1606328"/>
                      </a:cubicBezTo>
                      <a:cubicBezTo>
                        <a:pt x="318926" y="1591786"/>
                        <a:pt x="364265" y="1557020"/>
                        <a:pt x="392333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58"/>
                        <a:pt x="1102104" y="155829"/>
                      </a:cubicBezTo>
                      <a:cubicBezTo>
                        <a:pt x="1087594" y="101600"/>
                        <a:pt x="1052796" y="56261"/>
                        <a:pt x="1004187" y="28194"/>
                      </a:cubicBezTo>
                      <a:cubicBezTo>
                        <a:pt x="972278" y="9747"/>
                        <a:pt x="936020" y="0"/>
                        <a:pt x="899316" y="0"/>
                      </a:cubicBezTo>
                      <a:cubicBezTo>
                        <a:pt x="899316" y="0"/>
                        <a:pt x="899285" y="0"/>
                        <a:pt x="899285" y="0"/>
                      </a:cubicBezTo>
                      <a:lnTo>
                        <a:pt x="8992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34" name="Google Shape;134;p47"/>
                <p:cNvSpPr/>
                <p:nvPr/>
              </p:nvSpPr>
              <p:spPr>
                <a:xfrm>
                  <a:off x="16943321" y="4994814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0" y="514667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6"/>
                        <a:pt x="146946" y="522414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8"/>
                        <a:pt x="82430" y="377063"/>
                        <a:pt x="99576" y="347376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6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6" y="411924"/>
                        <a:pt x="7405" y="466312"/>
                      </a:cubicBezTo>
                      <a:cubicBezTo>
                        <a:pt x="22137" y="520700"/>
                        <a:pt x="57189" y="566039"/>
                        <a:pt x="106148" y="593947"/>
                      </a:cubicBezTo>
                      <a:cubicBezTo>
                        <a:pt x="138850" y="612616"/>
                        <a:pt x="174569" y="621475"/>
                        <a:pt x="209812" y="621475"/>
                      </a:cubicBezTo>
                      <a:cubicBezTo>
                        <a:pt x="282582" y="621475"/>
                        <a:pt x="353512" y="583755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6" y="89376"/>
                        <a:pt x="435586" y="30575"/>
                      </a:cubicBezTo>
                      <a:cubicBezTo>
                        <a:pt x="402693" y="10573"/>
                        <a:pt x="365037" y="0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35" name="Google Shape;135;p47"/>
              <p:cNvGrpSpPr/>
              <p:nvPr/>
            </p:nvGrpSpPr>
            <p:grpSpPr>
              <a:xfrm>
                <a:off x="17333907" y="5286946"/>
                <a:ext cx="1299049" cy="1944973"/>
                <a:chOff x="17333907" y="5286946"/>
                <a:chExt cx="1299049" cy="1944973"/>
              </a:xfrm>
            </p:grpSpPr>
            <p:sp>
              <p:nvSpPr>
                <p:cNvPr id="136" name="Google Shape;136;p47"/>
                <p:cNvSpPr/>
                <p:nvPr/>
              </p:nvSpPr>
              <p:spPr>
                <a:xfrm>
                  <a:off x="17718231" y="5286946"/>
                  <a:ext cx="914725" cy="1276381"/>
                </a:xfrm>
                <a:custGeom>
                  <a:rect b="b" l="l" r="r" t="t"/>
                  <a:pathLst>
                    <a:path extrusionOk="0" h="1276381" w="914725">
                      <a:moveTo>
                        <a:pt x="704743" y="82296"/>
                      </a:moveTo>
                      <a:cubicBezTo>
                        <a:pt x="726841" y="82296"/>
                        <a:pt x="748844" y="88265"/>
                        <a:pt x="768338" y="99536"/>
                      </a:cubicBezTo>
                      <a:cubicBezTo>
                        <a:pt x="797930" y="116618"/>
                        <a:pt x="819075" y="144208"/>
                        <a:pt x="827933" y="177197"/>
                      </a:cubicBezTo>
                      <a:cubicBezTo>
                        <a:pt x="836760" y="210217"/>
                        <a:pt x="832251" y="244665"/>
                        <a:pt x="815170" y="274257"/>
                      </a:cubicBezTo>
                      <a:lnTo>
                        <a:pt x="321045" y="1130109"/>
                      </a:lnTo>
                      <a:cubicBezTo>
                        <a:pt x="298375" y="1169416"/>
                        <a:pt x="256115" y="1193895"/>
                        <a:pt x="210682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7"/>
                        <a:pt x="95620" y="1132269"/>
                        <a:pt x="86793" y="1099280"/>
                      </a:cubicBezTo>
                      <a:cubicBezTo>
                        <a:pt x="77966" y="1066260"/>
                        <a:pt x="82475" y="1031811"/>
                        <a:pt x="99557" y="1002220"/>
                      </a:cubicBezTo>
                      <a:lnTo>
                        <a:pt x="593682" y="146367"/>
                      </a:lnTo>
                      <a:cubicBezTo>
                        <a:pt x="610763" y="116776"/>
                        <a:pt x="638354" y="95631"/>
                        <a:pt x="671342" y="86773"/>
                      </a:cubicBezTo>
                      <a:cubicBezTo>
                        <a:pt x="682295" y="83788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5" y="961041"/>
                      </a:lnTo>
                      <a:cubicBezTo>
                        <a:pt x="179" y="1009681"/>
                        <a:pt x="-7283" y="1066292"/>
                        <a:pt x="7259" y="1120553"/>
                      </a:cubicBezTo>
                      <a:cubicBezTo>
                        <a:pt x="21801" y="1174781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1"/>
                        <a:pt x="210046" y="1276381"/>
                      </a:cubicBezTo>
                      <a:cubicBezTo>
                        <a:pt x="210078" y="1276381"/>
                        <a:pt x="210110" y="1276381"/>
                        <a:pt x="210141" y="1276381"/>
                      </a:cubicBezTo>
                      <a:cubicBezTo>
                        <a:pt x="285072" y="1276381"/>
                        <a:pt x="354922" y="1236091"/>
                        <a:pt x="392355" y="1171257"/>
                      </a:cubicBezTo>
                      <a:lnTo>
                        <a:pt x="886480" y="315404"/>
                      </a:lnTo>
                      <a:cubicBezTo>
                        <a:pt x="914546" y="266795"/>
                        <a:pt x="922008" y="210153"/>
                        <a:pt x="907467" y="155892"/>
                      </a:cubicBezTo>
                      <a:cubicBezTo>
                        <a:pt x="892925" y="101663"/>
                        <a:pt x="858159" y="56324"/>
                        <a:pt x="809518" y="28257"/>
                      </a:cubicBezTo>
                      <a:cubicBezTo>
                        <a:pt x="777101" y="9556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37" name="Google Shape;137;p47"/>
                <p:cNvSpPr/>
                <p:nvPr/>
              </p:nvSpPr>
              <p:spPr>
                <a:xfrm>
                  <a:off x="17333907" y="6669373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296"/>
                      </a:moveTo>
                      <a:cubicBezTo>
                        <a:pt x="313160" y="82296"/>
                        <a:pt x="334908" y="88074"/>
                        <a:pt x="354054" y="98996"/>
                      </a:cubicBezTo>
                      <a:cubicBezTo>
                        <a:pt x="383836" y="115983"/>
                        <a:pt x="405172" y="143573"/>
                        <a:pt x="414125" y="176657"/>
                      </a:cubicBezTo>
                      <a:cubicBezTo>
                        <a:pt x="423078" y="209772"/>
                        <a:pt x="418570" y="244348"/>
                        <a:pt x="401425" y="274034"/>
                      </a:cubicBezTo>
                      <a:lnTo>
                        <a:pt x="319320" y="416242"/>
                      </a:lnTo>
                      <a:cubicBezTo>
                        <a:pt x="296555" y="455708"/>
                        <a:pt x="254041" y="480219"/>
                        <a:pt x="208385" y="480219"/>
                      </a:cubicBezTo>
                      <a:lnTo>
                        <a:pt x="208322" y="480219"/>
                      </a:lnTo>
                      <a:cubicBezTo>
                        <a:pt x="185080" y="480219"/>
                        <a:pt x="162157" y="473773"/>
                        <a:pt x="142091" y="461581"/>
                      </a:cubicBezTo>
                      <a:cubicBezTo>
                        <a:pt x="114088" y="444595"/>
                        <a:pt x="94212" y="416877"/>
                        <a:pt x="86116" y="383603"/>
                      </a:cubicBezTo>
                      <a:cubicBezTo>
                        <a:pt x="77861" y="349535"/>
                        <a:pt x="82941" y="314103"/>
                        <a:pt x="100435" y="283781"/>
                      </a:cubicBezTo>
                      <a:lnTo>
                        <a:pt x="179906" y="146145"/>
                      </a:lnTo>
                      <a:cubicBezTo>
                        <a:pt x="202638" y="106775"/>
                        <a:pt x="245278" y="82296"/>
                        <a:pt x="291157" y="82296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6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3"/>
                        <a:pt x="169999" y="562546"/>
                        <a:pt x="208322" y="562546"/>
                      </a:cubicBezTo>
                      <a:cubicBezTo>
                        <a:pt x="208353" y="562546"/>
                        <a:pt x="208353" y="562546"/>
                        <a:pt x="208385" y="562546"/>
                      </a:cubicBezTo>
                      <a:cubicBezTo>
                        <a:pt x="208385" y="562546"/>
                        <a:pt x="208417" y="562546"/>
                        <a:pt x="208417" y="562546"/>
                      </a:cubicBezTo>
                      <a:cubicBezTo>
                        <a:pt x="208417" y="562546"/>
                        <a:pt x="208449" y="562546"/>
                        <a:pt x="208449" y="562546"/>
                      </a:cubicBezTo>
                      <a:cubicBezTo>
                        <a:pt x="283378" y="562546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38" name="Google Shape;138;p47"/>
              <p:cNvGrpSpPr/>
              <p:nvPr/>
            </p:nvGrpSpPr>
            <p:grpSpPr>
              <a:xfrm>
                <a:off x="14284901" y="126269"/>
                <a:ext cx="4023738" cy="6661657"/>
                <a:chOff x="14284901" y="126269"/>
                <a:chExt cx="4023738" cy="6661657"/>
              </a:xfrm>
            </p:grpSpPr>
            <p:sp>
              <p:nvSpPr>
                <p:cNvPr id="139" name="Google Shape;139;p47"/>
                <p:cNvSpPr/>
                <p:nvPr/>
              </p:nvSpPr>
              <p:spPr>
                <a:xfrm>
                  <a:off x="17199245" y="126269"/>
                  <a:ext cx="1109394" cy="1613598"/>
                </a:xfrm>
                <a:custGeom>
                  <a:rect b="b" l="l" r="r" t="t"/>
                  <a:pathLst>
                    <a:path extrusionOk="0" h="1613598" w="1109394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3030" y="99536"/>
                      </a:cubicBezTo>
                      <a:cubicBezTo>
                        <a:pt x="992620" y="116618"/>
                        <a:pt x="1013766" y="144209"/>
                        <a:pt x="1022624" y="177197"/>
                      </a:cubicBezTo>
                      <a:cubicBezTo>
                        <a:pt x="1031450" y="210185"/>
                        <a:pt x="1026910" y="244666"/>
                        <a:pt x="1009829" y="274257"/>
                      </a:cubicBezTo>
                      <a:lnTo>
                        <a:pt x="321012" y="1467263"/>
                      </a:lnTo>
                      <a:cubicBezTo>
                        <a:pt x="298279" y="1506633"/>
                        <a:pt x="255894" y="1531144"/>
                        <a:pt x="210364" y="1531239"/>
                      </a:cubicBezTo>
                      <a:lnTo>
                        <a:pt x="210078" y="1531239"/>
                      </a:lnTo>
                      <a:lnTo>
                        <a:pt x="209856" y="1531239"/>
                      </a:lnTo>
                      <a:cubicBezTo>
                        <a:pt x="187662" y="1531207"/>
                        <a:pt x="165691" y="1525270"/>
                        <a:pt x="146293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0" y="116713"/>
                        <a:pt x="832981" y="95568"/>
                        <a:pt x="865970" y="86709"/>
                      </a:cubicBezTo>
                      <a:cubicBezTo>
                        <a:pt x="876987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71"/>
                      </a:cubicBezTo>
                      <a:cubicBezTo>
                        <a:pt x="790436" y="21812"/>
                        <a:pt x="745097" y="56579"/>
                        <a:pt x="717031" y="105220"/>
                      </a:cubicBezTo>
                      <a:lnTo>
                        <a:pt x="28245" y="1298258"/>
                      </a:lnTo>
                      <a:cubicBezTo>
                        <a:pt x="179" y="1346867"/>
                        <a:pt x="-7283" y="1403509"/>
                        <a:pt x="7259" y="1457770"/>
                      </a:cubicBezTo>
                      <a:cubicBezTo>
                        <a:pt x="21800" y="1511999"/>
                        <a:pt x="56567" y="1557338"/>
                        <a:pt x="105176" y="1585405"/>
                      </a:cubicBezTo>
                      <a:cubicBezTo>
                        <a:pt x="137085" y="1603851"/>
                        <a:pt x="173344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1" y="1613599"/>
                        <a:pt x="210141" y="1613599"/>
                      </a:cubicBezTo>
                      <a:cubicBezTo>
                        <a:pt x="285103" y="1613599"/>
                        <a:pt x="354922" y="1573308"/>
                        <a:pt x="392355" y="1508443"/>
                      </a:cubicBezTo>
                      <a:lnTo>
                        <a:pt x="1081139" y="315405"/>
                      </a:lnTo>
                      <a:cubicBezTo>
                        <a:pt x="1109206" y="266764"/>
                        <a:pt x="1116667" y="210153"/>
                        <a:pt x="1102157" y="155893"/>
                      </a:cubicBezTo>
                      <a:cubicBezTo>
                        <a:pt x="1087617" y="101664"/>
                        <a:pt x="1052850" y="56324"/>
                        <a:pt x="1004209" y="28257"/>
                      </a:cubicBezTo>
                      <a:cubicBezTo>
                        <a:pt x="971793" y="9557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0" name="Google Shape;140;p47"/>
                <p:cNvSpPr/>
                <p:nvPr/>
              </p:nvSpPr>
              <p:spPr>
                <a:xfrm>
                  <a:off x="16415646" y="1820608"/>
                  <a:ext cx="914512" cy="1276477"/>
                </a:xfrm>
                <a:custGeom>
                  <a:rect b="b" l="l" r="r" t="t"/>
                  <a:pathLst>
                    <a:path extrusionOk="0" h="1276477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1" y="110744"/>
                        <a:pt x="803971" y="126873"/>
                        <a:pt x="815115" y="146145"/>
                      </a:cubicBezTo>
                      <a:lnTo>
                        <a:pt x="815306" y="146463"/>
                      </a:lnTo>
                      <a:lnTo>
                        <a:pt x="815497" y="146780"/>
                      </a:lnTo>
                      <a:lnTo>
                        <a:pt x="815528" y="146844"/>
                      </a:lnTo>
                      <a:cubicBezTo>
                        <a:pt x="837975" y="186277"/>
                        <a:pt x="837881" y="235014"/>
                        <a:pt x="815211" y="274257"/>
                      </a:cubicBezTo>
                      <a:lnTo>
                        <a:pt x="321086" y="1130110"/>
                      </a:lnTo>
                      <a:cubicBezTo>
                        <a:pt x="304004" y="1159701"/>
                        <a:pt x="276445" y="1180846"/>
                        <a:pt x="243425" y="1189704"/>
                      </a:cubicBezTo>
                      <a:cubicBezTo>
                        <a:pt x="232407" y="1192657"/>
                        <a:pt x="221137" y="1194149"/>
                        <a:pt x="209961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8"/>
                        <a:pt x="95597" y="1132237"/>
                        <a:pt x="86771" y="1099249"/>
                      </a:cubicBezTo>
                      <a:cubicBezTo>
                        <a:pt x="77944" y="1066229"/>
                        <a:pt x="82484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3" y="116745"/>
                        <a:pt x="638332" y="95599"/>
                        <a:pt x="671351" y="86741"/>
                      </a:cubicBezTo>
                      <a:cubicBezTo>
                        <a:pt x="682368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4" y="2413"/>
                        <a:pt x="650015" y="7271"/>
                      </a:cubicBezTo>
                      <a:cubicBezTo>
                        <a:pt x="595787" y="21812"/>
                        <a:pt x="550448" y="56579"/>
                        <a:pt x="522380" y="105220"/>
                      </a:cubicBezTo>
                      <a:lnTo>
                        <a:pt x="28256" y="961073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6" y="1248220"/>
                      </a:cubicBezTo>
                      <a:cubicBezTo>
                        <a:pt x="137571" y="1266920"/>
                        <a:pt x="173512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8" y="1269206"/>
                      </a:cubicBezTo>
                      <a:cubicBezTo>
                        <a:pt x="318926" y="1254665"/>
                        <a:pt x="364265" y="1219899"/>
                        <a:pt x="392333" y="1171258"/>
                      </a:cubicBezTo>
                      <a:lnTo>
                        <a:pt x="886458" y="315436"/>
                      </a:lnTo>
                      <a:cubicBezTo>
                        <a:pt x="923891" y="250603"/>
                        <a:pt x="923859" y="169958"/>
                        <a:pt x="886394" y="105061"/>
                      </a:cubicBezTo>
                      <a:cubicBezTo>
                        <a:pt x="886394" y="105029"/>
                        <a:pt x="886362" y="104997"/>
                        <a:pt x="886362" y="104997"/>
                      </a:cubicBezTo>
                      <a:cubicBezTo>
                        <a:pt x="868011" y="73247"/>
                        <a:pt x="841436" y="46704"/>
                        <a:pt x="809527" y="28289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1" name="Google Shape;141;p47"/>
                <p:cNvSpPr/>
                <p:nvPr/>
              </p:nvSpPr>
              <p:spPr>
                <a:xfrm>
                  <a:off x="14949976" y="3927062"/>
                  <a:ext cx="1164199" cy="1709007"/>
                </a:xfrm>
                <a:custGeom>
                  <a:rect b="b" l="l" r="r" t="t"/>
                  <a:pathLst>
                    <a:path extrusionOk="0" h="1709007" w="1164199">
                      <a:moveTo>
                        <a:pt x="954302" y="82296"/>
                      </a:moveTo>
                      <a:cubicBezTo>
                        <a:pt x="976401" y="82296"/>
                        <a:pt x="998371" y="88265"/>
                        <a:pt x="1017897" y="99536"/>
                      </a:cubicBezTo>
                      <a:cubicBezTo>
                        <a:pt x="1047488" y="116618"/>
                        <a:pt x="1068665" y="144209"/>
                        <a:pt x="1077492" y="177165"/>
                      </a:cubicBezTo>
                      <a:cubicBezTo>
                        <a:pt x="1086319" y="210185"/>
                        <a:pt x="1081779" y="244666"/>
                        <a:pt x="1064697" y="274225"/>
                      </a:cubicBezTo>
                      <a:lnTo>
                        <a:pt x="320858" y="1562608"/>
                      </a:lnTo>
                      <a:cubicBezTo>
                        <a:pt x="303776" y="1592199"/>
                        <a:pt x="276186" y="1613376"/>
                        <a:pt x="243197" y="1622203"/>
                      </a:cubicBezTo>
                      <a:cubicBezTo>
                        <a:pt x="232180" y="1625156"/>
                        <a:pt x="220940" y="1626648"/>
                        <a:pt x="209764" y="1626648"/>
                      </a:cubicBezTo>
                      <a:cubicBezTo>
                        <a:pt x="187666" y="1626648"/>
                        <a:pt x="165696" y="1620679"/>
                        <a:pt x="146138" y="1609408"/>
                      </a:cubicBezTo>
                      <a:cubicBezTo>
                        <a:pt x="126707" y="1598200"/>
                        <a:pt x="110546" y="1582103"/>
                        <a:pt x="99401" y="1562798"/>
                      </a:cubicBezTo>
                      <a:lnTo>
                        <a:pt x="99180" y="1562417"/>
                      </a:lnTo>
                      <a:lnTo>
                        <a:pt x="99180" y="1562417"/>
                      </a:lnTo>
                      <a:cubicBezTo>
                        <a:pt x="76573" y="1522921"/>
                        <a:pt x="76605" y="1474026"/>
                        <a:pt x="99338" y="1434687"/>
                      </a:cubicBezTo>
                      <a:lnTo>
                        <a:pt x="843177" y="146304"/>
                      </a:lnTo>
                      <a:cubicBezTo>
                        <a:pt x="860259" y="116713"/>
                        <a:pt x="887849" y="95536"/>
                        <a:pt x="920838" y="86709"/>
                      </a:cubicBezTo>
                      <a:cubicBezTo>
                        <a:pt x="931887" y="83788"/>
                        <a:pt x="943126" y="82296"/>
                        <a:pt x="954302" y="82296"/>
                      </a:cubicBezTo>
                      <a:moveTo>
                        <a:pt x="954302" y="0"/>
                      </a:moveTo>
                      <a:cubicBezTo>
                        <a:pt x="936046" y="0"/>
                        <a:pt x="917663" y="2413"/>
                        <a:pt x="899533" y="7271"/>
                      </a:cubicBezTo>
                      <a:cubicBezTo>
                        <a:pt x="845305" y="21812"/>
                        <a:pt x="799997" y="56578"/>
                        <a:pt x="771898" y="105220"/>
                      </a:cubicBezTo>
                      <a:lnTo>
                        <a:pt x="28059" y="1393603"/>
                      </a:lnTo>
                      <a:cubicBezTo>
                        <a:pt x="-9374" y="1458436"/>
                        <a:pt x="-9342" y="1539050"/>
                        <a:pt x="28091" y="1603979"/>
                      </a:cubicBezTo>
                      <a:cubicBezTo>
                        <a:pt x="28091" y="1604010"/>
                        <a:pt x="28123" y="1604042"/>
                        <a:pt x="28123" y="1604042"/>
                      </a:cubicBezTo>
                      <a:cubicBezTo>
                        <a:pt x="46474" y="1635792"/>
                        <a:pt x="73049" y="1662335"/>
                        <a:pt x="104989" y="1680750"/>
                      </a:cubicBezTo>
                      <a:cubicBezTo>
                        <a:pt x="137375" y="1699451"/>
                        <a:pt x="173315" y="1709007"/>
                        <a:pt x="209733" y="1709007"/>
                      </a:cubicBezTo>
                      <a:cubicBezTo>
                        <a:pt x="227989" y="1709007"/>
                        <a:pt x="246372" y="1706594"/>
                        <a:pt x="264470" y="1701768"/>
                      </a:cubicBezTo>
                      <a:cubicBezTo>
                        <a:pt x="318699" y="1687227"/>
                        <a:pt x="364006" y="1652460"/>
                        <a:pt x="392105" y="1603820"/>
                      </a:cubicBezTo>
                      <a:lnTo>
                        <a:pt x="1135944" y="315436"/>
                      </a:lnTo>
                      <a:cubicBezTo>
                        <a:pt x="1164011" y="266827"/>
                        <a:pt x="1171472" y="210185"/>
                        <a:pt x="1156962" y="155924"/>
                      </a:cubicBezTo>
                      <a:cubicBezTo>
                        <a:pt x="1142421" y="101695"/>
                        <a:pt x="1107623" y="56356"/>
                        <a:pt x="1059013" y="28289"/>
                      </a:cubicBezTo>
                      <a:cubicBezTo>
                        <a:pt x="1026660" y="9557"/>
                        <a:pt x="990719" y="0"/>
                        <a:pt x="954302" y="0"/>
                      </a:cubicBezTo>
                      <a:lnTo>
                        <a:pt x="9543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2" name="Google Shape;142;p47"/>
                <p:cNvSpPr/>
                <p:nvPr/>
              </p:nvSpPr>
              <p:spPr>
                <a:xfrm>
                  <a:off x="14284901" y="5740177"/>
                  <a:ext cx="782498" cy="1047749"/>
                </a:xfrm>
                <a:custGeom>
                  <a:rect b="b" l="l" r="r" t="t"/>
                  <a:pathLst>
                    <a:path extrusionOk="0" h="1047749" w="782498">
                      <a:moveTo>
                        <a:pt x="572579" y="82296"/>
                      </a:moveTo>
                      <a:cubicBezTo>
                        <a:pt x="594677" y="82296"/>
                        <a:pt x="616681" y="88265"/>
                        <a:pt x="636175" y="99504"/>
                      </a:cubicBezTo>
                      <a:cubicBezTo>
                        <a:pt x="665734" y="116586"/>
                        <a:pt x="686911" y="144145"/>
                        <a:pt x="695738" y="177165"/>
                      </a:cubicBezTo>
                      <a:cubicBezTo>
                        <a:pt x="704596" y="210185"/>
                        <a:pt x="700056" y="244634"/>
                        <a:pt x="682974" y="274225"/>
                      </a:cubicBezTo>
                      <a:lnTo>
                        <a:pt x="320833" y="901446"/>
                      </a:lnTo>
                      <a:cubicBezTo>
                        <a:pt x="303752" y="931005"/>
                        <a:pt x="276194" y="952183"/>
                        <a:pt x="243173" y="961009"/>
                      </a:cubicBezTo>
                      <a:cubicBezTo>
                        <a:pt x="232156" y="963962"/>
                        <a:pt x="220885" y="965454"/>
                        <a:pt x="209708" y="965454"/>
                      </a:cubicBezTo>
                      <a:cubicBezTo>
                        <a:pt x="187611" y="965454"/>
                        <a:pt x="165608" y="959516"/>
                        <a:pt x="146113" y="948246"/>
                      </a:cubicBezTo>
                      <a:cubicBezTo>
                        <a:pt x="126746" y="937070"/>
                        <a:pt x="110521" y="920877"/>
                        <a:pt x="99187" y="901414"/>
                      </a:cubicBezTo>
                      <a:cubicBezTo>
                        <a:pt x="88107" y="882205"/>
                        <a:pt x="82233" y="860171"/>
                        <a:pt x="82296" y="837724"/>
                      </a:cubicBezTo>
                      <a:lnTo>
                        <a:pt x="82296" y="837565"/>
                      </a:lnTo>
                      <a:lnTo>
                        <a:pt x="82296" y="837406"/>
                      </a:lnTo>
                      <a:cubicBezTo>
                        <a:pt x="82233" y="814991"/>
                        <a:pt x="88138" y="792924"/>
                        <a:pt x="99314" y="773557"/>
                      </a:cubicBezTo>
                      <a:lnTo>
                        <a:pt x="461454" y="146336"/>
                      </a:lnTo>
                      <a:cubicBezTo>
                        <a:pt x="478536" y="116776"/>
                        <a:pt x="506127" y="95599"/>
                        <a:pt x="539115" y="86773"/>
                      </a:cubicBezTo>
                      <a:cubicBezTo>
                        <a:pt x="550132" y="83788"/>
                        <a:pt x="561403" y="82296"/>
                        <a:pt x="572579" y="82296"/>
                      </a:cubicBezTo>
                      <a:moveTo>
                        <a:pt x="572579" y="0"/>
                      </a:moveTo>
                      <a:cubicBezTo>
                        <a:pt x="554323" y="0"/>
                        <a:pt x="535940" y="2413"/>
                        <a:pt x="517811" y="7239"/>
                      </a:cubicBezTo>
                      <a:cubicBezTo>
                        <a:pt x="463581" y="21780"/>
                        <a:pt x="418243" y="56547"/>
                        <a:pt x="390176" y="105156"/>
                      </a:cubicBezTo>
                      <a:lnTo>
                        <a:pt x="28035" y="732377"/>
                      </a:lnTo>
                      <a:cubicBezTo>
                        <a:pt x="9366" y="764730"/>
                        <a:pt x="-63" y="801084"/>
                        <a:pt x="0" y="837565"/>
                      </a:cubicBezTo>
                      <a:cubicBezTo>
                        <a:pt x="-63" y="873791"/>
                        <a:pt x="9271" y="910304"/>
                        <a:pt x="27971" y="942658"/>
                      </a:cubicBezTo>
                      <a:cubicBezTo>
                        <a:pt x="46450" y="974471"/>
                        <a:pt x="73056" y="1001077"/>
                        <a:pt x="104965" y="1019524"/>
                      </a:cubicBezTo>
                      <a:cubicBezTo>
                        <a:pt x="137350" y="1038225"/>
                        <a:pt x="173291" y="1047750"/>
                        <a:pt x="209708" y="1047750"/>
                      </a:cubicBezTo>
                      <a:cubicBezTo>
                        <a:pt x="227965" y="1047750"/>
                        <a:pt x="246348" y="1045337"/>
                        <a:pt x="264477" y="1040511"/>
                      </a:cubicBezTo>
                      <a:cubicBezTo>
                        <a:pt x="318706" y="1025970"/>
                        <a:pt x="364046" y="991203"/>
                        <a:pt x="392113" y="942594"/>
                      </a:cubicBezTo>
                      <a:lnTo>
                        <a:pt x="754253" y="315373"/>
                      </a:lnTo>
                      <a:cubicBezTo>
                        <a:pt x="782320" y="266763"/>
                        <a:pt x="789782" y="210090"/>
                        <a:pt x="775240" y="155861"/>
                      </a:cubicBezTo>
                      <a:cubicBezTo>
                        <a:pt x="760698" y="101631"/>
                        <a:pt x="725932" y="56293"/>
                        <a:pt x="677323" y="28225"/>
                      </a:cubicBezTo>
                      <a:cubicBezTo>
                        <a:pt x="644938" y="9556"/>
                        <a:pt x="608997" y="0"/>
                        <a:pt x="572579" y="0"/>
                      </a:cubicBezTo>
                      <a:lnTo>
                        <a:pt x="5725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3" name="Google Shape;143;p47"/>
                <p:cNvSpPr/>
                <p:nvPr/>
              </p:nvSpPr>
              <p:spPr>
                <a:xfrm>
                  <a:off x="15996766" y="3201193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0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0" y="470789"/>
                      </a:lnTo>
                      <a:cubicBezTo>
                        <a:pt x="299403" y="512540"/>
                        <a:pt x="254826" y="538480"/>
                        <a:pt x="207232" y="538480"/>
                      </a:cubicBezTo>
                      <a:cubicBezTo>
                        <a:pt x="186372" y="538480"/>
                        <a:pt x="166656" y="533495"/>
                        <a:pt x="148686" y="523621"/>
                      </a:cubicBezTo>
                      <a:cubicBezTo>
                        <a:pt x="128174" y="512382"/>
                        <a:pt x="111189" y="495840"/>
                        <a:pt x="99568" y="475837"/>
                      </a:cubicBezTo>
                      <a:lnTo>
                        <a:pt x="99409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2" y="386874"/>
                        <a:pt x="99346" y="347504"/>
                      </a:cubicBezTo>
                      <a:lnTo>
                        <a:pt x="215487" y="146336"/>
                      </a:lnTo>
                      <a:cubicBezTo>
                        <a:pt x="232632" y="116649"/>
                        <a:pt x="260318" y="95472"/>
                        <a:pt x="293465" y="86678"/>
                      </a:cubicBezTo>
                      <a:cubicBezTo>
                        <a:pt x="304387" y="83757"/>
                        <a:pt x="315531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0" y="516731"/>
                      </a:cubicBezTo>
                      <a:cubicBezTo>
                        <a:pt x="28130" y="516763"/>
                        <a:pt x="28162" y="516795"/>
                        <a:pt x="28162" y="516795"/>
                      </a:cubicBezTo>
                      <a:cubicBezTo>
                        <a:pt x="47339" y="549973"/>
                        <a:pt x="75311" y="577278"/>
                        <a:pt x="109124" y="595821"/>
                      </a:cubicBezTo>
                      <a:cubicBezTo>
                        <a:pt x="140017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79" y="511969"/>
                      </a:cubicBezTo>
                      <a:lnTo>
                        <a:pt x="508285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69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44" name="Google Shape;144;p47"/>
              <p:cNvGrpSpPr/>
              <p:nvPr/>
            </p:nvGrpSpPr>
            <p:grpSpPr>
              <a:xfrm>
                <a:off x="15448143" y="2731135"/>
                <a:ext cx="2678444" cy="4330921"/>
                <a:chOff x="15448143" y="2731135"/>
                <a:chExt cx="2678444" cy="4330921"/>
              </a:xfrm>
            </p:grpSpPr>
            <p:sp>
              <p:nvSpPr>
                <p:cNvPr id="145" name="Google Shape;145;p47"/>
                <p:cNvSpPr/>
                <p:nvPr/>
              </p:nvSpPr>
              <p:spPr>
                <a:xfrm>
                  <a:off x="15834303" y="4779327"/>
                  <a:ext cx="1109175" cy="1613630"/>
                </a:xfrm>
                <a:custGeom>
                  <a:rect b="b" l="l" r="r" t="t"/>
                  <a:pathLst>
                    <a:path extrusionOk="0" h="1613630" w="1109175">
                      <a:moveTo>
                        <a:pt x="899443" y="82328"/>
                      </a:moveTo>
                      <a:cubicBezTo>
                        <a:pt x="921542" y="82328"/>
                        <a:pt x="943544" y="88297"/>
                        <a:pt x="963039" y="99536"/>
                      </a:cubicBezTo>
                      <a:cubicBezTo>
                        <a:pt x="982406" y="110712"/>
                        <a:pt x="998504" y="126746"/>
                        <a:pt x="1009648" y="145955"/>
                      </a:cubicBezTo>
                      <a:lnTo>
                        <a:pt x="1009774" y="146145"/>
                      </a:lnTo>
                      <a:lnTo>
                        <a:pt x="1009902" y="146336"/>
                      </a:lnTo>
                      <a:cubicBezTo>
                        <a:pt x="1032635" y="185864"/>
                        <a:pt x="1032603" y="234855"/>
                        <a:pt x="1009870" y="274257"/>
                      </a:cubicBezTo>
                      <a:lnTo>
                        <a:pt x="321085" y="1467294"/>
                      </a:lnTo>
                      <a:cubicBezTo>
                        <a:pt x="304004" y="1496885"/>
                        <a:pt x="276413" y="1518063"/>
                        <a:pt x="243425" y="1526889"/>
                      </a:cubicBezTo>
                      <a:cubicBezTo>
                        <a:pt x="232408" y="1529842"/>
                        <a:pt x="221168" y="1531334"/>
                        <a:pt x="209992" y="1531334"/>
                      </a:cubicBezTo>
                      <a:cubicBezTo>
                        <a:pt x="187894" y="1531334"/>
                        <a:pt x="165892" y="1525365"/>
                        <a:pt x="146397" y="1514125"/>
                      </a:cubicBezTo>
                      <a:cubicBezTo>
                        <a:pt x="116806" y="1497044"/>
                        <a:pt x="95629" y="1469453"/>
                        <a:pt x="86802" y="1436465"/>
                      </a:cubicBezTo>
                      <a:cubicBezTo>
                        <a:pt x="77975" y="1403445"/>
                        <a:pt x="82484" y="1368996"/>
                        <a:pt x="99597" y="1339406"/>
                      </a:cubicBezTo>
                      <a:lnTo>
                        <a:pt x="788382" y="146367"/>
                      </a:lnTo>
                      <a:cubicBezTo>
                        <a:pt x="805464" y="116776"/>
                        <a:pt x="833054" y="95631"/>
                        <a:pt x="866042" y="86773"/>
                      </a:cubicBezTo>
                      <a:cubicBezTo>
                        <a:pt x="876996" y="83820"/>
                        <a:pt x="888267" y="82328"/>
                        <a:pt x="899443" y="82328"/>
                      </a:cubicBezTo>
                      <a:moveTo>
                        <a:pt x="899443" y="0"/>
                      </a:moveTo>
                      <a:cubicBezTo>
                        <a:pt x="881187" y="0"/>
                        <a:pt x="862804" y="2413"/>
                        <a:pt x="844674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5"/>
                      </a:lnTo>
                      <a:cubicBezTo>
                        <a:pt x="188" y="1346835"/>
                        <a:pt x="-7273" y="1403509"/>
                        <a:pt x="7236" y="1457738"/>
                      </a:cubicBezTo>
                      <a:cubicBezTo>
                        <a:pt x="21746" y="1511967"/>
                        <a:pt x="56544" y="1557306"/>
                        <a:pt x="105185" y="1585373"/>
                      </a:cubicBezTo>
                      <a:cubicBezTo>
                        <a:pt x="137570" y="1604073"/>
                        <a:pt x="173512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97" y="1606359"/>
                      </a:cubicBezTo>
                      <a:cubicBezTo>
                        <a:pt x="318927" y="1591818"/>
                        <a:pt x="364234" y="1557052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18550" y="250539"/>
                        <a:pt x="1118518" y="169926"/>
                        <a:pt x="1081086" y="104997"/>
                      </a:cubicBezTo>
                      <a:cubicBezTo>
                        <a:pt x="1081086" y="104965"/>
                        <a:pt x="1081054" y="104934"/>
                        <a:pt x="1081054" y="104934"/>
                      </a:cubicBezTo>
                      <a:cubicBezTo>
                        <a:pt x="1062702" y="73184"/>
                        <a:pt x="1036127" y="46641"/>
                        <a:pt x="1004218" y="28225"/>
                      </a:cubicBezTo>
                      <a:cubicBezTo>
                        <a:pt x="971802" y="9557"/>
                        <a:pt x="935860" y="0"/>
                        <a:pt x="899443" y="0"/>
                      </a:cubicBezTo>
                      <a:lnTo>
                        <a:pt x="8994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6" name="Google Shape;146;p47"/>
                <p:cNvSpPr/>
                <p:nvPr/>
              </p:nvSpPr>
              <p:spPr>
                <a:xfrm>
                  <a:off x="16826046" y="3398773"/>
                  <a:ext cx="914480" cy="1276413"/>
                </a:xfrm>
                <a:custGeom>
                  <a:rect b="b" l="l" r="r" t="t"/>
                  <a:pathLst>
                    <a:path extrusionOk="0" h="1276413" w="914480">
                      <a:moveTo>
                        <a:pt x="704752" y="82328"/>
                      </a:moveTo>
                      <a:cubicBezTo>
                        <a:pt x="726850" y="82328"/>
                        <a:pt x="748854" y="88297"/>
                        <a:pt x="768348" y="99568"/>
                      </a:cubicBezTo>
                      <a:cubicBezTo>
                        <a:pt x="786985" y="110331"/>
                        <a:pt x="802638" y="125603"/>
                        <a:pt x="813687" y="143859"/>
                      </a:cubicBezTo>
                      <a:lnTo>
                        <a:pt x="813909" y="144304"/>
                      </a:lnTo>
                      <a:lnTo>
                        <a:pt x="815465" y="146876"/>
                      </a:lnTo>
                      <a:cubicBezTo>
                        <a:pt x="837912" y="186277"/>
                        <a:pt x="837785" y="235014"/>
                        <a:pt x="815147" y="274257"/>
                      </a:cubicBezTo>
                      <a:lnTo>
                        <a:pt x="321022" y="1130110"/>
                      </a:lnTo>
                      <a:cubicBezTo>
                        <a:pt x="303940" y="1159669"/>
                        <a:pt x="276382" y="1180846"/>
                        <a:pt x="243361" y="1189704"/>
                      </a:cubicBezTo>
                      <a:cubicBezTo>
                        <a:pt x="232344" y="1192657"/>
                        <a:pt x="221105" y="1194149"/>
                        <a:pt x="209929" y="1194149"/>
                      </a:cubicBezTo>
                      <a:cubicBezTo>
                        <a:pt x="187830" y="1194149"/>
                        <a:pt x="165860" y="1188180"/>
                        <a:pt x="146334" y="1176909"/>
                      </a:cubicBezTo>
                      <a:cubicBezTo>
                        <a:pt x="116742" y="1159828"/>
                        <a:pt x="95597" y="1132269"/>
                        <a:pt x="86739" y="1099280"/>
                      </a:cubicBezTo>
                      <a:cubicBezTo>
                        <a:pt x="77912" y="1066261"/>
                        <a:pt x="82452" y="1031811"/>
                        <a:pt x="99534" y="1002221"/>
                      </a:cubicBezTo>
                      <a:lnTo>
                        <a:pt x="593659" y="146367"/>
                      </a:lnTo>
                      <a:cubicBezTo>
                        <a:pt x="610741" y="116777"/>
                        <a:pt x="638300" y="95631"/>
                        <a:pt x="671319" y="86773"/>
                      </a:cubicBezTo>
                      <a:cubicBezTo>
                        <a:pt x="682305" y="83820"/>
                        <a:pt x="693576" y="82328"/>
                        <a:pt x="704752" y="82328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8" y="56547"/>
                        <a:pt x="522381" y="105188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6" y="1248156"/>
                      </a:cubicBezTo>
                      <a:cubicBezTo>
                        <a:pt x="137571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66" y="1269143"/>
                      </a:cubicBezTo>
                      <a:cubicBezTo>
                        <a:pt x="318894" y="1254601"/>
                        <a:pt x="364234" y="1219835"/>
                        <a:pt x="392301" y="1171194"/>
                      </a:cubicBezTo>
                      <a:lnTo>
                        <a:pt x="886426" y="315373"/>
                      </a:lnTo>
                      <a:cubicBezTo>
                        <a:pt x="923859" y="250539"/>
                        <a:pt x="923827" y="169894"/>
                        <a:pt x="886362" y="104997"/>
                      </a:cubicBezTo>
                      <a:cubicBezTo>
                        <a:pt x="886362" y="104966"/>
                        <a:pt x="886330" y="104934"/>
                        <a:pt x="886330" y="104934"/>
                      </a:cubicBezTo>
                      <a:cubicBezTo>
                        <a:pt x="867980" y="73184"/>
                        <a:pt x="841404" y="46641"/>
                        <a:pt x="809496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7" name="Google Shape;147;p47"/>
                <p:cNvSpPr/>
                <p:nvPr/>
              </p:nvSpPr>
              <p:spPr>
                <a:xfrm>
                  <a:off x="15448143" y="6500209"/>
                  <a:ext cx="502315" cy="561847"/>
                </a:xfrm>
                <a:custGeom>
                  <a:rect b="b" l="l" r="r" t="t"/>
                  <a:pathLst>
                    <a:path extrusionOk="0" h="561847" w="502315">
                      <a:moveTo>
                        <a:pt x="295194" y="82296"/>
                      </a:moveTo>
                      <a:cubicBezTo>
                        <a:pt x="315991" y="82296"/>
                        <a:pt x="335580" y="87249"/>
                        <a:pt x="353456" y="97059"/>
                      </a:cubicBezTo>
                      <a:cubicBezTo>
                        <a:pt x="372665" y="107696"/>
                        <a:pt x="388857" y="122904"/>
                        <a:pt x="400477" y="141256"/>
                      </a:cubicBezTo>
                      <a:lnTo>
                        <a:pt x="402796" y="145288"/>
                      </a:lnTo>
                      <a:cubicBezTo>
                        <a:pt x="425655" y="184880"/>
                        <a:pt x="425719" y="233934"/>
                        <a:pt x="402954" y="273367"/>
                      </a:cubicBezTo>
                      <a:lnTo>
                        <a:pt x="320849" y="415575"/>
                      </a:lnTo>
                      <a:cubicBezTo>
                        <a:pt x="303735" y="445230"/>
                        <a:pt x="276017" y="466375"/>
                        <a:pt x="242680" y="475202"/>
                      </a:cubicBezTo>
                      <a:cubicBezTo>
                        <a:pt x="231790" y="478091"/>
                        <a:pt x="220677" y="479584"/>
                        <a:pt x="209628" y="479584"/>
                      </a:cubicBezTo>
                      <a:cubicBezTo>
                        <a:pt x="187340" y="479584"/>
                        <a:pt x="165115" y="473487"/>
                        <a:pt x="145430" y="462026"/>
                      </a:cubicBezTo>
                      <a:cubicBezTo>
                        <a:pt x="84914" y="426656"/>
                        <a:pt x="64245" y="348456"/>
                        <a:pt x="99297" y="287718"/>
                      </a:cubicBezTo>
                      <a:lnTo>
                        <a:pt x="178736" y="150114"/>
                      </a:lnTo>
                      <a:cubicBezTo>
                        <a:pt x="202929" y="108267"/>
                        <a:pt x="247538" y="82296"/>
                        <a:pt x="295194" y="82296"/>
                      </a:cubicBezTo>
                      <a:moveTo>
                        <a:pt x="295194" y="0"/>
                      </a:moveTo>
                      <a:cubicBezTo>
                        <a:pt x="220995" y="0"/>
                        <a:pt x="147620" y="39465"/>
                        <a:pt x="107521" y="108903"/>
                      </a:cubicBezTo>
                      <a:lnTo>
                        <a:pt x="28082" y="246507"/>
                      </a:lnTo>
                      <a:cubicBezTo>
                        <a:pt x="-29608" y="346424"/>
                        <a:pt x="4459" y="474884"/>
                        <a:pt x="103964" y="533019"/>
                      </a:cubicBezTo>
                      <a:cubicBezTo>
                        <a:pt x="136635" y="552069"/>
                        <a:pt x="172893" y="561848"/>
                        <a:pt x="209692" y="561848"/>
                      </a:cubicBezTo>
                      <a:cubicBezTo>
                        <a:pt x="227757" y="561848"/>
                        <a:pt x="245982" y="559498"/>
                        <a:pt x="263921" y="554704"/>
                      </a:cubicBezTo>
                      <a:cubicBezTo>
                        <a:pt x="318340" y="540290"/>
                        <a:pt x="363996" y="505523"/>
                        <a:pt x="392191" y="456692"/>
                      </a:cubicBezTo>
                      <a:lnTo>
                        <a:pt x="474296" y="314484"/>
                      </a:lnTo>
                      <a:cubicBezTo>
                        <a:pt x="511761" y="249586"/>
                        <a:pt x="511602" y="168973"/>
                        <a:pt x="474138" y="104077"/>
                      </a:cubicBezTo>
                      <a:cubicBezTo>
                        <a:pt x="474138" y="104077"/>
                        <a:pt x="474138" y="104077"/>
                        <a:pt x="474201" y="103981"/>
                      </a:cubicBezTo>
                      <a:cubicBezTo>
                        <a:pt x="454929" y="70865"/>
                        <a:pt x="426957" y="43593"/>
                        <a:pt x="393207" y="24955"/>
                      </a:cubicBezTo>
                      <a:cubicBezTo>
                        <a:pt x="362314" y="8033"/>
                        <a:pt x="328659" y="0"/>
                        <a:pt x="295194" y="0"/>
                      </a:cubicBezTo>
                      <a:lnTo>
                        <a:pt x="29519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48" name="Google Shape;148;p47"/>
                <p:cNvSpPr/>
                <p:nvPr/>
              </p:nvSpPr>
              <p:spPr>
                <a:xfrm>
                  <a:off x="17624282" y="2731135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3528" y="108077"/>
                        <a:pt x="390101" y="123952"/>
                        <a:pt x="401690" y="143192"/>
                      </a:cubicBezTo>
                      <a:lnTo>
                        <a:pt x="401690" y="143224"/>
                      </a:lnTo>
                      <a:lnTo>
                        <a:pt x="403055" y="145542"/>
                      </a:lnTo>
                      <a:cubicBezTo>
                        <a:pt x="425725" y="185007"/>
                        <a:pt x="425693" y="233934"/>
                        <a:pt x="402960" y="273304"/>
                      </a:cubicBezTo>
                      <a:lnTo>
                        <a:pt x="320854" y="415544"/>
                      </a:lnTo>
                      <a:cubicBezTo>
                        <a:pt x="303710" y="445230"/>
                        <a:pt x="276024" y="466407"/>
                        <a:pt x="242876" y="475202"/>
                      </a:cubicBezTo>
                      <a:cubicBezTo>
                        <a:pt x="231954" y="478092"/>
                        <a:pt x="220810" y="479584"/>
                        <a:pt x="209729" y="479584"/>
                      </a:cubicBezTo>
                      <a:cubicBezTo>
                        <a:pt x="187441" y="479584"/>
                        <a:pt x="165247" y="473520"/>
                        <a:pt x="145594" y="462026"/>
                      </a:cubicBezTo>
                      <a:cubicBezTo>
                        <a:pt x="85015" y="426625"/>
                        <a:pt x="64250" y="348393"/>
                        <a:pt x="99334" y="287655"/>
                      </a:cubicBezTo>
                      <a:lnTo>
                        <a:pt x="178805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4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82"/>
                      </a:cubicBezTo>
                      <a:cubicBezTo>
                        <a:pt x="136672" y="552132"/>
                        <a:pt x="172963" y="561880"/>
                        <a:pt x="209729" y="561880"/>
                      </a:cubicBezTo>
                      <a:cubicBezTo>
                        <a:pt x="227827" y="561880"/>
                        <a:pt x="246019" y="559530"/>
                        <a:pt x="263990" y="554768"/>
                      </a:cubicBezTo>
                      <a:cubicBezTo>
                        <a:pt x="318473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5" y="104108"/>
                      </a:cubicBezTo>
                      <a:cubicBezTo>
                        <a:pt x="474175" y="104076"/>
                        <a:pt x="474143" y="104045"/>
                        <a:pt x="474143" y="104045"/>
                      </a:cubicBezTo>
                      <a:cubicBezTo>
                        <a:pt x="454966" y="70866"/>
                        <a:pt x="426963" y="43561"/>
                        <a:pt x="393181" y="25019"/>
                      </a:cubicBezTo>
                      <a:cubicBezTo>
                        <a:pt x="362288" y="8033"/>
                        <a:pt x="328569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149" name="Google Shape;149;p47"/>
              <p:cNvGrpSpPr/>
              <p:nvPr/>
            </p:nvGrpSpPr>
            <p:grpSpPr>
              <a:xfrm>
                <a:off x="14938169" y="1540128"/>
                <a:ext cx="3215025" cy="5260467"/>
                <a:chOff x="14938169" y="1540128"/>
                <a:chExt cx="3215025" cy="5260467"/>
              </a:xfrm>
            </p:grpSpPr>
            <p:sp>
              <p:nvSpPr>
                <p:cNvPr id="150" name="Google Shape;150;p47"/>
                <p:cNvSpPr/>
                <p:nvPr/>
              </p:nvSpPr>
              <p:spPr>
                <a:xfrm>
                  <a:off x="14938169" y="6239319"/>
                  <a:ext cx="501607" cy="561276"/>
                </a:xfrm>
                <a:custGeom>
                  <a:rect b="b" l="l" r="r" t="t"/>
                  <a:pathLst>
                    <a:path extrusionOk="0" h="561276" w="501607">
                      <a:moveTo>
                        <a:pt x="291898" y="82328"/>
                      </a:moveTo>
                      <a:cubicBezTo>
                        <a:pt x="313996" y="82328"/>
                        <a:pt x="335998" y="88265"/>
                        <a:pt x="355493" y="99536"/>
                      </a:cubicBezTo>
                      <a:cubicBezTo>
                        <a:pt x="374892" y="110744"/>
                        <a:pt x="390990" y="126841"/>
                        <a:pt x="402166" y="146209"/>
                      </a:cubicBezTo>
                      <a:cubicBezTo>
                        <a:pt x="413278" y="165417"/>
                        <a:pt x="419215" y="187674"/>
                        <a:pt x="419310" y="210407"/>
                      </a:cubicBezTo>
                      <a:cubicBezTo>
                        <a:pt x="419374" y="232823"/>
                        <a:pt x="413469" y="254889"/>
                        <a:pt x="402325" y="274257"/>
                      </a:cubicBezTo>
                      <a:lnTo>
                        <a:pt x="321076" y="415005"/>
                      </a:lnTo>
                      <a:cubicBezTo>
                        <a:pt x="303995" y="444563"/>
                        <a:pt x="276435" y="465741"/>
                        <a:pt x="243416" y="474568"/>
                      </a:cubicBezTo>
                      <a:cubicBezTo>
                        <a:pt x="232399" y="477520"/>
                        <a:pt x="221127" y="479012"/>
                        <a:pt x="209951" y="479012"/>
                      </a:cubicBezTo>
                      <a:cubicBezTo>
                        <a:pt x="187853" y="479012"/>
                        <a:pt x="165851" y="473043"/>
                        <a:pt x="146356" y="461804"/>
                      </a:cubicBezTo>
                      <a:cubicBezTo>
                        <a:pt x="116796" y="444722"/>
                        <a:pt x="95619" y="417163"/>
                        <a:pt x="86793" y="384143"/>
                      </a:cubicBezTo>
                      <a:cubicBezTo>
                        <a:pt x="77934" y="351123"/>
                        <a:pt x="82475" y="316674"/>
                        <a:pt x="99556" y="287084"/>
                      </a:cubicBezTo>
                      <a:lnTo>
                        <a:pt x="180805" y="146336"/>
                      </a:lnTo>
                      <a:cubicBezTo>
                        <a:pt x="197886" y="116777"/>
                        <a:pt x="225476" y="95599"/>
                        <a:pt x="258465" y="86773"/>
                      </a:cubicBezTo>
                      <a:cubicBezTo>
                        <a:pt x="269451" y="83820"/>
                        <a:pt x="280722" y="82328"/>
                        <a:pt x="291898" y="82328"/>
                      </a:cubicBezTo>
                      <a:moveTo>
                        <a:pt x="291898" y="0"/>
                      </a:moveTo>
                      <a:cubicBezTo>
                        <a:pt x="273642" y="0"/>
                        <a:pt x="255258" y="2413"/>
                        <a:pt x="237129" y="7239"/>
                      </a:cubicBezTo>
                      <a:cubicBezTo>
                        <a:pt x="182900" y="21780"/>
                        <a:pt x="137561" y="56547"/>
                        <a:pt x="109494" y="105156"/>
                      </a:cubicBezTo>
                      <a:lnTo>
                        <a:pt x="28246" y="245904"/>
                      </a:lnTo>
                      <a:cubicBezTo>
                        <a:pt x="179" y="294513"/>
                        <a:pt x="-7282" y="351187"/>
                        <a:pt x="7259" y="405416"/>
                      </a:cubicBezTo>
                      <a:cubicBezTo>
                        <a:pt x="21801" y="459644"/>
                        <a:pt x="56567" y="504984"/>
                        <a:pt x="105176" y="533051"/>
                      </a:cubicBezTo>
                      <a:cubicBezTo>
                        <a:pt x="137561" y="551751"/>
                        <a:pt x="173502" y="561276"/>
                        <a:pt x="209919" y="561276"/>
                      </a:cubicBezTo>
                      <a:cubicBezTo>
                        <a:pt x="228176" y="561276"/>
                        <a:pt x="246559" y="558863"/>
                        <a:pt x="264688" y="554037"/>
                      </a:cubicBezTo>
                      <a:cubicBezTo>
                        <a:pt x="318917" y="539496"/>
                        <a:pt x="364256" y="504730"/>
                        <a:pt x="392323" y="456121"/>
                      </a:cubicBezTo>
                      <a:lnTo>
                        <a:pt x="473571" y="315373"/>
                      </a:lnTo>
                      <a:cubicBezTo>
                        <a:pt x="492240" y="283020"/>
                        <a:pt x="501670" y="246634"/>
                        <a:pt x="501607" y="210185"/>
                      </a:cubicBezTo>
                      <a:cubicBezTo>
                        <a:pt x="501448" y="173831"/>
                        <a:pt x="492145" y="137319"/>
                        <a:pt x="473412" y="104965"/>
                      </a:cubicBezTo>
                      <a:cubicBezTo>
                        <a:pt x="455156" y="73279"/>
                        <a:pt x="428550" y="46641"/>
                        <a:pt x="396641" y="28226"/>
                      </a:cubicBezTo>
                      <a:cubicBezTo>
                        <a:pt x="364256" y="9557"/>
                        <a:pt x="328315" y="0"/>
                        <a:pt x="291898" y="0"/>
                      </a:cubicBezTo>
                      <a:lnTo>
                        <a:pt x="2918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51" name="Google Shape;151;p47"/>
                <p:cNvSpPr/>
                <p:nvPr/>
              </p:nvSpPr>
              <p:spPr>
                <a:xfrm>
                  <a:off x="15308460" y="4698460"/>
                  <a:ext cx="1020906" cy="1460786"/>
                </a:xfrm>
                <a:custGeom>
                  <a:rect b="b" l="l" r="r" t="t"/>
                  <a:pathLst>
                    <a:path extrusionOk="0" h="1460786" w="1020906">
                      <a:moveTo>
                        <a:pt x="811210" y="82296"/>
                      </a:moveTo>
                      <a:cubicBezTo>
                        <a:pt x="833308" y="82296"/>
                        <a:pt x="855279" y="88265"/>
                        <a:pt x="874806" y="99537"/>
                      </a:cubicBezTo>
                      <a:cubicBezTo>
                        <a:pt x="894236" y="110744"/>
                        <a:pt x="910397" y="126873"/>
                        <a:pt x="921541" y="146145"/>
                      </a:cubicBezTo>
                      <a:lnTo>
                        <a:pt x="921827" y="146653"/>
                      </a:lnTo>
                      <a:cubicBezTo>
                        <a:pt x="944369" y="186118"/>
                        <a:pt x="944306" y="234950"/>
                        <a:pt x="921605" y="274257"/>
                      </a:cubicBezTo>
                      <a:lnTo>
                        <a:pt x="321054" y="1314450"/>
                      </a:lnTo>
                      <a:cubicBezTo>
                        <a:pt x="303972" y="1344041"/>
                        <a:pt x="276413" y="1365187"/>
                        <a:pt x="243393" y="1374045"/>
                      </a:cubicBezTo>
                      <a:cubicBezTo>
                        <a:pt x="232376" y="1376998"/>
                        <a:pt x="221136" y="1378490"/>
                        <a:pt x="209960" y="1378490"/>
                      </a:cubicBezTo>
                      <a:cubicBezTo>
                        <a:pt x="187862" y="1378490"/>
                        <a:pt x="165860" y="1372521"/>
                        <a:pt x="146365" y="1361281"/>
                      </a:cubicBezTo>
                      <a:cubicBezTo>
                        <a:pt x="116774" y="1344200"/>
                        <a:pt x="95629" y="1316609"/>
                        <a:pt x="86771" y="1283621"/>
                      </a:cubicBezTo>
                      <a:cubicBezTo>
                        <a:pt x="77944" y="1250601"/>
                        <a:pt x="82452" y="1216152"/>
                        <a:pt x="99566" y="1186561"/>
                      </a:cubicBezTo>
                      <a:lnTo>
                        <a:pt x="700117" y="146368"/>
                      </a:lnTo>
                      <a:cubicBezTo>
                        <a:pt x="717198" y="116777"/>
                        <a:pt x="744758" y="95631"/>
                        <a:pt x="777777" y="86773"/>
                      </a:cubicBezTo>
                      <a:cubicBezTo>
                        <a:pt x="788794" y="83820"/>
                        <a:pt x="800034" y="82296"/>
                        <a:pt x="811210" y="82296"/>
                      </a:cubicBezTo>
                      <a:moveTo>
                        <a:pt x="811210" y="0"/>
                      </a:moveTo>
                      <a:cubicBezTo>
                        <a:pt x="792954" y="0"/>
                        <a:pt x="774571" y="2413"/>
                        <a:pt x="756441" y="7271"/>
                      </a:cubicBezTo>
                      <a:cubicBezTo>
                        <a:pt x="702212" y="21812"/>
                        <a:pt x="656873" y="56579"/>
                        <a:pt x="628807" y="105220"/>
                      </a:cubicBezTo>
                      <a:lnTo>
                        <a:pt x="28255" y="1145381"/>
                      </a:lnTo>
                      <a:cubicBezTo>
                        <a:pt x="188" y="1193991"/>
                        <a:pt x="-7273" y="1250664"/>
                        <a:pt x="7237" y="1304893"/>
                      </a:cubicBezTo>
                      <a:cubicBezTo>
                        <a:pt x="21778" y="1359154"/>
                        <a:pt x="56545" y="1404462"/>
                        <a:pt x="105185" y="1432529"/>
                      </a:cubicBezTo>
                      <a:cubicBezTo>
                        <a:pt x="137571" y="1451229"/>
                        <a:pt x="173511" y="1460786"/>
                        <a:pt x="209929" y="1460786"/>
                      </a:cubicBezTo>
                      <a:cubicBezTo>
                        <a:pt x="228185" y="1460786"/>
                        <a:pt x="246568" y="1458373"/>
                        <a:pt x="264666" y="1453515"/>
                      </a:cubicBezTo>
                      <a:cubicBezTo>
                        <a:pt x="318894" y="1438974"/>
                        <a:pt x="364234" y="1404207"/>
                        <a:pt x="392301" y="1355567"/>
                      </a:cubicBezTo>
                      <a:lnTo>
                        <a:pt x="992852" y="315405"/>
                      </a:lnTo>
                      <a:cubicBezTo>
                        <a:pt x="1030285" y="250571"/>
                        <a:pt x="1030253" y="169958"/>
                        <a:pt x="992788" y="105029"/>
                      </a:cubicBezTo>
                      <a:cubicBezTo>
                        <a:pt x="992788" y="104997"/>
                        <a:pt x="992756" y="104966"/>
                        <a:pt x="992756" y="104966"/>
                      </a:cubicBezTo>
                      <a:cubicBezTo>
                        <a:pt x="974405" y="73216"/>
                        <a:pt x="947831" y="46705"/>
                        <a:pt x="915922" y="28258"/>
                      </a:cubicBezTo>
                      <a:cubicBezTo>
                        <a:pt x="883569" y="9557"/>
                        <a:pt x="847627" y="0"/>
                        <a:pt x="811210" y="0"/>
                      </a:cubicBezTo>
                      <a:lnTo>
                        <a:pt x="81121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52" name="Google Shape;152;p47"/>
                <p:cNvSpPr/>
                <p:nvPr/>
              </p:nvSpPr>
              <p:spPr>
                <a:xfrm>
                  <a:off x="16596970" y="2803175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8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3" y="146463"/>
                      </a:lnTo>
                      <a:lnTo>
                        <a:pt x="727708" y="146907"/>
                      </a:lnTo>
                      <a:cubicBezTo>
                        <a:pt x="750123" y="186309"/>
                        <a:pt x="749996" y="235045"/>
                        <a:pt x="727358" y="274257"/>
                      </a:cubicBezTo>
                      <a:lnTo>
                        <a:pt x="321085" y="977932"/>
                      </a:lnTo>
                      <a:cubicBezTo>
                        <a:pt x="304004" y="1007523"/>
                        <a:pt x="276445" y="1028668"/>
                        <a:pt x="243425" y="1037527"/>
                      </a:cubicBezTo>
                      <a:cubicBezTo>
                        <a:pt x="232408" y="1040479"/>
                        <a:pt x="221168" y="1041971"/>
                        <a:pt x="209960" y="1041971"/>
                      </a:cubicBezTo>
                      <a:cubicBezTo>
                        <a:pt x="187862" y="1041971"/>
                        <a:pt x="165892" y="1036002"/>
                        <a:pt x="146365" y="1024731"/>
                      </a:cubicBezTo>
                      <a:cubicBezTo>
                        <a:pt x="116774" y="1007650"/>
                        <a:pt x="95597" y="980059"/>
                        <a:pt x="86770" y="947102"/>
                      </a:cubicBezTo>
                      <a:cubicBezTo>
                        <a:pt x="77943" y="914083"/>
                        <a:pt x="82484" y="879602"/>
                        <a:pt x="99565" y="850043"/>
                      </a:cubicBezTo>
                      <a:lnTo>
                        <a:pt x="505838" y="146367"/>
                      </a:lnTo>
                      <a:cubicBezTo>
                        <a:pt x="522920" y="116776"/>
                        <a:pt x="550479" y="95631"/>
                        <a:pt x="583499" y="86773"/>
                      </a:cubicBezTo>
                      <a:cubicBezTo>
                        <a:pt x="594517" y="83820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3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7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1" y="1124299"/>
                        <a:pt x="209928" y="1124299"/>
                      </a:cubicBezTo>
                      <a:cubicBezTo>
                        <a:pt x="228185" y="1124299"/>
                        <a:pt x="246568" y="1121886"/>
                        <a:pt x="264697" y="1117028"/>
                      </a:cubicBezTo>
                      <a:cubicBezTo>
                        <a:pt x="318926" y="1102487"/>
                        <a:pt x="364266" y="1067721"/>
                        <a:pt x="392332" y="1019080"/>
                      </a:cubicBezTo>
                      <a:lnTo>
                        <a:pt x="798606" y="315436"/>
                      </a:lnTo>
                      <a:cubicBezTo>
                        <a:pt x="836038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4997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53" name="Google Shape;153;p47"/>
                <p:cNvSpPr/>
                <p:nvPr/>
              </p:nvSpPr>
              <p:spPr>
                <a:xfrm>
                  <a:off x="16212169" y="4032503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4226" y="108458"/>
                        <a:pt x="391244" y="125063"/>
                        <a:pt x="402865" y="145193"/>
                      </a:cubicBezTo>
                      <a:lnTo>
                        <a:pt x="403087" y="145574"/>
                      </a:lnTo>
                      <a:lnTo>
                        <a:pt x="403151" y="145701"/>
                      </a:lnTo>
                      <a:lnTo>
                        <a:pt x="403151" y="145701"/>
                      </a:lnTo>
                      <a:cubicBezTo>
                        <a:pt x="425693" y="185134"/>
                        <a:pt x="425629" y="233966"/>
                        <a:pt x="402928" y="273272"/>
                      </a:cubicBezTo>
                      <a:lnTo>
                        <a:pt x="320822" y="415512"/>
                      </a:lnTo>
                      <a:cubicBezTo>
                        <a:pt x="303678" y="445199"/>
                        <a:pt x="275992" y="466376"/>
                        <a:pt x="242845" y="475171"/>
                      </a:cubicBezTo>
                      <a:cubicBezTo>
                        <a:pt x="231922" y="478060"/>
                        <a:pt x="220778" y="479552"/>
                        <a:pt x="209697" y="479552"/>
                      </a:cubicBezTo>
                      <a:cubicBezTo>
                        <a:pt x="187409" y="479552"/>
                        <a:pt x="165216" y="473488"/>
                        <a:pt x="145563" y="461994"/>
                      </a:cubicBezTo>
                      <a:cubicBezTo>
                        <a:pt x="84983" y="426593"/>
                        <a:pt x="64219" y="348361"/>
                        <a:pt x="99303" y="287624"/>
                      </a:cubicBezTo>
                      <a:lnTo>
                        <a:pt x="178773" y="149987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2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1" y="540290"/>
                        <a:pt x="363971" y="505460"/>
                        <a:pt x="392133" y="456661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6" y="70834"/>
                        <a:pt x="426995" y="43530"/>
                        <a:pt x="393181" y="24987"/>
                      </a:cubicBezTo>
                      <a:cubicBezTo>
                        <a:pt x="362288" y="8033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154" name="Google Shape;154;p47"/>
                <p:cNvSpPr/>
                <p:nvPr/>
              </p:nvSpPr>
              <p:spPr>
                <a:xfrm>
                  <a:off x="17294061" y="1540128"/>
                  <a:ext cx="859133" cy="1182941"/>
                </a:xfrm>
                <a:custGeom>
                  <a:rect b="b" l="l" r="r" t="t"/>
                  <a:pathLst>
                    <a:path extrusionOk="0" h="1182941" w="859133">
                      <a:moveTo>
                        <a:pt x="649329" y="82296"/>
                      </a:moveTo>
                      <a:cubicBezTo>
                        <a:pt x="671332" y="82296"/>
                        <a:pt x="693080" y="88075"/>
                        <a:pt x="712226" y="98997"/>
                      </a:cubicBezTo>
                      <a:cubicBezTo>
                        <a:pt x="742007" y="115983"/>
                        <a:pt x="763343" y="143574"/>
                        <a:pt x="772296" y="176657"/>
                      </a:cubicBezTo>
                      <a:cubicBezTo>
                        <a:pt x="781250" y="209772"/>
                        <a:pt x="776742" y="244348"/>
                        <a:pt x="759596" y="274034"/>
                      </a:cubicBezTo>
                      <a:lnTo>
                        <a:pt x="319319" y="1036638"/>
                      </a:lnTo>
                      <a:cubicBezTo>
                        <a:pt x="296587" y="1076008"/>
                        <a:pt x="254264" y="1100487"/>
                        <a:pt x="208766" y="1100614"/>
                      </a:cubicBezTo>
                      <a:lnTo>
                        <a:pt x="208321" y="1100614"/>
                      </a:lnTo>
                      <a:cubicBezTo>
                        <a:pt x="185080" y="1100614"/>
                        <a:pt x="162157" y="1094169"/>
                        <a:pt x="142091" y="1081977"/>
                      </a:cubicBezTo>
                      <a:cubicBezTo>
                        <a:pt x="114088" y="1064990"/>
                        <a:pt x="94212" y="1037273"/>
                        <a:pt x="86116" y="1003999"/>
                      </a:cubicBezTo>
                      <a:cubicBezTo>
                        <a:pt x="77860" y="969931"/>
                        <a:pt x="82941" y="934498"/>
                        <a:pt x="100435" y="904177"/>
                      </a:cubicBezTo>
                      <a:lnTo>
                        <a:pt x="538077" y="146145"/>
                      </a:lnTo>
                      <a:cubicBezTo>
                        <a:pt x="560810" y="106744"/>
                        <a:pt x="603450" y="82296"/>
                        <a:pt x="649329" y="82296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2"/>
                      </a:cubicBezTo>
                      <a:cubicBezTo>
                        <a:pt x="208321" y="1182942"/>
                        <a:pt x="208353" y="1182942"/>
                        <a:pt x="208353" y="1182942"/>
                      </a:cubicBezTo>
                      <a:cubicBezTo>
                        <a:pt x="208385" y="1182942"/>
                        <a:pt x="208385" y="1182942"/>
                        <a:pt x="208385" y="1182942"/>
                      </a:cubicBezTo>
                      <a:cubicBezTo>
                        <a:pt x="283346" y="1182942"/>
                        <a:pt x="353165" y="1142651"/>
                        <a:pt x="390598" y="1077817"/>
                      </a:cubicBezTo>
                      <a:lnTo>
                        <a:pt x="830876" y="315214"/>
                      </a:lnTo>
                      <a:cubicBezTo>
                        <a:pt x="859038" y="266414"/>
                        <a:pt x="866467" y="209582"/>
                        <a:pt x="851735" y="155194"/>
                      </a:cubicBezTo>
                      <a:cubicBezTo>
                        <a:pt x="837003" y="100806"/>
                        <a:pt x="801951" y="55467"/>
                        <a:pt x="752993" y="27559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</p:grpSp>
        <p:sp>
          <p:nvSpPr>
            <p:cNvPr id="155" name="Google Shape;155;p47"/>
            <p:cNvSpPr/>
            <p:nvPr/>
          </p:nvSpPr>
          <p:spPr>
            <a:xfrm>
              <a:off x="16931720" y="5344128"/>
              <a:ext cx="3193198" cy="4621530"/>
            </a:xfrm>
            <a:custGeom>
              <a:rect b="b" l="l" r="r" t="t"/>
              <a:pathLst>
                <a:path extrusionOk="0" h="4621530" w="3193198">
                  <a:moveTo>
                    <a:pt x="2588788" y="0"/>
                  </a:moveTo>
                  <a:cubicBezTo>
                    <a:pt x="2536209" y="0"/>
                    <a:pt x="2483315" y="6858"/>
                    <a:pt x="2431182" y="20765"/>
                  </a:cubicBezTo>
                  <a:cubicBezTo>
                    <a:pt x="2275066" y="62389"/>
                    <a:pt x="2144574" y="162020"/>
                    <a:pt x="2063737" y="301276"/>
                  </a:cubicBezTo>
                  <a:lnTo>
                    <a:pt x="80792" y="3718179"/>
                  </a:lnTo>
                  <a:cubicBezTo>
                    <a:pt x="-26999" y="3903917"/>
                    <a:pt x="-26904" y="4134771"/>
                    <a:pt x="80919" y="4320699"/>
                  </a:cubicBezTo>
                  <a:cubicBezTo>
                    <a:pt x="80951" y="4320763"/>
                    <a:pt x="81014" y="4320858"/>
                    <a:pt x="81046" y="4320922"/>
                  </a:cubicBezTo>
                  <a:cubicBezTo>
                    <a:pt x="133909" y="4411885"/>
                    <a:pt x="210395" y="4487863"/>
                    <a:pt x="302312" y="4540632"/>
                  </a:cubicBezTo>
                  <a:cubicBezTo>
                    <a:pt x="395530" y="4594162"/>
                    <a:pt x="499003" y="4621531"/>
                    <a:pt x="603873" y="4621531"/>
                  </a:cubicBezTo>
                  <a:cubicBezTo>
                    <a:pt x="656451" y="4621531"/>
                    <a:pt x="709346" y="4614672"/>
                    <a:pt x="761480" y="4600766"/>
                  </a:cubicBezTo>
                  <a:cubicBezTo>
                    <a:pt x="917595" y="4559141"/>
                    <a:pt x="1048088" y="4459510"/>
                    <a:pt x="1128923" y="4320254"/>
                  </a:cubicBezTo>
                  <a:lnTo>
                    <a:pt x="3111869" y="903351"/>
                  </a:lnTo>
                  <a:cubicBezTo>
                    <a:pt x="3192673" y="764096"/>
                    <a:pt x="3214135" y="601821"/>
                    <a:pt x="3172354" y="446500"/>
                  </a:cubicBezTo>
                  <a:cubicBezTo>
                    <a:pt x="3130537" y="291148"/>
                    <a:pt x="3030336" y="161354"/>
                    <a:pt x="2890382" y="80963"/>
                  </a:cubicBezTo>
                  <a:cubicBezTo>
                    <a:pt x="2797162" y="27337"/>
                    <a:pt x="2693659" y="0"/>
                    <a:pt x="2588788" y="0"/>
                  </a:cubicBezTo>
                  <a:moveTo>
                    <a:pt x="2588788" y="254572"/>
                  </a:moveTo>
                  <a:cubicBezTo>
                    <a:pt x="2649082" y="254572"/>
                    <a:pt x="2709120" y="270764"/>
                    <a:pt x="2762428" y="301403"/>
                  </a:cubicBezTo>
                  <a:cubicBezTo>
                    <a:pt x="2843233" y="347821"/>
                    <a:pt x="2901018" y="422720"/>
                    <a:pt x="2925116" y="512318"/>
                  </a:cubicBezTo>
                  <a:cubicBezTo>
                    <a:pt x="2949277" y="602012"/>
                    <a:pt x="2936862" y="695643"/>
                    <a:pt x="2890222" y="776002"/>
                  </a:cubicBezTo>
                  <a:lnTo>
                    <a:pt x="907276" y="4192905"/>
                  </a:lnTo>
                  <a:cubicBezTo>
                    <a:pt x="860604" y="4273297"/>
                    <a:pt x="785293" y="4330796"/>
                    <a:pt x="695186" y="4354831"/>
                  </a:cubicBezTo>
                  <a:cubicBezTo>
                    <a:pt x="665087" y="4362863"/>
                    <a:pt x="634322" y="4366927"/>
                    <a:pt x="603809" y="4366927"/>
                  </a:cubicBezTo>
                  <a:cubicBezTo>
                    <a:pt x="543516" y="4366927"/>
                    <a:pt x="483477" y="4350735"/>
                    <a:pt x="430137" y="4320096"/>
                  </a:cubicBezTo>
                  <a:cubicBezTo>
                    <a:pt x="377083" y="4289679"/>
                    <a:pt x="332982" y="4245896"/>
                    <a:pt x="302534" y="4193508"/>
                  </a:cubicBezTo>
                  <a:lnTo>
                    <a:pt x="302280" y="4193096"/>
                  </a:lnTo>
                  <a:cubicBezTo>
                    <a:pt x="240177" y="4085686"/>
                    <a:pt x="240208" y="3952526"/>
                    <a:pt x="302343" y="3845465"/>
                  </a:cubicBezTo>
                  <a:lnTo>
                    <a:pt x="2285290" y="428562"/>
                  </a:lnTo>
                  <a:cubicBezTo>
                    <a:pt x="2331930" y="348202"/>
                    <a:pt x="2407273" y="290703"/>
                    <a:pt x="2497379" y="266637"/>
                  </a:cubicBezTo>
                  <a:cubicBezTo>
                    <a:pt x="2527542" y="258636"/>
                    <a:pt x="2558276" y="254572"/>
                    <a:pt x="2588788" y="254572"/>
                  </a:cubicBezTo>
                </a:path>
              </a:pathLst>
            </a:custGeom>
            <a:solidFill>
              <a:srgbClr val="3000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scherm Paars">
  <p:cSld name="Startscherm Paar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"/>
              <a:buNone/>
              <a:defRPr b="1" i="0" sz="6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8" name="Google Shape;158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9" name="Google Shape;159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0" name="Google Shape;160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1" name="Google Shape;161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5"/>
          <p:cNvSpPr/>
          <p:nvPr/>
        </p:nvSpPr>
        <p:spPr>
          <a:xfrm>
            <a:off x="5621533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Licht">
  <p:cSld name="Foto Slide Gradient Lich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Menselijk gezicht, overdekt, muur, persoon&#10;&#10;Automatisch gegenereerde beschrijving" id="165" name="Google Shape;165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66825" y="-2647092"/>
            <a:ext cx="14906625" cy="9938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Kleurrijkheid, waas, sinaasappel, paars&#10;&#10;Automatisch gegenereerde beschrijving" id="166" name="Google Shape;166;p66"/>
          <p:cNvPicPr preferRelativeResize="0"/>
          <p:nvPr/>
        </p:nvPicPr>
        <p:blipFill rotWithShape="1">
          <a:blip r:embed="rId3">
            <a:alphaModFix/>
          </a:blip>
          <a:srcRect b="-106472" l="-17321" r="-16126" t="-27143"/>
          <a:stretch/>
        </p:blipFill>
        <p:spPr>
          <a:xfrm>
            <a:off x="-2121323" y="-1860098"/>
            <a:ext cx="16269879" cy="16017181"/>
          </a:xfrm>
          <a:custGeom>
            <a:rect b="b" l="l" r="r" t="t"/>
            <a:pathLst>
              <a:path extrusionOk="0" h="16017181" w="16269879">
                <a:moveTo>
                  <a:pt x="7569614" y="6818864"/>
                </a:moveTo>
                <a:cubicBezTo>
                  <a:pt x="7593319" y="6817571"/>
                  <a:pt x="7617973" y="6818331"/>
                  <a:pt x="7641951" y="6820654"/>
                </a:cubicBezTo>
                <a:lnTo>
                  <a:pt x="14151031" y="7357981"/>
                </a:lnTo>
                <a:lnTo>
                  <a:pt x="14303797" y="7363868"/>
                </a:lnTo>
                <a:lnTo>
                  <a:pt x="14303797" y="8717205"/>
                </a:lnTo>
                <a:lnTo>
                  <a:pt x="11667158" y="8717205"/>
                </a:lnTo>
                <a:lnTo>
                  <a:pt x="11644458" y="8681134"/>
                </a:lnTo>
                <a:cubicBezTo>
                  <a:pt x="11385540" y="8311230"/>
                  <a:pt x="11009895" y="8044530"/>
                  <a:pt x="10569383" y="7921518"/>
                </a:cubicBezTo>
                <a:lnTo>
                  <a:pt x="7590602" y="7089671"/>
                </a:lnTo>
                <a:cubicBezTo>
                  <a:pt x="7451799" y="7050869"/>
                  <a:pt x="7415701" y="6952279"/>
                  <a:pt x="7425776" y="6899172"/>
                </a:cubicBezTo>
                <a:cubicBezTo>
                  <a:pt x="7435929" y="6845097"/>
                  <a:pt x="7498500" y="6822741"/>
                  <a:pt x="7569614" y="6818864"/>
                </a:cubicBezTo>
                <a:close/>
                <a:moveTo>
                  <a:pt x="2111797" y="6605929"/>
                </a:moveTo>
                <a:lnTo>
                  <a:pt x="2111797" y="8717205"/>
                </a:lnTo>
                <a:lnTo>
                  <a:pt x="11667158" y="8717205"/>
                </a:lnTo>
                <a:lnTo>
                  <a:pt x="11748125" y="8845865"/>
                </a:lnTo>
                <a:cubicBezTo>
                  <a:pt x="12004708" y="9301366"/>
                  <a:pt x="12068673" y="9829510"/>
                  <a:pt x="11928012" y="10332972"/>
                </a:cubicBezTo>
                <a:cubicBezTo>
                  <a:pt x="11715238" y="11095089"/>
                  <a:pt x="11076331" y="11624295"/>
                  <a:pt x="10341137" y="11738975"/>
                </a:cubicBezTo>
                <a:cubicBezTo>
                  <a:pt x="10326178" y="11743376"/>
                  <a:pt x="6963221" y="12004470"/>
                  <a:pt x="6963221" y="12004470"/>
                </a:cubicBezTo>
                <a:cubicBezTo>
                  <a:pt x="6909066" y="12013012"/>
                  <a:pt x="6893009" y="12050675"/>
                  <a:pt x="6889872" y="12082280"/>
                </a:cubicBezTo>
                <a:cubicBezTo>
                  <a:pt x="6886647" y="12115119"/>
                  <a:pt x="6895312" y="12157764"/>
                  <a:pt x="6954857" y="12174355"/>
                </a:cubicBezTo>
                <a:cubicBezTo>
                  <a:pt x="7988909" y="12463114"/>
                  <a:pt x="8599748" y="13540433"/>
                  <a:pt x="8316240" y="14576049"/>
                </a:cubicBezTo>
                <a:cubicBezTo>
                  <a:pt x="8177778" y="15082100"/>
                  <a:pt x="7850065" y="15503265"/>
                  <a:pt x="7393589" y="15762037"/>
                </a:cubicBezTo>
                <a:lnTo>
                  <a:pt x="7393512" y="15761734"/>
                </a:lnTo>
                <a:cubicBezTo>
                  <a:pt x="6937035" y="16020507"/>
                  <a:pt x="6407319" y="16085278"/>
                  <a:pt x="5901955" y="15944135"/>
                </a:cubicBezTo>
                <a:lnTo>
                  <a:pt x="4429163" y="15532890"/>
                </a:lnTo>
                <a:cubicBezTo>
                  <a:pt x="3757678" y="15345395"/>
                  <a:pt x="3232741" y="14808950"/>
                  <a:pt x="3059188" y="14132981"/>
                </a:cubicBezTo>
                <a:lnTo>
                  <a:pt x="3059013" y="14132299"/>
                </a:lnTo>
                <a:cubicBezTo>
                  <a:pt x="2970484" y="13786842"/>
                  <a:pt x="2978730" y="13422809"/>
                  <a:pt x="3082784" y="13079333"/>
                </a:cubicBezTo>
                <a:cubicBezTo>
                  <a:pt x="3316790" y="12307328"/>
                  <a:pt x="4013517" y="11785454"/>
                  <a:pt x="4794536" y="11711738"/>
                </a:cubicBezTo>
                <a:cubicBezTo>
                  <a:pt x="4801898" y="11710498"/>
                  <a:pt x="4808970" y="11708442"/>
                  <a:pt x="4816506" y="11707886"/>
                </a:cubicBezTo>
                <a:lnTo>
                  <a:pt x="7157977" y="11527241"/>
                </a:lnTo>
                <a:lnTo>
                  <a:pt x="7157895" y="11526293"/>
                </a:lnTo>
                <a:cubicBezTo>
                  <a:pt x="7309163" y="11514689"/>
                  <a:pt x="7373397" y="11404778"/>
                  <a:pt x="7383108" y="11305767"/>
                </a:cubicBezTo>
                <a:cubicBezTo>
                  <a:pt x="7392765" y="11207173"/>
                  <a:pt x="7351282" y="11087571"/>
                  <a:pt x="7206768" y="11046353"/>
                </a:cubicBezTo>
                <a:lnTo>
                  <a:pt x="2976769" y="9865070"/>
                </a:lnTo>
                <a:cubicBezTo>
                  <a:pt x="2305285" y="9677574"/>
                  <a:pt x="1780347" y="9141129"/>
                  <a:pt x="1606794" y="8465161"/>
                </a:cubicBezTo>
                <a:lnTo>
                  <a:pt x="1606620" y="8464479"/>
                </a:lnTo>
                <a:cubicBezTo>
                  <a:pt x="1521842" y="8133662"/>
                  <a:pt x="1525805" y="7784147"/>
                  <a:pt x="1618140" y="7453617"/>
                </a:cubicBezTo>
                <a:cubicBezTo>
                  <a:pt x="1697949" y="7167859"/>
                  <a:pt x="1837591" y="6914663"/>
                  <a:pt x="2019735" y="6703751"/>
                </a:cubicBezTo>
                <a:close/>
                <a:moveTo>
                  <a:pt x="2111797" y="4033231"/>
                </a:moveTo>
                <a:lnTo>
                  <a:pt x="9738809" y="6163091"/>
                </a:lnTo>
                <a:cubicBezTo>
                  <a:pt x="9889270" y="6204483"/>
                  <a:pt x="9878679" y="6334762"/>
                  <a:pt x="9871863" y="6373777"/>
                </a:cubicBezTo>
                <a:cubicBezTo>
                  <a:pt x="9864989" y="6412885"/>
                  <a:pt x="9830444" y="6539278"/>
                  <a:pt x="9674037" y="6526410"/>
                </a:cubicBezTo>
                <a:lnTo>
                  <a:pt x="3654507" y="6028461"/>
                </a:lnTo>
                <a:lnTo>
                  <a:pt x="3654454" y="6029202"/>
                </a:lnTo>
                <a:cubicBezTo>
                  <a:pt x="3083924" y="5984830"/>
                  <a:pt x="2530883" y="6195137"/>
                  <a:pt x="2133982" y="6582356"/>
                </a:cubicBezTo>
                <a:lnTo>
                  <a:pt x="2111797" y="6605929"/>
                </a:lnTo>
                <a:close/>
                <a:moveTo>
                  <a:pt x="14303797" y="3373986"/>
                </a:moveTo>
                <a:lnTo>
                  <a:pt x="14838219" y="3523234"/>
                </a:lnTo>
                <a:cubicBezTo>
                  <a:pt x="15341662" y="3663818"/>
                  <a:pt x="15760380" y="3992079"/>
                  <a:pt x="16016962" y="4447580"/>
                </a:cubicBezTo>
                <a:cubicBezTo>
                  <a:pt x="16273620" y="4903062"/>
                  <a:pt x="16337509" y="5431226"/>
                  <a:pt x="16196848" y="5934687"/>
                </a:cubicBezTo>
                <a:cubicBezTo>
                  <a:pt x="15956619" y="6795048"/>
                  <a:pt x="15174125" y="7359828"/>
                  <a:pt x="14322201" y="7364577"/>
                </a:cubicBezTo>
                <a:lnTo>
                  <a:pt x="14303797" y="7363868"/>
                </a:lnTo>
                <a:close/>
                <a:moveTo>
                  <a:pt x="8886096" y="1860990"/>
                </a:moveTo>
                <a:lnTo>
                  <a:pt x="14303797" y="1860990"/>
                </a:lnTo>
                <a:lnTo>
                  <a:pt x="14303797" y="3373986"/>
                </a:lnTo>
                <a:close/>
                <a:moveTo>
                  <a:pt x="1912043" y="460"/>
                </a:moveTo>
                <a:cubicBezTo>
                  <a:pt x="2102661" y="-3699"/>
                  <a:pt x="2294950" y="20280"/>
                  <a:pt x="2483777" y="73021"/>
                </a:cubicBezTo>
                <a:lnTo>
                  <a:pt x="8886096" y="1860990"/>
                </a:lnTo>
                <a:lnTo>
                  <a:pt x="2111797" y="1860990"/>
                </a:lnTo>
                <a:lnTo>
                  <a:pt x="2111797" y="4033231"/>
                </a:lnTo>
                <a:lnTo>
                  <a:pt x="1430953" y="3843104"/>
                </a:lnTo>
                <a:cubicBezTo>
                  <a:pt x="759467" y="3655608"/>
                  <a:pt x="234529" y="3119163"/>
                  <a:pt x="60978" y="2443194"/>
                </a:cubicBezTo>
                <a:lnTo>
                  <a:pt x="60784" y="2442436"/>
                </a:lnTo>
                <a:cubicBezTo>
                  <a:pt x="-23994" y="2111620"/>
                  <a:pt x="-20032" y="1762105"/>
                  <a:pt x="72304" y="1431574"/>
                </a:cubicBezTo>
                <a:cubicBezTo>
                  <a:pt x="212964" y="928112"/>
                  <a:pt x="541169" y="509489"/>
                  <a:pt x="996651" y="252831"/>
                </a:cubicBezTo>
                <a:cubicBezTo>
                  <a:pt x="1281291" y="92479"/>
                  <a:pt x="1594345" y="7390"/>
                  <a:pt x="1912043" y="46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67" name="Google Shape;167;p66"/>
          <p:cNvGrpSpPr/>
          <p:nvPr/>
        </p:nvGrpSpPr>
        <p:grpSpPr>
          <a:xfrm>
            <a:off x="74622" y="99203"/>
            <a:ext cx="11855153" cy="6612227"/>
            <a:chOff x="74622" y="99203"/>
            <a:chExt cx="11855153" cy="6612227"/>
          </a:xfrm>
        </p:grpSpPr>
        <p:pic>
          <p:nvPicPr>
            <p:cNvPr descr="Afbeelding met Graphics, schermopname, Kleurrijkheid&#10;&#10;Automatisch gegenereerde beschrijving" id="168" name="Google Shape;16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169" name="Google Shape;169;p66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chermopname, Graphics, Kleurrijkheid, symbool&#10;&#10;Automatisch gegenereerde beschrijving" id="170" name="Google Shape;170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72858" y="6549937"/>
              <a:ext cx="456917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Donker ">
  <p:cSld name="Foto Slide Gradient Donker 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67"/>
          <p:cNvPicPr preferRelativeResize="0"/>
          <p:nvPr/>
        </p:nvPicPr>
        <p:blipFill rotWithShape="1">
          <a:blip r:embed="rId2">
            <a:alphaModFix/>
          </a:blip>
          <a:srcRect b="4217" l="0" r="0" t="4217"/>
          <a:stretch/>
        </p:blipFill>
        <p:spPr>
          <a:xfrm>
            <a:off x="2024376" y="1"/>
            <a:ext cx="11237196" cy="6857998"/>
          </a:xfrm>
          <a:custGeom>
            <a:rect b="b" l="l" r="r" t="t"/>
            <a:pathLst>
              <a:path extrusionOk="0" h="6857998" w="11237196">
                <a:moveTo>
                  <a:pt x="0" y="0"/>
                </a:moveTo>
                <a:lnTo>
                  <a:pt x="11237196" y="0"/>
                </a:lnTo>
                <a:lnTo>
                  <a:pt x="11237196" y="6857998"/>
                </a:lnTo>
                <a:lnTo>
                  <a:pt x="0" y="685799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73" name="Google Shape;17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1722851" y="4851658"/>
                </a:moveTo>
                <a:cubicBezTo>
                  <a:pt x="11744036" y="4853075"/>
                  <a:pt x="11764604" y="4857690"/>
                  <a:pt x="11783495" y="4864554"/>
                </a:cubicBezTo>
                <a:cubicBezTo>
                  <a:pt x="11859376" y="4892136"/>
                  <a:pt x="11932843" y="4964777"/>
                  <a:pt x="11911490" y="5086035"/>
                </a:cubicBezTo>
                <a:lnTo>
                  <a:pt x="11912252" y="5086162"/>
                </a:lnTo>
                <a:lnTo>
                  <a:pt x="11601039" y="6858000"/>
                </a:lnTo>
                <a:lnTo>
                  <a:pt x="10444007" y="6858000"/>
                </a:lnTo>
                <a:lnTo>
                  <a:pt x="11544029" y="4950923"/>
                </a:lnTo>
                <a:cubicBezTo>
                  <a:pt x="11590168" y="4871943"/>
                  <a:pt x="11659293" y="4847407"/>
                  <a:pt x="11722851" y="4851658"/>
                </a:cubicBezTo>
                <a:close/>
                <a:moveTo>
                  <a:pt x="8323946" y="1899270"/>
                </a:moveTo>
                <a:cubicBezTo>
                  <a:pt x="8360536" y="1895822"/>
                  <a:pt x="8392932" y="1907770"/>
                  <a:pt x="8407581" y="1914380"/>
                </a:cubicBezTo>
                <a:cubicBezTo>
                  <a:pt x="8436943" y="1927662"/>
                  <a:pt x="8529347" y="1980283"/>
                  <a:pt x="8487722" y="2100652"/>
                </a:cubicBezTo>
                <a:lnTo>
                  <a:pt x="6883527" y="6732619"/>
                </a:lnTo>
                <a:lnTo>
                  <a:pt x="6884098" y="6732810"/>
                </a:lnTo>
                <a:lnTo>
                  <a:pt x="6847479" y="6858000"/>
                </a:lnTo>
                <a:lnTo>
                  <a:pt x="5399533" y="6858000"/>
                </a:lnTo>
                <a:lnTo>
                  <a:pt x="8215144" y="1976534"/>
                </a:lnTo>
                <a:cubicBezTo>
                  <a:pt x="8246571" y="1921561"/>
                  <a:pt x="8287356" y="1902718"/>
                  <a:pt x="8323946" y="1899270"/>
                </a:cubicBezTo>
                <a:close/>
                <a:moveTo>
                  <a:pt x="9610256" y="0"/>
                </a:moveTo>
                <a:lnTo>
                  <a:pt x="12192000" y="0"/>
                </a:lnTo>
                <a:lnTo>
                  <a:pt x="12192000" y="1285863"/>
                </a:lnTo>
                <a:lnTo>
                  <a:pt x="12130216" y="1228799"/>
                </a:lnTo>
                <a:cubicBezTo>
                  <a:pt x="12069236" y="1180273"/>
                  <a:pt x="12003903" y="1135670"/>
                  <a:pt x="11934369" y="1095568"/>
                </a:cubicBezTo>
                <a:cubicBezTo>
                  <a:pt x="11566908" y="883556"/>
                  <a:pt x="11138818" y="827439"/>
                  <a:pt x="10729030" y="937386"/>
                </a:cubicBezTo>
                <a:cubicBezTo>
                  <a:pt x="10319242" y="1047331"/>
                  <a:pt x="9976822" y="1310376"/>
                  <a:pt x="9764873" y="1677838"/>
                </a:cubicBezTo>
                <a:lnTo>
                  <a:pt x="8510790" y="3852035"/>
                </a:lnTo>
                <a:cubicBezTo>
                  <a:pt x="8452322" y="3953337"/>
                  <a:pt x="8367544" y="3961854"/>
                  <a:pt x="8327822" y="3943233"/>
                </a:cubicBezTo>
                <a:cubicBezTo>
                  <a:pt x="8273866" y="3918066"/>
                  <a:pt x="8283019" y="3830998"/>
                  <a:pt x="8309647" y="3757469"/>
                </a:cubicBezTo>
                <a:close/>
                <a:moveTo>
                  <a:pt x="0" y="0"/>
                </a:moveTo>
                <a:lnTo>
                  <a:pt x="5688066" y="0"/>
                </a:lnTo>
                <a:lnTo>
                  <a:pt x="1965762" y="6453179"/>
                </a:lnTo>
                <a:cubicBezTo>
                  <a:pt x="1912759" y="6545060"/>
                  <a:pt x="1869496" y="6640727"/>
                  <a:pt x="1836133" y="6738945"/>
                </a:cubicBezTo>
                <a:lnTo>
                  <a:pt x="180211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Afbeelding met Graphics, schermopname, Kleurrijkheid&#10;&#10;Automatisch gegenereerde beschrijving" id="174" name="Google Shape;17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2" y="99203"/>
            <a:ext cx="456914" cy="456491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175" name="Google Shape;175;p67"/>
          <p:cNvSpPr txBox="1"/>
          <p:nvPr/>
        </p:nvSpPr>
        <p:spPr>
          <a:xfrm>
            <a:off x="105273" y="6480598"/>
            <a:ext cx="11377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maverx.nl</a:t>
            </a:r>
            <a:endParaRPr/>
          </a:p>
        </p:txBody>
      </p:sp>
      <p:pic>
        <p:nvPicPr>
          <p:cNvPr descr="Afbeelding met symbool, geel, schermopname, Lettertype&#10;&#10;Automatisch gegenereerde beschrijving" id="176" name="Google Shape;176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2862" y="6549937"/>
            <a:ext cx="456914" cy="9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eldmerk Oranje">
  <p:cSld name="Beeldmerk Oranj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8"/>
          <p:cNvSpPr/>
          <p:nvPr/>
        </p:nvSpPr>
        <p:spPr>
          <a:xfrm>
            <a:off x="3743609" y="-366721"/>
            <a:ext cx="8864946" cy="795731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eeldmerk Oranje">
  <p:cSld name="1_Beeldmerk Oranj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9"/>
          <p:cNvSpPr/>
          <p:nvPr/>
        </p:nvSpPr>
        <p:spPr>
          <a:xfrm>
            <a:off x="2276460" y="-1683657"/>
            <a:ext cx="11799244" cy="105911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0"/>
          <p:cNvSpPr/>
          <p:nvPr/>
        </p:nvSpPr>
        <p:spPr>
          <a:xfrm>
            <a:off x="311943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angepaste indeling">
  <p:cSld name="2_Aangepaste indeling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1"/>
          <p:cNvSpPr/>
          <p:nvPr/>
        </p:nvSpPr>
        <p:spPr>
          <a:xfrm>
            <a:off x="311943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angepaste indeling">
  <p:cSld name="3_Aangepaste indeling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2"/>
          <p:cNvSpPr/>
          <p:nvPr/>
        </p:nvSpPr>
        <p:spPr>
          <a:xfrm>
            <a:off x="455847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Aangepaste indeling">
  <p:cSld name="4_Aangepaste indeling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people posing for a photo&#10;&#10;Description automatically generated" id="190" name="Google Shape;190;p74"/>
          <p:cNvPicPr preferRelativeResize="0"/>
          <p:nvPr/>
        </p:nvPicPr>
        <p:blipFill rotWithShape="1">
          <a:blip r:embed="rId3">
            <a:alphaModFix/>
          </a:blip>
          <a:srcRect b="0" l="0" r="8327" t="0"/>
          <a:stretch/>
        </p:blipFill>
        <p:spPr>
          <a:xfrm>
            <a:off x="4423702" y="952917"/>
            <a:ext cx="6924238" cy="503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Aangepaste indeling">
  <p:cSld name="5_Aangepaste indeling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angepaste indeling">
  <p:cSld name="6_Aangepaste indeling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Aangepaste indeling">
  <p:cSld name="7_Aangepaste indeling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693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Licht">
  <p:cSld name="Foto Slide Gradient Lich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Menselijk gezicht, overdekt, muur, persoon&#10;&#10;Automatisch gegenereerde beschrijving" id="206" name="Google Shape;206;p63"/>
          <p:cNvPicPr preferRelativeResize="0"/>
          <p:nvPr/>
        </p:nvPicPr>
        <p:blipFill rotWithShape="1">
          <a:blip r:embed="rId2">
            <a:alphaModFix/>
          </a:blip>
          <a:srcRect b="4362" l="7578" r="8997" t="26635"/>
          <a:stretch/>
        </p:blipFill>
        <p:spPr>
          <a:xfrm>
            <a:off x="-76200" y="-50426"/>
            <a:ext cx="12527280" cy="6908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Kleurrijkheid, waas, sinaasappel, paars&#10;&#10;Automatisch gegenereerde beschrijving" id="207" name="Google Shape;207;p63"/>
          <p:cNvPicPr preferRelativeResize="0"/>
          <p:nvPr/>
        </p:nvPicPr>
        <p:blipFill rotWithShape="1">
          <a:blip r:embed="rId3">
            <a:alphaModFix/>
          </a:blip>
          <a:srcRect b="-106472" l="-17321" r="-16126" t="-27143"/>
          <a:stretch/>
        </p:blipFill>
        <p:spPr>
          <a:xfrm>
            <a:off x="-2121323" y="-1860098"/>
            <a:ext cx="16269879" cy="16017181"/>
          </a:xfrm>
          <a:custGeom>
            <a:rect b="b" l="l" r="r" t="t"/>
            <a:pathLst>
              <a:path extrusionOk="0" h="16017181" w="16269879">
                <a:moveTo>
                  <a:pt x="7569614" y="6818864"/>
                </a:moveTo>
                <a:cubicBezTo>
                  <a:pt x="7593319" y="6817571"/>
                  <a:pt x="7617973" y="6818331"/>
                  <a:pt x="7641951" y="6820654"/>
                </a:cubicBezTo>
                <a:lnTo>
                  <a:pt x="14151031" y="7357981"/>
                </a:lnTo>
                <a:lnTo>
                  <a:pt x="14303797" y="7363868"/>
                </a:lnTo>
                <a:lnTo>
                  <a:pt x="14303797" y="8717205"/>
                </a:lnTo>
                <a:lnTo>
                  <a:pt x="11667158" y="8717205"/>
                </a:lnTo>
                <a:lnTo>
                  <a:pt x="11644458" y="8681134"/>
                </a:lnTo>
                <a:cubicBezTo>
                  <a:pt x="11385540" y="8311230"/>
                  <a:pt x="11009895" y="8044530"/>
                  <a:pt x="10569383" y="7921518"/>
                </a:cubicBezTo>
                <a:lnTo>
                  <a:pt x="7590602" y="7089671"/>
                </a:lnTo>
                <a:cubicBezTo>
                  <a:pt x="7451799" y="7050869"/>
                  <a:pt x="7415701" y="6952279"/>
                  <a:pt x="7425776" y="6899172"/>
                </a:cubicBezTo>
                <a:cubicBezTo>
                  <a:pt x="7435929" y="6845097"/>
                  <a:pt x="7498500" y="6822741"/>
                  <a:pt x="7569614" y="6818864"/>
                </a:cubicBezTo>
                <a:close/>
                <a:moveTo>
                  <a:pt x="2111797" y="6605929"/>
                </a:moveTo>
                <a:lnTo>
                  <a:pt x="2111797" y="8717205"/>
                </a:lnTo>
                <a:lnTo>
                  <a:pt x="11667158" y="8717205"/>
                </a:lnTo>
                <a:lnTo>
                  <a:pt x="11748125" y="8845865"/>
                </a:lnTo>
                <a:cubicBezTo>
                  <a:pt x="12004708" y="9301366"/>
                  <a:pt x="12068673" y="9829510"/>
                  <a:pt x="11928012" y="10332972"/>
                </a:cubicBezTo>
                <a:cubicBezTo>
                  <a:pt x="11715238" y="11095089"/>
                  <a:pt x="11076331" y="11624295"/>
                  <a:pt x="10341137" y="11738975"/>
                </a:cubicBezTo>
                <a:cubicBezTo>
                  <a:pt x="10326178" y="11743376"/>
                  <a:pt x="6963221" y="12004470"/>
                  <a:pt x="6963221" y="12004470"/>
                </a:cubicBezTo>
                <a:cubicBezTo>
                  <a:pt x="6909066" y="12013012"/>
                  <a:pt x="6893009" y="12050675"/>
                  <a:pt x="6889872" y="12082280"/>
                </a:cubicBezTo>
                <a:cubicBezTo>
                  <a:pt x="6886647" y="12115119"/>
                  <a:pt x="6895312" y="12157764"/>
                  <a:pt x="6954857" y="12174355"/>
                </a:cubicBezTo>
                <a:cubicBezTo>
                  <a:pt x="7988909" y="12463114"/>
                  <a:pt x="8599748" y="13540433"/>
                  <a:pt x="8316240" y="14576049"/>
                </a:cubicBezTo>
                <a:cubicBezTo>
                  <a:pt x="8177778" y="15082100"/>
                  <a:pt x="7850065" y="15503265"/>
                  <a:pt x="7393589" y="15762037"/>
                </a:cubicBezTo>
                <a:lnTo>
                  <a:pt x="7393512" y="15761734"/>
                </a:lnTo>
                <a:cubicBezTo>
                  <a:pt x="6937035" y="16020507"/>
                  <a:pt x="6407319" y="16085278"/>
                  <a:pt x="5901955" y="15944135"/>
                </a:cubicBezTo>
                <a:lnTo>
                  <a:pt x="4429163" y="15532890"/>
                </a:lnTo>
                <a:cubicBezTo>
                  <a:pt x="3757678" y="15345395"/>
                  <a:pt x="3232741" y="14808950"/>
                  <a:pt x="3059188" y="14132981"/>
                </a:cubicBezTo>
                <a:lnTo>
                  <a:pt x="3059013" y="14132299"/>
                </a:lnTo>
                <a:cubicBezTo>
                  <a:pt x="2970484" y="13786842"/>
                  <a:pt x="2978730" y="13422809"/>
                  <a:pt x="3082784" y="13079333"/>
                </a:cubicBezTo>
                <a:cubicBezTo>
                  <a:pt x="3316790" y="12307328"/>
                  <a:pt x="4013517" y="11785454"/>
                  <a:pt x="4794536" y="11711738"/>
                </a:cubicBezTo>
                <a:cubicBezTo>
                  <a:pt x="4801898" y="11710498"/>
                  <a:pt x="4808970" y="11708442"/>
                  <a:pt x="4816506" y="11707886"/>
                </a:cubicBezTo>
                <a:lnTo>
                  <a:pt x="7157977" y="11527241"/>
                </a:lnTo>
                <a:lnTo>
                  <a:pt x="7157895" y="11526293"/>
                </a:lnTo>
                <a:cubicBezTo>
                  <a:pt x="7309163" y="11514689"/>
                  <a:pt x="7373397" y="11404778"/>
                  <a:pt x="7383108" y="11305767"/>
                </a:cubicBezTo>
                <a:cubicBezTo>
                  <a:pt x="7392765" y="11207173"/>
                  <a:pt x="7351282" y="11087571"/>
                  <a:pt x="7206768" y="11046353"/>
                </a:cubicBezTo>
                <a:lnTo>
                  <a:pt x="2976769" y="9865070"/>
                </a:lnTo>
                <a:cubicBezTo>
                  <a:pt x="2305285" y="9677574"/>
                  <a:pt x="1780347" y="9141129"/>
                  <a:pt x="1606794" y="8465161"/>
                </a:cubicBezTo>
                <a:lnTo>
                  <a:pt x="1606620" y="8464479"/>
                </a:lnTo>
                <a:cubicBezTo>
                  <a:pt x="1521842" y="8133662"/>
                  <a:pt x="1525805" y="7784147"/>
                  <a:pt x="1618140" y="7453617"/>
                </a:cubicBezTo>
                <a:cubicBezTo>
                  <a:pt x="1697949" y="7167859"/>
                  <a:pt x="1837591" y="6914663"/>
                  <a:pt x="2019735" y="6703751"/>
                </a:cubicBezTo>
                <a:close/>
                <a:moveTo>
                  <a:pt x="2111797" y="4033231"/>
                </a:moveTo>
                <a:lnTo>
                  <a:pt x="9738809" y="6163091"/>
                </a:lnTo>
                <a:cubicBezTo>
                  <a:pt x="9889270" y="6204483"/>
                  <a:pt x="9878679" y="6334762"/>
                  <a:pt x="9871863" y="6373777"/>
                </a:cubicBezTo>
                <a:cubicBezTo>
                  <a:pt x="9864989" y="6412885"/>
                  <a:pt x="9830444" y="6539278"/>
                  <a:pt x="9674037" y="6526410"/>
                </a:cubicBezTo>
                <a:lnTo>
                  <a:pt x="3654507" y="6028461"/>
                </a:lnTo>
                <a:lnTo>
                  <a:pt x="3654454" y="6029202"/>
                </a:lnTo>
                <a:cubicBezTo>
                  <a:pt x="3083924" y="5984830"/>
                  <a:pt x="2530883" y="6195137"/>
                  <a:pt x="2133982" y="6582356"/>
                </a:cubicBezTo>
                <a:lnTo>
                  <a:pt x="2111797" y="6605929"/>
                </a:lnTo>
                <a:close/>
                <a:moveTo>
                  <a:pt x="14303797" y="3373986"/>
                </a:moveTo>
                <a:lnTo>
                  <a:pt x="14838219" y="3523234"/>
                </a:lnTo>
                <a:cubicBezTo>
                  <a:pt x="15341662" y="3663818"/>
                  <a:pt x="15760380" y="3992079"/>
                  <a:pt x="16016962" y="4447580"/>
                </a:cubicBezTo>
                <a:cubicBezTo>
                  <a:pt x="16273620" y="4903062"/>
                  <a:pt x="16337509" y="5431226"/>
                  <a:pt x="16196848" y="5934687"/>
                </a:cubicBezTo>
                <a:cubicBezTo>
                  <a:pt x="15956619" y="6795048"/>
                  <a:pt x="15174125" y="7359828"/>
                  <a:pt x="14322201" y="7364577"/>
                </a:cubicBezTo>
                <a:lnTo>
                  <a:pt x="14303797" y="7363868"/>
                </a:lnTo>
                <a:close/>
                <a:moveTo>
                  <a:pt x="8886096" y="1860990"/>
                </a:moveTo>
                <a:lnTo>
                  <a:pt x="14303797" y="1860990"/>
                </a:lnTo>
                <a:lnTo>
                  <a:pt x="14303797" y="3373986"/>
                </a:lnTo>
                <a:close/>
                <a:moveTo>
                  <a:pt x="1912043" y="460"/>
                </a:moveTo>
                <a:cubicBezTo>
                  <a:pt x="2102661" y="-3699"/>
                  <a:pt x="2294950" y="20280"/>
                  <a:pt x="2483777" y="73021"/>
                </a:cubicBezTo>
                <a:lnTo>
                  <a:pt x="8886096" y="1860990"/>
                </a:lnTo>
                <a:lnTo>
                  <a:pt x="2111797" y="1860990"/>
                </a:lnTo>
                <a:lnTo>
                  <a:pt x="2111797" y="4033231"/>
                </a:lnTo>
                <a:lnTo>
                  <a:pt x="1430953" y="3843104"/>
                </a:lnTo>
                <a:cubicBezTo>
                  <a:pt x="759467" y="3655608"/>
                  <a:pt x="234529" y="3119163"/>
                  <a:pt x="60978" y="2443194"/>
                </a:cubicBezTo>
                <a:lnTo>
                  <a:pt x="60784" y="2442436"/>
                </a:lnTo>
                <a:cubicBezTo>
                  <a:pt x="-23994" y="2111620"/>
                  <a:pt x="-20032" y="1762105"/>
                  <a:pt x="72304" y="1431574"/>
                </a:cubicBezTo>
                <a:cubicBezTo>
                  <a:pt x="212964" y="928112"/>
                  <a:pt x="541169" y="509489"/>
                  <a:pt x="996651" y="252831"/>
                </a:cubicBezTo>
                <a:cubicBezTo>
                  <a:pt x="1281291" y="92479"/>
                  <a:pt x="1594345" y="7390"/>
                  <a:pt x="1912043" y="46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08" name="Google Shape;208;p63"/>
          <p:cNvGrpSpPr/>
          <p:nvPr/>
        </p:nvGrpSpPr>
        <p:grpSpPr>
          <a:xfrm>
            <a:off x="105273" y="6480598"/>
            <a:ext cx="11824502" cy="230832"/>
            <a:chOff x="105273" y="6480598"/>
            <a:chExt cx="11824502" cy="230832"/>
          </a:xfrm>
        </p:grpSpPr>
        <p:sp>
          <p:nvSpPr>
            <p:cNvPr descr="MVX23_Logo_Basislogo_Full_colour_Wit" id="209" name="Google Shape;209;p63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maverx.nl</a:t>
              </a:r>
              <a:endParaRPr/>
            </a:p>
          </p:txBody>
        </p:sp>
        <p:pic>
          <p:nvPicPr>
            <p:cNvPr descr="Afbeelding met schermopname, Graphics, Kleurrijkheid, symbool&#10;&#10;Automatisch gegenereerde beschrijving" id="210" name="Google Shape;210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72858" y="6549937"/>
              <a:ext cx="456917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211" name="Google Shape;211;p63"/>
          <p:cNvPicPr preferRelativeResize="0"/>
          <p:nvPr/>
        </p:nvPicPr>
        <p:blipFill rotWithShape="1">
          <a:blip r:embed="rId5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Donker ">
  <p:cSld name="Foto Slide Gradient Donker 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4"/>
          <p:cNvPicPr preferRelativeResize="0"/>
          <p:nvPr/>
        </p:nvPicPr>
        <p:blipFill rotWithShape="1">
          <a:blip r:embed="rId2">
            <a:alphaModFix/>
          </a:blip>
          <a:srcRect b="4217" l="0" r="0" t="4217"/>
          <a:stretch/>
        </p:blipFill>
        <p:spPr>
          <a:xfrm>
            <a:off x="2024376" y="1"/>
            <a:ext cx="11237196" cy="6857998"/>
          </a:xfrm>
          <a:custGeom>
            <a:rect b="b" l="l" r="r" t="t"/>
            <a:pathLst>
              <a:path extrusionOk="0" h="6857998" w="11237196">
                <a:moveTo>
                  <a:pt x="0" y="0"/>
                </a:moveTo>
                <a:lnTo>
                  <a:pt x="11237196" y="0"/>
                </a:lnTo>
                <a:lnTo>
                  <a:pt x="11237196" y="6857998"/>
                </a:lnTo>
                <a:lnTo>
                  <a:pt x="0" y="685799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14" name="Google Shape;21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1722851" y="4851658"/>
                </a:moveTo>
                <a:cubicBezTo>
                  <a:pt x="11744036" y="4853075"/>
                  <a:pt x="11764604" y="4857690"/>
                  <a:pt x="11783495" y="4864554"/>
                </a:cubicBezTo>
                <a:cubicBezTo>
                  <a:pt x="11859376" y="4892136"/>
                  <a:pt x="11932843" y="4964777"/>
                  <a:pt x="11911490" y="5086035"/>
                </a:cubicBezTo>
                <a:lnTo>
                  <a:pt x="11912252" y="5086162"/>
                </a:lnTo>
                <a:lnTo>
                  <a:pt x="11601039" y="6858000"/>
                </a:lnTo>
                <a:lnTo>
                  <a:pt x="10444007" y="6858000"/>
                </a:lnTo>
                <a:lnTo>
                  <a:pt x="11544029" y="4950923"/>
                </a:lnTo>
                <a:cubicBezTo>
                  <a:pt x="11590168" y="4871943"/>
                  <a:pt x="11659293" y="4847407"/>
                  <a:pt x="11722851" y="4851658"/>
                </a:cubicBezTo>
                <a:close/>
                <a:moveTo>
                  <a:pt x="8323946" y="1899270"/>
                </a:moveTo>
                <a:cubicBezTo>
                  <a:pt x="8360536" y="1895822"/>
                  <a:pt x="8392932" y="1907770"/>
                  <a:pt x="8407581" y="1914380"/>
                </a:cubicBezTo>
                <a:cubicBezTo>
                  <a:pt x="8436943" y="1927662"/>
                  <a:pt x="8529347" y="1980283"/>
                  <a:pt x="8487722" y="2100652"/>
                </a:cubicBezTo>
                <a:lnTo>
                  <a:pt x="6883527" y="6732619"/>
                </a:lnTo>
                <a:lnTo>
                  <a:pt x="6884098" y="6732810"/>
                </a:lnTo>
                <a:lnTo>
                  <a:pt x="6847479" y="6858000"/>
                </a:lnTo>
                <a:lnTo>
                  <a:pt x="5399533" y="6858000"/>
                </a:lnTo>
                <a:lnTo>
                  <a:pt x="8215144" y="1976534"/>
                </a:lnTo>
                <a:cubicBezTo>
                  <a:pt x="8246571" y="1921561"/>
                  <a:pt x="8287356" y="1902718"/>
                  <a:pt x="8323946" y="1899270"/>
                </a:cubicBezTo>
                <a:close/>
                <a:moveTo>
                  <a:pt x="9610256" y="0"/>
                </a:moveTo>
                <a:lnTo>
                  <a:pt x="12192000" y="0"/>
                </a:lnTo>
                <a:lnTo>
                  <a:pt x="12192000" y="1285863"/>
                </a:lnTo>
                <a:lnTo>
                  <a:pt x="12130216" y="1228799"/>
                </a:lnTo>
                <a:cubicBezTo>
                  <a:pt x="12069236" y="1180273"/>
                  <a:pt x="12003903" y="1135670"/>
                  <a:pt x="11934369" y="1095568"/>
                </a:cubicBezTo>
                <a:cubicBezTo>
                  <a:pt x="11566908" y="883556"/>
                  <a:pt x="11138818" y="827439"/>
                  <a:pt x="10729030" y="937386"/>
                </a:cubicBezTo>
                <a:cubicBezTo>
                  <a:pt x="10319242" y="1047331"/>
                  <a:pt x="9976822" y="1310376"/>
                  <a:pt x="9764873" y="1677838"/>
                </a:cubicBezTo>
                <a:lnTo>
                  <a:pt x="8510790" y="3852035"/>
                </a:lnTo>
                <a:cubicBezTo>
                  <a:pt x="8452322" y="3953337"/>
                  <a:pt x="8367544" y="3961854"/>
                  <a:pt x="8327822" y="3943233"/>
                </a:cubicBezTo>
                <a:cubicBezTo>
                  <a:pt x="8273866" y="3918066"/>
                  <a:pt x="8283019" y="3830998"/>
                  <a:pt x="8309647" y="3757469"/>
                </a:cubicBezTo>
                <a:close/>
                <a:moveTo>
                  <a:pt x="0" y="0"/>
                </a:moveTo>
                <a:lnTo>
                  <a:pt x="5688066" y="0"/>
                </a:lnTo>
                <a:lnTo>
                  <a:pt x="1965762" y="6453179"/>
                </a:lnTo>
                <a:cubicBezTo>
                  <a:pt x="1912759" y="6545060"/>
                  <a:pt x="1869496" y="6640727"/>
                  <a:pt x="1836133" y="6738945"/>
                </a:cubicBezTo>
                <a:lnTo>
                  <a:pt x="180211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descr="MVX23_Logo_Basislogo_Full_colour_Wit" id="215" name="Google Shape;215;p64"/>
          <p:cNvSpPr txBox="1"/>
          <p:nvPr/>
        </p:nvSpPr>
        <p:spPr>
          <a:xfrm>
            <a:off x="105273" y="6480598"/>
            <a:ext cx="11377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maverx.nl</a:t>
            </a:r>
            <a:endParaRPr/>
          </a:p>
        </p:txBody>
      </p:sp>
      <p:pic>
        <p:nvPicPr>
          <p:cNvPr descr="Afbeelding met symbool, geel, schermopname, Lettertype&#10;&#10;Automatisch gegenereerde beschrijving" id="216" name="Google Shape;21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72862" y="6549937"/>
            <a:ext cx="456914" cy="92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lorful logo on a black background&#10;&#10;AI-generated content may be incorrect." id="217" name="Google Shape;217;p64"/>
          <p:cNvPicPr preferRelativeResize="0"/>
          <p:nvPr/>
        </p:nvPicPr>
        <p:blipFill rotWithShape="1">
          <a:blip r:embed="rId5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2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222" name="Google Shape;22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9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VX23_Logo_Basislogo_Full_colour_Wit" id="233" name="Google Shape;233;p79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236" name="Google Shape;236;p80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239" name="Google Shape;23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4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252" name="Google Shape;252;p85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 Fundamentals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255" name="Google Shape;25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8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MVX23_Logo_Basislogo_Full_colour_Wit" id="266" name="Google Shape;266;p108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269" name="Google Shape;269;p109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272" name="Google Shape;272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7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284" name="Google Shape;28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Licht">
  <p:cSld name="Foto Slide Gradient Licht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Menselijk gezicht, overdekt, muur, persoon&#10;&#10;Automatisch gegenereerde beschrijving" id="286" name="Google Shape;286;p89"/>
          <p:cNvPicPr preferRelativeResize="0"/>
          <p:nvPr/>
        </p:nvPicPr>
        <p:blipFill rotWithShape="1">
          <a:blip r:embed="rId2">
            <a:alphaModFix/>
          </a:blip>
          <a:srcRect b="4362" l="7578" r="8997" t="26635"/>
          <a:stretch/>
        </p:blipFill>
        <p:spPr>
          <a:xfrm>
            <a:off x="-76200" y="-50426"/>
            <a:ext cx="12527280" cy="6908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Kleurrijkheid, waas, sinaasappel, paars&#10;&#10;Automatisch gegenereerde beschrijving" id="287" name="Google Shape;287;p89"/>
          <p:cNvPicPr preferRelativeResize="0"/>
          <p:nvPr/>
        </p:nvPicPr>
        <p:blipFill rotWithShape="1">
          <a:blip r:embed="rId3">
            <a:alphaModFix/>
          </a:blip>
          <a:srcRect b="-106472" l="-17321" r="-16126" t="-27143"/>
          <a:stretch/>
        </p:blipFill>
        <p:spPr>
          <a:xfrm>
            <a:off x="-2121323" y="-1860098"/>
            <a:ext cx="16269879" cy="16017181"/>
          </a:xfrm>
          <a:custGeom>
            <a:rect b="b" l="l" r="r" t="t"/>
            <a:pathLst>
              <a:path extrusionOk="0" h="16017181" w="16269879">
                <a:moveTo>
                  <a:pt x="7569614" y="6818864"/>
                </a:moveTo>
                <a:cubicBezTo>
                  <a:pt x="7593319" y="6817571"/>
                  <a:pt x="7617973" y="6818331"/>
                  <a:pt x="7641951" y="6820654"/>
                </a:cubicBezTo>
                <a:lnTo>
                  <a:pt x="14151031" y="7357981"/>
                </a:lnTo>
                <a:lnTo>
                  <a:pt x="14303797" y="7363868"/>
                </a:lnTo>
                <a:lnTo>
                  <a:pt x="14303797" y="8717205"/>
                </a:lnTo>
                <a:lnTo>
                  <a:pt x="11667158" y="8717205"/>
                </a:lnTo>
                <a:lnTo>
                  <a:pt x="11644458" y="8681134"/>
                </a:lnTo>
                <a:cubicBezTo>
                  <a:pt x="11385540" y="8311230"/>
                  <a:pt x="11009895" y="8044530"/>
                  <a:pt x="10569383" y="7921518"/>
                </a:cubicBezTo>
                <a:lnTo>
                  <a:pt x="7590602" y="7089671"/>
                </a:lnTo>
                <a:cubicBezTo>
                  <a:pt x="7451799" y="7050869"/>
                  <a:pt x="7415701" y="6952279"/>
                  <a:pt x="7425776" y="6899172"/>
                </a:cubicBezTo>
                <a:cubicBezTo>
                  <a:pt x="7435929" y="6845097"/>
                  <a:pt x="7498500" y="6822741"/>
                  <a:pt x="7569614" y="6818864"/>
                </a:cubicBezTo>
                <a:close/>
                <a:moveTo>
                  <a:pt x="2111797" y="6605929"/>
                </a:moveTo>
                <a:lnTo>
                  <a:pt x="2111797" y="8717205"/>
                </a:lnTo>
                <a:lnTo>
                  <a:pt x="11667158" y="8717205"/>
                </a:lnTo>
                <a:lnTo>
                  <a:pt x="11748125" y="8845865"/>
                </a:lnTo>
                <a:cubicBezTo>
                  <a:pt x="12004708" y="9301366"/>
                  <a:pt x="12068673" y="9829510"/>
                  <a:pt x="11928012" y="10332972"/>
                </a:cubicBezTo>
                <a:cubicBezTo>
                  <a:pt x="11715238" y="11095089"/>
                  <a:pt x="11076331" y="11624295"/>
                  <a:pt x="10341137" y="11738975"/>
                </a:cubicBezTo>
                <a:cubicBezTo>
                  <a:pt x="10326178" y="11743376"/>
                  <a:pt x="6963221" y="12004470"/>
                  <a:pt x="6963221" y="12004470"/>
                </a:cubicBezTo>
                <a:cubicBezTo>
                  <a:pt x="6909066" y="12013012"/>
                  <a:pt x="6893009" y="12050675"/>
                  <a:pt x="6889872" y="12082280"/>
                </a:cubicBezTo>
                <a:cubicBezTo>
                  <a:pt x="6886647" y="12115119"/>
                  <a:pt x="6895312" y="12157764"/>
                  <a:pt x="6954857" y="12174355"/>
                </a:cubicBezTo>
                <a:cubicBezTo>
                  <a:pt x="7988909" y="12463114"/>
                  <a:pt x="8599748" y="13540433"/>
                  <a:pt x="8316240" y="14576049"/>
                </a:cubicBezTo>
                <a:cubicBezTo>
                  <a:pt x="8177778" y="15082100"/>
                  <a:pt x="7850065" y="15503265"/>
                  <a:pt x="7393589" y="15762037"/>
                </a:cubicBezTo>
                <a:lnTo>
                  <a:pt x="7393512" y="15761734"/>
                </a:lnTo>
                <a:cubicBezTo>
                  <a:pt x="6937035" y="16020507"/>
                  <a:pt x="6407319" y="16085278"/>
                  <a:pt x="5901955" y="15944135"/>
                </a:cubicBezTo>
                <a:lnTo>
                  <a:pt x="4429163" y="15532890"/>
                </a:lnTo>
                <a:cubicBezTo>
                  <a:pt x="3757678" y="15345395"/>
                  <a:pt x="3232741" y="14808950"/>
                  <a:pt x="3059188" y="14132981"/>
                </a:cubicBezTo>
                <a:lnTo>
                  <a:pt x="3059013" y="14132299"/>
                </a:lnTo>
                <a:cubicBezTo>
                  <a:pt x="2970484" y="13786842"/>
                  <a:pt x="2978730" y="13422809"/>
                  <a:pt x="3082784" y="13079333"/>
                </a:cubicBezTo>
                <a:cubicBezTo>
                  <a:pt x="3316790" y="12307328"/>
                  <a:pt x="4013517" y="11785454"/>
                  <a:pt x="4794536" y="11711738"/>
                </a:cubicBezTo>
                <a:cubicBezTo>
                  <a:pt x="4801898" y="11710498"/>
                  <a:pt x="4808970" y="11708442"/>
                  <a:pt x="4816506" y="11707886"/>
                </a:cubicBezTo>
                <a:lnTo>
                  <a:pt x="7157977" y="11527241"/>
                </a:lnTo>
                <a:lnTo>
                  <a:pt x="7157895" y="11526293"/>
                </a:lnTo>
                <a:cubicBezTo>
                  <a:pt x="7309163" y="11514689"/>
                  <a:pt x="7373397" y="11404778"/>
                  <a:pt x="7383108" y="11305767"/>
                </a:cubicBezTo>
                <a:cubicBezTo>
                  <a:pt x="7392765" y="11207173"/>
                  <a:pt x="7351282" y="11087571"/>
                  <a:pt x="7206768" y="11046353"/>
                </a:cubicBezTo>
                <a:lnTo>
                  <a:pt x="2976769" y="9865070"/>
                </a:lnTo>
                <a:cubicBezTo>
                  <a:pt x="2305285" y="9677574"/>
                  <a:pt x="1780347" y="9141129"/>
                  <a:pt x="1606794" y="8465161"/>
                </a:cubicBezTo>
                <a:lnTo>
                  <a:pt x="1606620" y="8464479"/>
                </a:lnTo>
                <a:cubicBezTo>
                  <a:pt x="1521842" y="8133662"/>
                  <a:pt x="1525805" y="7784147"/>
                  <a:pt x="1618140" y="7453617"/>
                </a:cubicBezTo>
                <a:cubicBezTo>
                  <a:pt x="1697949" y="7167859"/>
                  <a:pt x="1837591" y="6914663"/>
                  <a:pt x="2019735" y="6703751"/>
                </a:cubicBezTo>
                <a:close/>
                <a:moveTo>
                  <a:pt x="2111797" y="4033231"/>
                </a:moveTo>
                <a:lnTo>
                  <a:pt x="9738809" y="6163091"/>
                </a:lnTo>
                <a:cubicBezTo>
                  <a:pt x="9889270" y="6204483"/>
                  <a:pt x="9878679" y="6334762"/>
                  <a:pt x="9871863" y="6373777"/>
                </a:cubicBezTo>
                <a:cubicBezTo>
                  <a:pt x="9864989" y="6412885"/>
                  <a:pt x="9830444" y="6539278"/>
                  <a:pt x="9674037" y="6526410"/>
                </a:cubicBezTo>
                <a:lnTo>
                  <a:pt x="3654507" y="6028461"/>
                </a:lnTo>
                <a:lnTo>
                  <a:pt x="3654454" y="6029202"/>
                </a:lnTo>
                <a:cubicBezTo>
                  <a:pt x="3083924" y="5984830"/>
                  <a:pt x="2530883" y="6195137"/>
                  <a:pt x="2133982" y="6582356"/>
                </a:cubicBezTo>
                <a:lnTo>
                  <a:pt x="2111797" y="6605929"/>
                </a:lnTo>
                <a:close/>
                <a:moveTo>
                  <a:pt x="14303797" y="3373986"/>
                </a:moveTo>
                <a:lnTo>
                  <a:pt x="14838219" y="3523234"/>
                </a:lnTo>
                <a:cubicBezTo>
                  <a:pt x="15341662" y="3663818"/>
                  <a:pt x="15760380" y="3992079"/>
                  <a:pt x="16016962" y="4447580"/>
                </a:cubicBezTo>
                <a:cubicBezTo>
                  <a:pt x="16273620" y="4903062"/>
                  <a:pt x="16337509" y="5431226"/>
                  <a:pt x="16196848" y="5934687"/>
                </a:cubicBezTo>
                <a:cubicBezTo>
                  <a:pt x="15956619" y="6795048"/>
                  <a:pt x="15174125" y="7359828"/>
                  <a:pt x="14322201" y="7364577"/>
                </a:cubicBezTo>
                <a:lnTo>
                  <a:pt x="14303797" y="7363868"/>
                </a:lnTo>
                <a:close/>
                <a:moveTo>
                  <a:pt x="8886096" y="1860990"/>
                </a:moveTo>
                <a:lnTo>
                  <a:pt x="14303797" y="1860990"/>
                </a:lnTo>
                <a:lnTo>
                  <a:pt x="14303797" y="3373986"/>
                </a:lnTo>
                <a:close/>
                <a:moveTo>
                  <a:pt x="1912043" y="460"/>
                </a:moveTo>
                <a:cubicBezTo>
                  <a:pt x="2102661" y="-3699"/>
                  <a:pt x="2294950" y="20280"/>
                  <a:pt x="2483777" y="73021"/>
                </a:cubicBezTo>
                <a:lnTo>
                  <a:pt x="8886096" y="1860990"/>
                </a:lnTo>
                <a:lnTo>
                  <a:pt x="2111797" y="1860990"/>
                </a:lnTo>
                <a:lnTo>
                  <a:pt x="2111797" y="4033231"/>
                </a:lnTo>
                <a:lnTo>
                  <a:pt x="1430953" y="3843104"/>
                </a:lnTo>
                <a:cubicBezTo>
                  <a:pt x="759467" y="3655608"/>
                  <a:pt x="234529" y="3119163"/>
                  <a:pt x="60978" y="2443194"/>
                </a:cubicBezTo>
                <a:lnTo>
                  <a:pt x="60784" y="2442436"/>
                </a:lnTo>
                <a:cubicBezTo>
                  <a:pt x="-23994" y="2111620"/>
                  <a:pt x="-20032" y="1762105"/>
                  <a:pt x="72304" y="1431574"/>
                </a:cubicBezTo>
                <a:cubicBezTo>
                  <a:pt x="212964" y="928112"/>
                  <a:pt x="541169" y="509489"/>
                  <a:pt x="996651" y="252831"/>
                </a:cubicBezTo>
                <a:cubicBezTo>
                  <a:pt x="1281291" y="92479"/>
                  <a:pt x="1594345" y="7390"/>
                  <a:pt x="1912043" y="46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88" name="Google Shape;288;p89"/>
          <p:cNvGrpSpPr/>
          <p:nvPr/>
        </p:nvGrpSpPr>
        <p:grpSpPr>
          <a:xfrm>
            <a:off x="105273" y="6480598"/>
            <a:ext cx="11824502" cy="230832"/>
            <a:chOff x="105273" y="6480598"/>
            <a:chExt cx="11824502" cy="230832"/>
          </a:xfrm>
        </p:grpSpPr>
        <p:sp>
          <p:nvSpPr>
            <p:cNvPr descr="MVX23_Logo_Basislogo_Full_colour_Wit" id="289" name="Google Shape;289;p89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maverx.nl</a:t>
              </a:r>
              <a:endParaRPr/>
            </a:p>
          </p:txBody>
        </p:sp>
        <p:pic>
          <p:nvPicPr>
            <p:cNvPr descr="Afbeelding met schermopname, Graphics, Kleurrijkheid, symbool&#10;&#10;Automatisch gegenereerde beschrijving" id="290" name="Google Shape;29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72858" y="6549937"/>
              <a:ext cx="456917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291" name="Google Shape;291;p89"/>
          <p:cNvPicPr preferRelativeResize="0"/>
          <p:nvPr/>
        </p:nvPicPr>
        <p:blipFill rotWithShape="1">
          <a:blip r:embed="rId5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scherm Paars" type="title">
  <p:cSld name="TITLE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1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1" name="Google Shape;301;p5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59"/>
          <p:cNvGrpSpPr/>
          <p:nvPr/>
        </p:nvGrpSpPr>
        <p:grpSpPr>
          <a:xfrm>
            <a:off x="3228148" y="-1235735"/>
            <a:ext cx="14410803" cy="11277599"/>
            <a:chOff x="5714115" y="-1311941"/>
            <a:chExt cx="14410803" cy="11277599"/>
          </a:xfrm>
        </p:grpSpPr>
        <p:grpSp>
          <p:nvGrpSpPr>
            <p:cNvPr id="307" name="Google Shape;307;p59"/>
            <p:cNvGrpSpPr/>
            <p:nvPr/>
          </p:nvGrpSpPr>
          <p:grpSpPr>
            <a:xfrm>
              <a:off x="5714115" y="-1311941"/>
              <a:ext cx="12918841" cy="9541000"/>
              <a:chOff x="5714115" y="-1311941"/>
              <a:chExt cx="12918841" cy="9541000"/>
            </a:xfrm>
          </p:grpSpPr>
          <p:grpSp>
            <p:nvGrpSpPr>
              <p:cNvPr id="308" name="Google Shape;308;p59"/>
              <p:cNvGrpSpPr/>
              <p:nvPr/>
            </p:nvGrpSpPr>
            <p:grpSpPr>
              <a:xfrm>
                <a:off x="9934257" y="-247237"/>
                <a:ext cx="4625332" cy="7703469"/>
                <a:chOff x="9934257" y="-247237"/>
                <a:chExt cx="4625332" cy="7703469"/>
              </a:xfrm>
            </p:grpSpPr>
            <p:sp>
              <p:nvSpPr>
                <p:cNvPr id="309" name="Google Shape;309;p59"/>
                <p:cNvSpPr/>
                <p:nvPr/>
              </p:nvSpPr>
              <p:spPr>
                <a:xfrm>
                  <a:off x="13774451" y="-247237"/>
                  <a:ext cx="785138" cy="1052068"/>
                </a:xfrm>
                <a:custGeom>
                  <a:rect b="b" l="l" r="r" t="t"/>
                  <a:pathLst>
                    <a:path extrusionOk="0" h="1052068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5"/>
                        <a:pt x="702791" y="244666"/>
                        <a:pt x="685710" y="274257"/>
                      </a:cubicBezTo>
                      <a:lnTo>
                        <a:pt x="321093" y="905796"/>
                      </a:lnTo>
                      <a:cubicBezTo>
                        <a:pt x="298360" y="945166"/>
                        <a:pt x="256037" y="969645"/>
                        <a:pt x="210475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8" y="907955"/>
                        <a:pt x="86809" y="874967"/>
                      </a:cubicBezTo>
                      <a:cubicBezTo>
                        <a:pt x="77983" y="841947"/>
                        <a:pt x="82492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631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80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2010"/>
                        <a:pt x="7243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70" y="1042289"/>
                        <a:pt x="173328" y="1052036"/>
                        <a:pt x="209999" y="1052068"/>
                      </a:cubicBezTo>
                      <a:cubicBezTo>
                        <a:pt x="209999" y="1052068"/>
                        <a:pt x="210031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84993" y="1052068"/>
                        <a:pt x="354843" y="1011777"/>
                        <a:pt x="392276" y="946944"/>
                      </a:cubicBezTo>
                      <a:lnTo>
                        <a:pt x="756893" y="315405"/>
                      </a:lnTo>
                      <a:cubicBezTo>
                        <a:pt x="784960" y="266795"/>
                        <a:pt x="792421" y="210153"/>
                        <a:pt x="777880" y="155893"/>
                      </a:cubicBezTo>
                      <a:cubicBezTo>
                        <a:pt x="763338" y="101664"/>
                        <a:pt x="728572" y="56325"/>
                        <a:pt x="679931" y="28258"/>
                      </a:cubicBezTo>
                      <a:cubicBezTo>
                        <a:pt x="647642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59"/>
                <p:cNvSpPr/>
                <p:nvPr/>
              </p:nvSpPr>
              <p:spPr>
                <a:xfrm>
                  <a:off x="12721653" y="1576260"/>
                  <a:ext cx="785180" cy="1052068"/>
                </a:xfrm>
                <a:custGeom>
                  <a:rect b="b" l="l" r="r" t="t"/>
                  <a:pathLst>
                    <a:path extrusionOk="0" h="1052068" w="785180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217"/>
                        <a:pt x="702791" y="244666"/>
                        <a:pt x="685678" y="274257"/>
                      </a:cubicBezTo>
                      <a:lnTo>
                        <a:pt x="321060" y="905796"/>
                      </a:lnTo>
                      <a:cubicBezTo>
                        <a:pt x="298359" y="945134"/>
                        <a:pt x="256005" y="969645"/>
                        <a:pt x="210476" y="969772"/>
                      </a:cubicBezTo>
                      <a:lnTo>
                        <a:pt x="210094" y="969772"/>
                      </a:lnTo>
                      <a:cubicBezTo>
                        <a:pt x="187837" y="969772"/>
                        <a:pt x="165803" y="963835"/>
                        <a:pt x="146373" y="952595"/>
                      </a:cubicBezTo>
                      <a:cubicBezTo>
                        <a:pt x="116781" y="935514"/>
                        <a:pt x="95635" y="907955"/>
                        <a:pt x="86810" y="874966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1" y="146368"/>
                      </a:lnTo>
                      <a:cubicBezTo>
                        <a:pt x="481303" y="116777"/>
                        <a:pt x="508894" y="95631"/>
                        <a:pt x="541882" y="86773"/>
                      </a:cubicBezTo>
                      <a:cubicBezTo>
                        <a:pt x="552835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1" y="2413"/>
                        <a:pt x="520514" y="7239"/>
                      </a:cubicBezTo>
                      <a:cubicBezTo>
                        <a:pt x="466286" y="21781"/>
                        <a:pt x="420946" y="56547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4" y="785368"/>
                        <a:pt x="-7266" y="841978"/>
                        <a:pt x="7244" y="896239"/>
                      </a:cubicBezTo>
                      <a:cubicBezTo>
                        <a:pt x="21786" y="950468"/>
                        <a:pt x="56552" y="995807"/>
                        <a:pt x="105192" y="1023874"/>
                      </a:cubicBezTo>
                      <a:cubicBezTo>
                        <a:pt x="137101" y="1042289"/>
                        <a:pt x="173360" y="1052068"/>
                        <a:pt x="210031" y="1052068"/>
                      </a:cubicBezTo>
                      <a:cubicBezTo>
                        <a:pt x="210031" y="1052068"/>
                        <a:pt x="210062" y="1052068"/>
                        <a:pt x="210062" y="1052068"/>
                      </a:cubicBezTo>
                      <a:cubicBezTo>
                        <a:pt x="210062" y="1052068"/>
                        <a:pt x="210094" y="1052068"/>
                        <a:pt x="210094" y="1052068"/>
                      </a:cubicBezTo>
                      <a:cubicBezTo>
                        <a:pt x="285025" y="1052068"/>
                        <a:pt x="354875" y="1011777"/>
                        <a:pt x="392308" y="946944"/>
                      </a:cubicBezTo>
                      <a:lnTo>
                        <a:pt x="756924" y="315405"/>
                      </a:lnTo>
                      <a:cubicBezTo>
                        <a:pt x="784992" y="266763"/>
                        <a:pt x="792453" y="210153"/>
                        <a:pt x="777943" y="155893"/>
                      </a:cubicBezTo>
                      <a:cubicBezTo>
                        <a:pt x="763402" y="101663"/>
                        <a:pt x="728635" y="56325"/>
                        <a:pt x="679994" y="28257"/>
                      </a:cubicBezTo>
                      <a:cubicBezTo>
                        <a:pt x="647641" y="9557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59"/>
                <p:cNvSpPr/>
                <p:nvPr/>
              </p:nvSpPr>
              <p:spPr>
                <a:xfrm>
                  <a:off x="11978417" y="2732500"/>
                  <a:ext cx="860872" cy="1183163"/>
                </a:xfrm>
                <a:custGeom>
                  <a:rect b="b" l="l" r="r" t="t"/>
                  <a:pathLst>
                    <a:path extrusionOk="0" h="1183163" w="860872">
                      <a:moveTo>
                        <a:pt x="650943" y="82296"/>
                      </a:moveTo>
                      <a:cubicBezTo>
                        <a:pt x="673041" y="82296"/>
                        <a:pt x="695013" y="88265"/>
                        <a:pt x="714538" y="99536"/>
                      </a:cubicBezTo>
                      <a:cubicBezTo>
                        <a:pt x="744130" y="116618"/>
                        <a:pt x="765275" y="144208"/>
                        <a:pt x="774133" y="177197"/>
                      </a:cubicBezTo>
                      <a:cubicBezTo>
                        <a:pt x="782960" y="210185"/>
                        <a:pt x="778452" y="244666"/>
                        <a:pt x="761338" y="274257"/>
                      </a:cubicBezTo>
                      <a:lnTo>
                        <a:pt x="321029" y="1036891"/>
                      </a:lnTo>
                      <a:cubicBezTo>
                        <a:pt x="298327" y="1076230"/>
                        <a:pt x="256037" y="1100709"/>
                        <a:pt x="210539" y="1100868"/>
                      </a:cubicBezTo>
                      <a:lnTo>
                        <a:pt x="210063" y="1100868"/>
                      </a:lnTo>
                      <a:cubicBezTo>
                        <a:pt x="187806" y="1100868"/>
                        <a:pt x="165771" y="1094931"/>
                        <a:pt x="146341" y="1083723"/>
                      </a:cubicBezTo>
                      <a:cubicBezTo>
                        <a:pt x="116749" y="1066641"/>
                        <a:pt x="95604" y="1039051"/>
                        <a:pt x="86746" y="1006062"/>
                      </a:cubicBezTo>
                      <a:cubicBezTo>
                        <a:pt x="77919" y="973042"/>
                        <a:pt x="82428" y="938594"/>
                        <a:pt x="99541" y="909003"/>
                      </a:cubicBezTo>
                      <a:lnTo>
                        <a:pt x="539850" y="146367"/>
                      </a:lnTo>
                      <a:cubicBezTo>
                        <a:pt x="556932" y="116776"/>
                        <a:pt x="584522" y="95631"/>
                        <a:pt x="617510" y="86773"/>
                      </a:cubicBezTo>
                      <a:cubicBezTo>
                        <a:pt x="628527" y="83788"/>
                        <a:pt x="639767" y="82296"/>
                        <a:pt x="650943" y="82296"/>
                      </a:cubicBezTo>
                      <a:moveTo>
                        <a:pt x="650943" y="0"/>
                      </a:moveTo>
                      <a:cubicBezTo>
                        <a:pt x="632687" y="0"/>
                        <a:pt x="614304" y="2413"/>
                        <a:pt x="596206" y="7239"/>
                      </a:cubicBezTo>
                      <a:cubicBezTo>
                        <a:pt x="541978" y="21780"/>
                        <a:pt x="496639" y="56547"/>
                        <a:pt x="468571" y="105188"/>
                      </a:cubicBezTo>
                      <a:lnTo>
                        <a:pt x="28262" y="867823"/>
                      </a:lnTo>
                      <a:cubicBezTo>
                        <a:pt x="163" y="916464"/>
                        <a:pt x="-7266" y="973074"/>
                        <a:pt x="7244" y="1027335"/>
                      </a:cubicBezTo>
                      <a:cubicBezTo>
                        <a:pt x="21785" y="1081564"/>
                        <a:pt x="56551" y="1126903"/>
                        <a:pt x="105161" y="1154970"/>
                      </a:cubicBezTo>
                      <a:cubicBezTo>
                        <a:pt x="137069" y="1173385"/>
                        <a:pt x="173328" y="1183132"/>
                        <a:pt x="209999" y="1183164"/>
                      </a:cubicBezTo>
                      <a:cubicBezTo>
                        <a:pt x="209999" y="1183164"/>
                        <a:pt x="210031" y="1183164"/>
                        <a:pt x="210063" y="1183164"/>
                      </a:cubicBezTo>
                      <a:cubicBezTo>
                        <a:pt x="210063" y="1183164"/>
                        <a:pt x="210095" y="1183164"/>
                        <a:pt x="210095" y="1183164"/>
                      </a:cubicBezTo>
                      <a:cubicBezTo>
                        <a:pt x="285024" y="1183164"/>
                        <a:pt x="354874" y="1142873"/>
                        <a:pt x="392308" y="1078040"/>
                      </a:cubicBezTo>
                      <a:lnTo>
                        <a:pt x="832617" y="315404"/>
                      </a:lnTo>
                      <a:cubicBezTo>
                        <a:pt x="860684" y="266764"/>
                        <a:pt x="868145" y="210121"/>
                        <a:pt x="853635" y="155892"/>
                      </a:cubicBezTo>
                      <a:cubicBezTo>
                        <a:pt x="839094" y="101664"/>
                        <a:pt x="804328" y="56324"/>
                        <a:pt x="755686" y="28258"/>
                      </a:cubicBezTo>
                      <a:cubicBezTo>
                        <a:pt x="723302" y="9557"/>
                        <a:pt x="687360" y="0"/>
                        <a:pt x="650943" y="0"/>
                      </a:cubicBezTo>
                      <a:lnTo>
                        <a:pt x="6509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59"/>
                <p:cNvSpPr/>
                <p:nvPr/>
              </p:nvSpPr>
              <p:spPr>
                <a:xfrm>
                  <a:off x="13390907" y="909542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1" y="244348"/>
                        <a:pt x="401457" y="274034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385" y="480251"/>
                      </a:lnTo>
                      <a:lnTo>
                        <a:pt x="208353" y="480251"/>
                      </a:lnTo>
                      <a:cubicBezTo>
                        <a:pt x="185081" y="480251"/>
                        <a:pt x="162188" y="473805"/>
                        <a:pt x="142091" y="461582"/>
                      </a:cubicBezTo>
                      <a:cubicBezTo>
                        <a:pt x="114087" y="444595"/>
                        <a:pt x="94180" y="416877"/>
                        <a:pt x="86115" y="383604"/>
                      </a:cubicBezTo>
                      <a:cubicBezTo>
                        <a:pt x="77861" y="349536"/>
                        <a:pt x="82940" y="314103"/>
                        <a:pt x="100435" y="283782"/>
                      </a:cubicBezTo>
                      <a:lnTo>
                        <a:pt x="179905" y="146145"/>
                      </a:lnTo>
                      <a:cubicBezTo>
                        <a:pt x="202670" y="106775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30" y="266446"/>
                        <a:pt x="508327" y="209613"/>
                        <a:pt x="493595" y="155226"/>
                      </a:cubicBezTo>
                      <a:cubicBezTo>
                        <a:pt x="478864" y="100838"/>
                        <a:pt x="443811" y="55499"/>
                        <a:pt x="394852" y="27559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59"/>
                <p:cNvSpPr/>
                <p:nvPr/>
              </p:nvSpPr>
              <p:spPr>
                <a:xfrm>
                  <a:off x="11595063" y="402002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328"/>
                      </a:moveTo>
                      <a:cubicBezTo>
                        <a:pt x="313191" y="82328"/>
                        <a:pt x="334941" y="88106"/>
                        <a:pt x="354086" y="99028"/>
                      </a:cubicBezTo>
                      <a:cubicBezTo>
                        <a:pt x="383867" y="116014"/>
                        <a:pt x="405203" y="143605"/>
                        <a:pt x="414157" y="176689"/>
                      </a:cubicBezTo>
                      <a:cubicBezTo>
                        <a:pt x="423110" y="209804"/>
                        <a:pt x="418602" y="244380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86" y="455739"/>
                        <a:pt x="254073" y="480251"/>
                        <a:pt x="208416" y="480251"/>
                      </a:cubicBezTo>
                      <a:lnTo>
                        <a:pt x="208067" y="480251"/>
                      </a:lnTo>
                      <a:cubicBezTo>
                        <a:pt x="184922" y="480187"/>
                        <a:pt x="162125" y="473742"/>
                        <a:pt x="142154" y="461613"/>
                      </a:cubicBezTo>
                      <a:cubicBezTo>
                        <a:pt x="114151" y="444627"/>
                        <a:pt x="94275" y="416909"/>
                        <a:pt x="86179" y="383635"/>
                      </a:cubicBezTo>
                      <a:cubicBezTo>
                        <a:pt x="77924" y="349567"/>
                        <a:pt x="83004" y="314134"/>
                        <a:pt x="100498" y="283813"/>
                      </a:cubicBezTo>
                      <a:lnTo>
                        <a:pt x="179969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6" y="562578"/>
                      </a:cubicBezTo>
                      <a:cubicBezTo>
                        <a:pt x="208416" y="562578"/>
                        <a:pt x="208448" y="562578"/>
                        <a:pt x="208448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50" y="8890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59"/>
                <p:cNvSpPr/>
                <p:nvPr/>
              </p:nvSpPr>
              <p:spPr>
                <a:xfrm>
                  <a:off x="10601840" y="4686395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12" y="82328"/>
                      </a:moveTo>
                      <a:cubicBezTo>
                        <a:pt x="921509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08"/>
                        <a:pt x="1022633" y="177228"/>
                      </a:cubicBezTo>
                      <a:cubicBezTo>
                        <a:pt x="1031460" y="210217"/>
                        <a:pt x="1026920" y="244697"/>
                        <a:pt x="1009870" y="274288"/>
                      </a:cubicBezTo>
                      <a:lnTo>
                        <a:pt x="321053" y="1467326"/>
                      </a:lnTo>
                      <a:cubicBezTo>
                        <a:pt x="298289" y="1506791"/>
                        <a:pt x="255776" y="1531302"/>
                        <a:pt x="210119" y="1531302"/>
                      </a:cubicBezTo>
                      <a:lnTo>
                        <a:pt x="210087" y="1531302"/>
                      </a:lnTo>
                      <a:lnTo>
                        <a:pt x="210087" y="1531302"/>
                      </a:lnTo>
                      <a:cubicBezTo>
                        <a:pt x="187831" y="1531302"/>
                        <a:pt x="165796" y="1525365"/>
                        <a:pt x="146365" y="1514126"/>
                      </a:cubicBezTo>
                      <a:cubicBezTo>
                        <a:pt x="116774" y="1497044"/>
                        <a:pt x="95628" y="1469453"/>
                        <a:pt x="86770" y="1436465"/>
                      </a:cubicBezTo>
                      <a:cubicBezTo>
                        <a:pt x="77944" y="1403477"/>
                        <a:pt x="82484" y="1368996"/>
                        <a:pt x="99565" y="1339406"/>
                      </a:cubicBezTo>
                      <a:lnTo>
                        <a:pt x="788350" y="146367"/>
                      </a:lnTo>
                      <a:cubicBezTo>
                        <a:pt x="805432" y="116777"/>
                        <a:pt x="833022" y="95631"/>
                        <a:pt x="866042" y="86773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70"/>
                      </a:cubicBezTo>
                      <a:cubicBezTo>
                        <a:pt x="790446" y="21812"/>
                        <a:pt x="745107" y="56578"/>
                        <a:pt x="717039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3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56" y="1613598"/>
                        <a:pt x="210087" y="1613598"/>
                      </a:cubicBezTo>
                      <a:cubicBezTo>
                        <a:pt x="210087" y="1613598"/>
                        <a:pt x="210119" y="1613598"/>
                        <a:pt x="210119" y="1613598"/>
                      </a:cubicBezTo>
                      <a:cubicBezTo>
                        <a:pt x="285081" y="1613567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95"/>
                        <a:pt x="1116645" y="210121"/>
                        <a:pt x="1102104" y="155892"/>
                      </a:cubicBezTo>
                      <a:cubicBezTo>
                        <a:pt x="1087562" y="101664"/>
                        <a:pt x="1052796" y="56324"/>
                        <a:pt x="1004155" y="28258"/>
                      </a:cubicBezTo>
                      <a:cubicBezTo>
                        <a:pt x="971802" y="9589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59"/>
                <p:cNvSpPr/>
                <p:nvPr/>
              </p:nvSpPr>
              <p:spPr>
                <a:xfrm>
                  <a:off x="9934257" y="6404165"/>
                  <a:ext cx="785211" cy="1052067"/>
                </a:xfrm>
                <a:custGeom>
                  <a:rect b="b" l="l" r="r" t="t"/>
                  <a:pathLst>
                    <a:path extrusionOk="0" h="1052067" w="785211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6"/>
                        <a:pt x="698473" y="177197"/>
                      </a:cubicBezTo>
                      <a:cubicBezTo>
                        <a:pt x="707299" y="210217"/>
                        <a:pt x="702791" y="244666"/>
                        <a:pt x="685678" y="274256"/>
                      </a:cubicBezTo>
                      <a:lnTo>
                        <a:pt x="321061" y="905796"/>
                      </a:lnTo>
                      <a:cubicBezTo>
                        <a:pt x="298296" y="945261"/>
                        <a:pt x="255783" y="969772"/>
                        <a:pt x="210126" y="969772"/>
                      </a:cubicBezTo>
                      <a:lnTo>
                        <a:pt x="210094" y="969772"/>
                      </a:lnTo>
                      <a:lnTo>
                        <a:pt x="210063" y="969772"/>
                      </a:lnTo>
                      <a:cubicBezTo>
                        <a:pt x="187806" y="969772"/>
                        <a:pt x="165772" y="963834"/>
                        <a:pt x="146341" y="952595"/>
                      </a:cubicBezTo>
                      <a:cubicBezTo>
                        <a:pt x="116749" y="935513"/>
                        <a:pt x="95604" y="907955"/>
                        <a:pt x="86746" y="874966"/>
                      </a:cubicBezTo>
                      <a:cubicBezTo>
                        <a:pt x="77919" y="841946"/>
                        <a:pt x="82428" y="807497"/>
                        <a:pt x="99541" y="777907"/>
                      </a:cubicBezTo>
                      <a:lnTo>
                        <a:pt x="464158" y="146367"/>
                      </a:lnTo>
                      <a:cubicBezTo>
                        <a:pt x="481240" y="116777"/>
                        <a:pt x="508830" y="95631"/>
                        <a:pt x="541818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0"/>
                        <a:pt x="420946" y="56578"/>
                        <a:pt x="392879" y="105187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8"/>
                        <a:pt x="7244" y="896239"/>
                      </a:cubicBezTo>
                      <a:cubicBezTo>
                        <a:pt x="21785" y="950468"/>
                        <a:pt x="56551" y="995807"/>
                        <a:pt x="105192" y="1023874"/>
                      </a:cubicBezTo>
                      <a:cubicBezTo>
                        <a:pt x="137101" y="1042289"/>
                        <a:pt x="173359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10094" y="1052068"/>
                        <a:pt x="210094" y="1052068"/>
                        <a:pt x="210126" y="1052068"/>
                      </a:cubicBezTo>
                      <a:cubicBezTo>
                        <a:pt x="285056" y="1052068"/>
                        <a:pt x="354906" y="1011777"/>
                        <a:pt x="392340" y="946944"/>
                      </a:cubicBezTo>
                      <a:lnTo>
                        <a:pt x="756956" y="315404"/>
                      </a:lnTo>
                      <a:cubicBezTo>
                        <a:pt x="785023" y="266764"/>
                        <a:pt x="792484" y="210153"/>
                        <a:pt x="777975" y="155892"/>
                      </a:cubicBezTo>
                      <a:cubicBezTo>
                        <a:pt x="763434" y="101664"/>
                        <a:pt x="728667" y="56324"/>
                        <a:pt x="680026" y="28257"/>
                      </a:cubicBezTo>
                      <a:cubicBezTo>
                        <a:pt x="647641" y="9556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6" name="Google Shape;316;p59"/>
              <p:cNvGrpSpPr/>
              <p:nvPr/>
            </p:nvGrpSpPr>
            <p:grpSpPr>
              <a:xfrm>
                <a:off x="7855553" y="-80232"/>
                <a:ext cx="4625301" cy="7703470"/>
                <a:chOff x="7855553" y="-80232"/>
                <a:chExt cx="4625301" cy="7703470"/>
              </a:xfrm>
            </p:grpSpPr>
            <p:sp>
              <p:nvSpPr>
                <p:cNvPr id="317" name="Google Shape;317;p59"/>
                <p:cNvSpPr/>
                <p:nvPr/>
              </p:nvSpPr>
              <p:spPr>
                <a:xfrm>
                  <a:off x="11695716" y="-80232"/>
                  <a:ext cx="785138" cy="1052036"/>
                </a:xfrm>
                <a:custGeom>
                  <a:rect b="b" l="l" r="r" t="t"/>
                  <a:pathLst>
                    <a:path extrusionOk="0" h="1052036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299" y="210185"/>
                        <a:pt x="702791" y="244666"/>
                        <a:pt x="685710" y="274257"/>
                      </a:cubicBezTo>
                      <a:lnTo>
                        <a:pt x="321092" y="905796"/>
                      </a:lnTo>
                      <a:cubicBezTo>
                        <a:pt x="298391" y="945134"/>
                        <a:pt x="256037" y="969645"/>
                        <a:pt x="210507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7" y="907955"/>
                        <a:pt x="86809" y="874967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599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695"/>
                      </a:lnTo>
                      <a:cubicBezTo>
                        <a:pt x="164" y="785336"/>
                        <a:pt x="-7266" y="841978"/>
                        <a:pt x="7244" y="896207"/>
                      </a:cubicBezTo>
                      <a:cubicBezTo>
                        <a:pt x="21785" y="950436"/>
                        <a:pt x="56551" y="995775"/>
                        <a:pt x="105161" y="1023842"/>
                      </a:cubicBezTo>
                      <a:cubicBezTo>
                        <a:pt x="137070" y="1042257"/>
                        <a:pt x="173328" y="1052005"/>
                        <a:pt x="209999" y="1052036"/>
                      </a:cubicBezTo>
                      <a:cubicBezTo>
                        <a:pt x="209999" y="1052036"/>
                        <a:pt x="210031" y="1052036"/>
                        <a:pt x="210031" y="1052036"/>
                      </a:cubicBezTo>
                      <a:cubicBezTo>
                        <a:pt x="210031" y="1052036"/>
                        <a:pt x="210063" y="1052036"/>
                        <a:pt x="210063" y="1052036"/>
                      </a:cubicBezTo>
                      <a:cubicBezTo>
                        <a:pt x="284993" y="1052036"/>
                        <a:pt x="354843" y="1011746"/>
                        <a:pt x="392276" y="946912"/>
                      </a:cubicBezTo>
                      <a:lnTo>
                        <a:pt x="756893" y="315373"/>
                      </a:lnTo>
                      <a:cubicBezTo>
                        <a:pt x="784960" y="266764"/>
                        <a:pt x="792421" y="210122"/>
                        <a:pt x="777879" y="155861"/>
                      </a:cubicBezTo>
                      <a:cubicBezTo>
                        <a:pt x="763338" y="101632"/>
                        <a:pt x="728572" y="56293"/>
                        <a:pt x="679931" y="28226"/>
                      </a:cubicBezTo>
                      <a:cubicBezTo>
                        <a:pt x="647642" y="9557"/>
                        <a:pt x="611700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59"/>
                <p:cNvSpPr/>
                <p:nvPr/>
              </p:nvSpPr>
              <p:spPr>
                <a:xfrm>
                  <a:off x="9933907" y="2971323"/>
                  <a:ext cx="785157" cy="1052036"/>
                </a:xfrm>
                <a:custGeom>
                  <a:rect b="b" l="l" r="r" t="t"/>
                  <a:pathLst>
                    <a:path extrusionOk="0" h="1052036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79" y="99505"/>
                      </a:cubicBezTo>
                      <a:cubicBezTo>
                        <a:pt x="668439" y="116586"/>
                        <a:pt x="689616" y="144145"/>
                        <a:pt x="698442" y="177165"/>
                      </a:cubicBezTo>
                      <a:cubicBezTo>
                        <a:pt x="707301" y="210185"/>
                        <a:pt x="702760" y="244634"/>
                        <a:pt x="685679" y="274193"/>
                      </a:cubicBezTo>
                      <a:lnTo>
                        <a:pt x="321030" y="905764"/>
                      </a:lnTo>
                      <a:cubicBezTo>
                        <a:pt x="309886" y="925068"/>
                        <a:pt x="293662" y="941229"/>
                        <a:pt x="274040" y="952532"/>
                      </a:cubicBezTo>
                      <a:cubicBezTo>
                        <a:pt x="254578" y="963803"/>
                        <a:pt x="232638" y="969740"/>
                        <a:pt x="210604" y="969740"/>
                      </a:cubicBezTo>
                      <a:lnTo>
                        <a:pt x="210318" y="969740"/>
                      </a:lnTo>
                      <a:lnTo>
                        <a:pt x="210000" y="969740"/>
                      </a:lnTo>
                      <a:lnTo>
                        <a:pt x="209778" y="969740"/>
                      </a:lnTo>
                      <a:cubicBezTo>
                        <a:pt x="187712" y="969740"/>
                        <a:pt x="165773" y="963803"/>
                        <a:pt x="146342" y="952595"/>
                      </a:cubicBezTo>
                      <a:cubicBezTo>
                        <a:pt x="116782" y="935514"/>
                        <a:pt x="95605" y="907955"/>
                        <a:pt x="86779" y="874935"/>
                      </a:cubicBezTo>
                      <a:cubicBezTo>
                        <a:pt x="77921" y="841915"/>
                        <a:pt x="82461" y="807466"/>
                        <a:pt x="99542" y="777907"/>
                      </a:cubicBezTo>
                      <a:lnTo>
                        <a:pt x="464191" y="146336"/>
                      </a:lnTo>
                      <a:cubicBezTo>
                        <a:pt x="481273" y="116777"/>
                        <a:pt x="508831" y="95599"/>
                        <a:pt x="541852" y="86773"/>
                      </a:cubicBezTo>
                      <a:cubicBezTo>
                        <a:pt x="552837" y="83820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3"/>
                        <a:pt x="520516" y="7239"/>
                      </a:cubicBezTo>
                      <a:cubicBezTo>
                        <a:pt x="466286" y="21781"/>
                        <a:pt x="420948" y="56547"/>
                        <a:pt x="392880" y="105156"/>
                      </a:cubicBezTo>
                      <a:lnTo>
                        <a:pt x="28232" y="736727"/>
                      </a:lnTo>
                      <a:cubicBezTo>
                        <a:pt x="165" y="785336"/>
                        <a:pt x="-7265" y="842010"/>
                        <a:pt x="7245" y="896207"/>
                      </a:cubicBezTo>
                      <a:cubicBezTo>
                        <a:pt x="21755" y="950436"/>
                        <a:pt x="56553" y="995775"/>
                        <a:pt x="105162" y="1023842"/>
                      </a:cubicBezTo>
                      <a:cubicBezTo>
                        <a:pt x="136975" y="1042194"/>
                        <a:pt x="173139" y="1052036"/>
                        <a:pt x="209747" y="1052036"/>
                      </a:cubicBezTo>
                      <a:cubicBezTo>
                        <a:pt x="209873" y="1052036"/>
                        <a:pt x="209969" y="1052036"/>
                        <a:pt x="210096" y="1052036"/>
                      </a:cubicBezTo>
                      <a:cubicBezTo>
                        <a:pt x="210254" y="1052036"/>
                        <a:pt x="210413" y="1052036"/>
                        <a:pt x="210572" y="1052036"/>
                      </a:cubicBezTo>
                      <a:cubicBezTo>
                        <a:pt x="247910" y="1052036"/>
                        <a:pt x="283851" y="1041908"/>
                        <a:pt x="315220" y="1023779"/>
                      </a:cubicBezTo>
                      <a:cubicBezTo>
                        <a:pt x="346653" y="1005681"/>
                        <a:pt x="373577" y="979361"/>
                        <a:pt x="392277" y="946912"/>
                      </a:cubicBezTo>
                      <a:lnTo>
                        <a:pt x="756926" y="315341"/>
                      </a:lnTo>
                      <a:cubicBezTo>
                        <a:pt x="784993" y="266732"/>
                        <a:pt x="792423" y="210058"/>
                        <a:pt x="777913" y="155861"/>
                      </a:cubicBezTo>
                      <a:cubicBezTo>
                        <a:pt x="763371" y="101632"/>
                        <a:pt x="728605" y="56293"/>
                        <a:pt x="679996" y="28226"/>
                      </a:cubicBezTo>
                      <a:cubicBezTo>
                        <a:pt x="647642" y="9557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59"/>
                <p:cNvSpPr/>
                <p:nvPr/>
              </p:nvSpPr>
              <p:spPr>
                <a:xfrm>
                  <a:off x="10601515" y="1742916"/>
                  <a:ext cx="826835" cy="1124204"/>
                </a:xfrm>
                <a:custGeom>
                  <a:rect b="b" l="l" r="r" t="t"/>
                  <a:pathLst>
                    <a:path extrusionOk="0" h="1124204" w="826835">
                      <a:moveTo>
                        <a:pt x="616876" y="82296"/>
                      </a:moveTo>
                      <a:cubicBezTo>
                        <a:pt x="638973" y="82296"/>
                        <a:pt x="660976" y="88265"/>
                        <a:pt x="680471" y="99536"/>
                      </a:cubicBezTo>
                      <a:cubicBezTo>
                        <a:pt x="710062" y="116618"/>
                        <a:pt x="731207" y="144208"/>
                        <a:pt x="740065" y="177197"/>
                      </a:cubicBezTo>
                      <a:cubicBezTo>
                        <a:pt x="748892" y="210185"/>
                        <a:pt x="744383" y="244666"/>
                        <a:pt x="727270" y="274257"/>
                      </a:cubicBezTo>
                      <a:lnTo>
                        <a:pt x="320997" y="977932"/>
                      </a:lnTo>
                      <a:cubicBezTo>
                        <a:pt x="298328" y="1017207"/>
                        <a:pt x="256100" y="1041686"/>
                        <a:pt x="210698" y="1041908"/>
                      </a:cubicBezTo>
                      <a:lnTo>
                        <a:pt x="210031" y="1041908"/>
                      </a:lnTo>
                      <a:cubicBezTo>
                        <a:pt x="187774" y="1041908"/>
                        <a:pt x="165740" y="1035971"/>
                        <a:pt x="146309" y="1024731"/>
                      </a:cubicBezTo>
                      <a:cubicBezTo>
                        <a:pt x="116718" y="1007650"/>
                        <a:pt x="95572" y="980091"/>
                        <a:pt x="86714" y="947102"/>
                      </a:cubicBezTo>
                      <a:cubicBezTo>
                        <a:pt x="77888" y="914082"/>
                        <a:pt x="82396" y="879634"/>
                        <a:pt x="99509" y="850043"/>
                      </a:cubicBezTo>
                      <a:lnTo>
                        <a:pt x="505782" y="146367"/>
                      </a:lnTo>
                      <a:cubicBezTo>
                        <a:pt x="522864" y="116776"/>
                        <a:pt x="550454" y="95631"/>
                        <a:pt x="583443" y="86773"/>
                      </a:cubicBezTo>
                      <a:cubicBezTo>
                        <a:pt x="594460" y="83788"/>
                        <a:pt x="605700" y="82296"/>
                        <a:pt x="616876" y="82296"/>
                      </a:cubicBezTo>
                      <a:moveTo>
                        <a:pt x="616876" y="0"/>
                      </a:moveTo>
                      <a:cubicBezTo>
                        <a:pt x="598619" y="0"/>
                        <a:pt x="580236" y="2413"/>
                        <a:pt x="562139" y="7239"/>
                      </a:cubicBezTo>
                      <a:cubicBezTo>
                        <a:pt x="507909" y="21780"/>
                        <a:pt x="462570" y="56547"/>
                        <a:pt x="434503" y="105188"/>
                      </a:cubicBezTo>
                      <a:lnTo>
                        <a:pt x="28262" y="808863"/>
                      </a:lnTo>
                      <a:cubicBezTo>
                        <a:pt x="164" y="857504"/>
                        <a:pt x="-7266" y="914114"/>
                        <a:pt x="7244" y="968375"/>
                      </a:cubicBezTo>
                      <a:cubicBezTo>
                        <a:pt x="21785" y="1022604"/>
                        <a:pt x="56552" y="1067943"/>
                        <a:pt x="105192" y="1096010"/>
                      </a:cubicBezTo>
                      <a:cubicBezTo>
                        <a:pt x="137101" y="1114425"/>
                        <a:pt x="173360" y="1124204"/>
                        <a:pt x="210031" y="1124204"/>
                      </a:cubicBezTo>
                      <a:cubicBezTo>
                        <a:pt x="210063" y="1124204"/>
                        <a:pt x="210095" y="1124204"/>
                        <a:pt x="210126" y="1124204"/>
                      </a:cubicBezTo>
                      <a:cubicBezTo>
                        <a:pt x="285056" y="1124204"/>
                        <a:pt x="354906" y="1083913"/>
                        <a:pt x="392339" y="1019080"/>
                      </a:cubicBezTo>
                      <a:lnTo>
                        <a:pt x="798581" y="315404"/>
                      </a:lnTo>
                      <a:cubicBezTo>
                        <a:pt x="826648" y="266763"/>
                        <a:pt x="834109" y="210121"/>
                        <a:pt x="819599" y="155892"/>
                      </a:cubicBezTo>
                      <a:cubicBezTo>
                        <a:pt x="805058" y="101663"/>
                        <a:pt x="770291" y="56324"/>
                        <a:pt x="721651" y="28257"/>
                      </a:cubicBezTo>
                      <a:cubicBezTo>
                        <a:pt x="689234" y="9557"/>
                        <a:pt x="653293" y="0"/>
                        <a:pt x="616876" y="0"/>
                      </a:cubicBezTo>
                      <a:lnTo>
                        <a:pt x="6168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59"/>
                <p:cNvSpPr/>
                <p:nvPr/>
              </p:nvSpPr>
              <p:spPr>
                <a:xfrm>
                  <a:off x="11312393" y="1076197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328"/>
                      </a:moveTo>
                      <a:cubicBezTo>
                        <a:pt x="313192" y="82328"/>
                        <a:pt x="334941" y="88106"/>
                        <a:pt x="354086" y="99028"/>
                      </a:cubicBezTo>
                      <a:cubicBezTo>
                        <a:pt x="383867" y="116015"/>
                        <a:pt x="405203" y="143605"/>
                        <a:pt x="414157" y="176689"/>
                      </a:cubicBezTo>
                      <a:cubicBezTo>
                        <a:pt x="423110" y="209772"/>
                        <a:pt x="418602" y="244348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099" y="480251"/>
                      </a:lnTo>
                      <a:cubicBezTo>
                        <a:pt x="184922" y="480187"/>
                        <a:pt x="162125" y="473742"/>
                        <a:pt x="142123" y="461613"/>
                      </a:cubicBezTo>
                      <a:cubicBezTo>
                        <a:pt x="114119" y="444627"/>
                        <a:pt x="94244" y="416909"/>
                        <a:pt x="86148" y="383635"/>
                      </a:cubicBezTo>
                      <a:cubicBezTo>
                        <a:pt x="77893" y="349568"/>
                        <a:pt x="82973" y="314135"/>
                        <a:pt x="100467" y="283813"/>
                      </a:cubicBezTo>
                      <a:lnTo>
                        <a:pt x="179937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47"/>
                      </a:cubicBezTo>
                      <a:cubicBezTo>
                        <a:pt x="208353" y="562547"/>
                        <a:pt x="208385" y="562547"/>
                        <a:pt x="208417" y="562547"/>
                      </a:cubicBezTo>
                      <a:cubicBezTo>
                        <a:pt x="283379" y="562547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30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59"/>
                <p:cNvSpPr/>
                <p:nvPr/>
              </p:nvSpPr>
              <p:spPr>
                <a:xfrm>
                  <a:off x="8523104" y="4853432"/>
                  <a:ext cx="1109371" cy="1613598"/>
                </a:xfrm>
                <a:custGeom>
                  <a:rect b="b" l="l" r="r" t="t"/>
                  <a:pathLst>
                    <a:path extrusionOk="0" h="1613598" w="1109371">
                      <a:moveTo>
                        <a:pt x="899412" y="82296"/>
                      </a:moveTo>
                      <a:cubicBezTo>
                        <a:pt x="921510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97"/>
                      </a:cubicBezTo>
                      <a:cubicBezTo>
                        <a:pt x="1031460" y="210185"/>
                        <a:pt x="1026919" y="244665"/>
                        <a:pt x="1009838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516" y="1531271"/>
                      </a:lnTo>
                      <a:cubicBezTo>
                        <a:pt x="187450" y="1531176"/>
                        <a:pt x="165606" y="1525238"/>
                        <a:pt x="146333" y="1514094"/>
                      </a:cubicBezTo>
                      <a:cubicBezTo>
                        <a:pt x="116742" y="1497013"/>
                        <a:pt x="95597" y="1469422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9" y="146336"/>
                      </a:lnTo>
                      <a:cubicBezTo>
                        <a:pt x="805400" y="116745"/>
                        <a:pt x="832991" y="95599"/>
                        <a:pt x="866011" y="86741"/>
                      </a:cubicBezTo>
                      <a:cubicBezTo>
                        <a:pt x="876996" y="83788"/>
                        <a:pt x="888267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6" y="0"/>
                        <a:pt x="862772" y="2413"/>
                        <a:pt x="844675" y="7271"/>
                      </a:cubicBezTo>
                      <a:cubicBezTo>
                        <a:pt x="790446" y="21812"/>
                        <a:pt x="745107" y="56578"/>
                        <a:pt x="717040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4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87" y="1613598"/>
                        <a:pt x="210119" y="1613598"/>
                      </a:cubicBezTo>
                      <a:cubicBezTo>
                        <a:pt x="285081" y="1613598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64"/>
                        <a:pt x="1116645" y="210121"/>
                        <a:pt x="1102135" y="155892"/>
                      </a:cubicBezTo>
                      <a:cubicBezTo>
                        <a:pt x="1087594" y="101664"/>
                        <a:pt x="1052828" y="56324"/>
                        <a:pt x="1004187" y="28258"/>
                      </a:cubicBezTo>
                      <a:cubicBezTo>
                        <a:pt x="971802" y="9557"/>
                        <a:pt x="935861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59"/>
                <p:cNvSpPr/>
                <p:nvPr/>
              </p:nvSpPr>
              <p:spPr>
                <a:xfrm>
                  <a:off x="7855553" y="6571170"/>
                  <a:ext cx="785170" cy="1052068"/>
                </a:xfrm>
                <a:custGeom>
                  <a:rect b="b" l="l" r="r" t="t"/>
                  <a:pathLst>
                    <a:path extrusionOk="0" h="1052068" w="785170">
                      <a:moveTo>
                        <a:pt x="575251" y="82297"/>
                      </a:moveTo>
                      <a:cubicBezTo>
                        <a:pt x="597349" y="82297"/>
                        <a:pt x="619320" y="88265"/>
                        <a:pt x="638878" y="99537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6"/>
                        <a:pt x="702791" y="244666"/>
                        <a:pt x="685709" y="274257"/>
                      </a:cubicBezTo>
                      <a:lnTo>
                        <a:pt x="321093" y="905796"/>
                      </a:lnTo>
                      <a:cubicBezTo>
                        <a:pt x="298423" y="945071"/>
                        <a:pt x="256195" y="969550"/>
                        <a:pt x="210761" y="969773"/>
                      </a:cubicBezTo>
                      <a:lnTo>
                        <a:pt x="210094" y="969773"/>
                      </a:lnTo>
                      <a:cubicBezTo>
                        <a:pt x="187838" y="969773"/>
                        <a:pt x="165803" y="963835"/>
                        <a:pt x="146372" y="952627"/>
                      </a:cubicBezTo>
                      <a:cubicBezTo>
                        <a:pt x="116781" y="935546"/>
                        <a:pt x="95636" y="907955"/>
                        <a:pt x="86778" y="874967"/>
                      </a:cubicBezTo>
                      <a:cubicBezTo>
                        <a:pt x="77951" y="841947"/>
                        <a:pt x="82459" y="807498"/>
                        <a:pt x="99573" y="777907"/>
                      </a:cubicBezTo>
                      <a:lnTo>
                        <a:pt x="464190" y="146368"/>
                      </a:lnTo>
                      <a:cubicBezTo>
                        <a:pt x="481271" y="116777"/>
                        <a:pt x="508862" y="95631"/>
                        <a:pt x="541850" y="86773"/>
                      </a:cubicBezTo>
                      <a:cubicBezTo>
                        <a:pt x="552804" y="83820"/>
                        <a:pt x="564075" y="82297"/>
                        <a:pt x="575251" y="82297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9"/>
                        <a:pt x="7244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69" y="1042289"/>
                        <a:pt x="173328" y="1052037"/>
                        <a:pt x="209999" y="1052068"/>
                      </a:cubicBezTo>
                      <a:cubicBezTo>
                        <a:pt x="210031" y="1052068"/>
                        <a:pt x="210063" y="1052068"/>
                        <a:pt x="210094" y="1052068"/>
                      </a:cubicBezTo>
                      <a:cubicBezTo>
                        <a:pt x="285025" y="1052068"/>
                        <a:pt x="354875" y="1011778"/>
                        <a:pt x="392308" y="946944"/>
                      </a:cubicBezTo>
                      <a:lnTo>
                        <a:pt x="756925" y="315405"/>
                      </a:lnTo>
                      <a:cubicBezTo>
                        <a:pt x="784992" y="266764"/>
                        <a:pt x="792453" y="210154"/>
                        <a:pt x="777912" y="155893"/>
                      </a:cubicBezTo>
                      <a:cubicBezTo>
                        <a:pt x="763370" y="101664"/>
                        <a:pt x="728604" y="56324"/>
                        <a:pt x="679963" y="28258"/>
                      </a:cubicBezTo>
                      <a:cubicBezTo>
                        <a:pt x="647609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3" name="Google Shape;323;p59"/>
                <p:cNvSpPr/>
                <p:nvPr/>
              </p:nvSpPr>
              <p:spPr>
                <a:xfrm>
                  <a:off x="9516549" y="4127785"/>
                  <a:ext cx="535036" cy="621506"/>
                </a:xfrm>
                <a:custGeom>
                  <a:rect b="b" l="l" r="r" t="t"/>
                  <a:pathLst>
                    <a:path extrusionOk="0" h="621506" w="535036">
                      <a:moveTo>
                        <a:pt x="325193" y="82296"/>
                      </a:moveTo>
                      <a:cubicBezTo>
                        <a:pt x="347196" y="82296"/>
                        <a:pt x="368945" y="88074"/>
                        <a:pt x="388090" y="98997"/>
                      </a:cubicBezTo>
                      <a:cubicBezTo>
                        <a:pt x="417872" y="115983"/>
                        <a:pt x="439207" y="143574"/>
                        <a:pt x="448161" y="176657"/>
                      </a:cubicBezTo>
                      <a:cubicBezTo>
                        <a:pt x="457114" y="209772"/>
                        <a:pt x="452606" y="244348"/>
                        <a:pt x="435461" y="274034"/>
                      </a:cubicBezTo>
                      <a:lnTo>
                        <a:pt x="319319" y="475202"/>
                      </a:lnTo>
                      <a:cubicBezTo>
                        <a:pt x="296523" y="514667"/>
                        <a:pt x="254042" y="539179"/>
                        <a:pt x="208385" y="539179"/>
                      </a:cubicBezTo>
                      <a:lnTo>
                        <a:pt x="208068" y="539179"/>
                      </a:lnTo>
                      <a:cubicBezTo>
                        <a:pt x="184890" y="539115"/>
                        <a:pt x="162093" y="532670"/>
                        <a:pt x="142091" y="520541"/>
                      </a:cubicBezTo>
                      <a:cubicBezTo>
                        <a:pt x="114087" y="503555"/>
                        <a:pt x="94212" y="475837"/>
                        <a:pt x="86116" y="442563"/>
                      </a:cubicBezTo>
                      <a:cubicBezTo>
                        <a:pt x="77861" y="408496"/>
                        <a:pt x="82941" y="373063"/>
                        <a:pt x="100435" y="342741"/>
                      </a:cubicBezTo>
                      <a:lnTo>
                        <a:pt x="213941" y="146145"/>
                      </a:lnTo>
                      <a:cubicBezTo>
                        <a:pt x="236674" y="106743"/>
                        <a:pt x="279314" y="82296"/>
                        <a:pt x="325193" y="82296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94" y="104997"/>
                      </a:cubicBezTo>
                      <a:lnTo>
                        <a:pt x="29188" y="301561"/>
                      </a:lnTo>
                      <a:cubicBezTo>
                        <a:pt x="-28978" y="402305"/>
                        <a:pt x="2518" y="532099"/>
                        <a:pt x="99419" y="590899"/>
                      </a:cubicBezTo>
                      <a:cubicBezTo>
                        <a:pt x="132344" y="610902"/>
                        <a:pt x="169999" y="621475"/>
                        <a:pt x="208322" y="621506"/>
                      </a:cubicBezTo>
                      <a:cubicBezTo>
                        <a:pt x="208353" y="621506"/>
                        <a:pt x="208385" y="621506"/>
                        <a:pt x="208417" y="621506"/>
                      </a:cubicBezTo>
                      <a:cubicBezTo>
                        <a:pt x="283379" y="621506"/>
                        <a:pt x="353197" y="581216"/>
                        <a:pt x="390630" y="516382"/>
                      </a:cubicBezTo>
                      <a:lnTo>
                        <a:pt x="506772" y="315214"/>
                      </a:lnTo>
                      <a:cubicBezTo>
                        <a:pt x="534966" y="266414"/>
                        <a:pt x="542363" y="209582"/>
                        <a:pt x="527631" y="155194"/>
                      </a:cubicBezTo>
                      <a:cubicBezTo>
                        <a:pt x="512899" y="100806"/>
                        <a:pt x="477847" y="55468"/>
                        <a:pt x="428889" y="27559"/>
                      </a:cubicBezTo>
                      <a:cubicBezTo>
                        <a:pt x="396186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4" name="Google Shape;324;p59"/>
              <p:cNvGrpSpPr/>
              <p:nvPr/>
            </p:nvGrpSpPr>
            <p:grpSpPr>
              <a:xfrm>
                <a:off x="9564037" y="-1311941"/>
                <a:ext cx="4949515" cy="8264967"/>
                <a:chOff x="9564037" y="-1311941"/>
                <a:chExt cx="4949515" cy="8264967"/>
              </a:xfrm>
            </p:grpSpPr>
            <p:sp>
              <p:nvSpPr>
                <p:cNvPr id="325" name="Google Shape;325;p59"/>
                <p:cNvSpPr/>
                <p:nvPr/>
              </p:nvSpPr>
              <p:spPr>
                <a:xfrm>
                  <a:off x="13404190" y="-1311941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44" y="82328"/>
                      </a:moveTo>
                      <a:cubicBezTo>
                        <a:pt x="921541" y="82328"/>
                        <a:pt x="943544" y="88297"/>
                        <a:pt x="963071" y="99568"/>
                      </a:cubicBezTo>
                      <a:cubicBezTo>
                        <a:pt x="992661" y="116649"/>
                        <a:pt x="1013807" y="144208"/>
                        <a:pt x="1022634" y="177197"/>
                      </a:cubicBezTo>
                      <a:cubicBezTo>
                        <a:pt x="1031460" y="210185"/>
                        <a:pt x="1026919" y="244666"/>
                        <a:pt x="1009870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104" y="1531271"/>
                      </a:lnTo>
                      <a:cubicBezTo>
                        <a:pt x="187164" y="1531080"/>
                        <a:pt x="165479" y="1525175"/>
                        <a:pt x="146334" y="1514094"/>
                      </a:cubicBezTo>
                      <a:cubicBezTo>
                        <a:pt x="116742" y="1497013"/>
                        <a:pt x="95597" y="1469422"/>
                        <a:pt x="86771" y="1436434"/>
                      </a:cubicBezTo>
                      <a:cubicBezTo>
                        <a:pt x="77944" y="1403445"/>
                        <a:pt x="82484" y="1368965"/>
                        <a:pt x="99566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99"/>
                        <a:pt x="866042" y="86741"/>
                      </a:cubicBezTo>
                      <a:cubicBezTo>
                        <a:pt x="877028" y="83820"/>
                        <a:pt x="888267" y="82328"/>
                        <a:pt x="899444" y="82328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707" y="7239"/>
                      </a:cubicBezTo>
                      <a:cubicBezTo>
                        <a:pt x="790477" y="21780"/>
                        <a:pt x="745138" y="56547"/>
                        <a:pt x="717072" y="105188"/>
                      </a:cubicBezTo>
                      <a:lnTo>
                        <a:pt x="28255" y="1298258"/>
                      </a:lnTo>
                      <a:cubicBezTo>
                        <a:pt x="188" y="1346899"/>
                        <a:pt x="-7273" y="1403509"/>
                        <a:pt x="7237" y="1457770"/>
                      </a:cubicBezTo>
                      <a:cubicBezTo>
                        <a:pt x="21778" y="1511999"/>
                        <a:pt x="56545" y="1557338"/>
                        <a:pt x="105154" y="1585405"/>
                      </a:cubicBezTo>
                      <a:cubicBezTo>
                        <a:pt x="137062" y="1603851"/>
                        <a:pt x="173321" y="1613599"/>
                        <a:pt x="210024" y="1613599"/>
                      </a:cubicBezTo>
                      <a:cubicBezTo>
                        <a:pt x="210055" y="1613599"/>
                        <a:pt x="210087" y="1613599"/>
                        <a:pt x="210119" y="1613599"/>
                      </a:cubicBezTo>
                      <a:cubicBezTo>
                        <a:pt x="285081" y="1613599"/>
                        <a:pt x="354899" y="1573308"/>
                        <a:pt x="392333" y="1508474"/>
                      </a:cubicBezTo>
                      <a:lnTo>
                        <a:pt x="1081117" y="315436"/>
                      </a:lnTo>
                      <a:cubicBezTo>
                        <a:pt x="1109184" y="266795"/>
                        <a:pt x="1116645" y="210185"/>
                        <a:pt x="1102104" y="155924"/>
                      </a:cubicBezTo>
                      <a:cubicBezTo>
                        <a:pt x="1087562" y="101695"/>
                        <a:pt x="1052796" y="56356"/>
                        <a:pt x="1004155" y="28289"/>
                      </a:cubicBezTo>
                      <a:cubicBezTo>
                        <a:pt x="971834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59"/>
                <p:cNvSpPr/>
                <p:nvPr/>
              </p:nvSpPr>
              <p:spPr>
                <a:xfrm>
                  <a:off x="10974848" y="2895949"/>
                  <a:ext cx="1109321" cy="1613566"/>
                </a:xfrm>
                <a:custGeom>
                  <a:rect b="b" l="l" r="r" t="t"/>
                  <a:pathLst>
                    <a:path extrusionOk="0" h="1613566" w="1109321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2998" y="99505"/>
                      </a:cubicBezTo>
                      <a:cubicBezTo>
                        <a:pt x="992588" y="116586"/>
                        <a:pt x="1013734" y="144145"/>
                        <a:pt x="1022592" y="177165"/>
                      </a:cubicBezTo>
                      <a:cubicBezTo>
                        <a:pt x="1031450" y="210185"/>
                        <a:pt x="1026910" y="244634"/>
                        <a:pt x="1009829" y="274225"/>
                      </a:cubicBezTo>
                      <a:lnTo>
                        <a:pt x="321044" y="1467231"/>
                      </a:lnTo>
                      <a:cubicBezTo>
                        <a:pt x="298280" y="1506696"/>
                        <a:pt x="255766" y="1531207"/>
                        <a:pt x="210142" y="1531207"/>
                      </a:cubicBezTo>
                      <a:lnTo>
                        <a:pt x="206744" y="1531207"/>
                      </a:lnTo>
                      <a:cubicBezTo>
                        <a:pt x="185631" y="1530636"/>
                        <a:pt x="164834" y="1524730"/>
                        <a:pt x="146356" y="1514062"/>
                      </a:cubicBezTo>
                      <a:cubicBezTo>
                        <a:pt x="116796" y="1496981"/>
                        <a:pt x="95619" y="1469390"/>
                        <a:pt x="86793" y="1436402"/>
                      </a:cubicBezTo>
                      <a:cubicBezTo>
                        <a:pt x="77934" y="1403382"/>
                        <a:pt x="82475" y="1368933"/>
                        <a:pt x="99556" y="1339342"/>
                      </a:cubicBezTo>
                      <a:lnTo>
                        <a:pt x="788341" y="146336"/>
                      </a:lnTo>
                      <a:cubicBezTo>
                        <a:pt x="805422" y="116777"/>
                        <a:pt x="833013" y="95599"/>
                        <a:pt x="866001" y="86741"/>
                      </a:cubicBezTo>
                      <a:cubicBezTo>
                        <a:pt x="876955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56"/>
                      </a:cubicBezTo>
                      <a:lnTo>
                        <a:pt x="28246" y="1298162"/>
                      </a:lnTo>
                      <a:cubicBezTo>
                        <a:pt x="179" y="1346772"/>
                        <a:pt x="-7282" y="1403445"/>
                        <a:pt x="7259" y="1457674"/>
                      </a:cubicBezTo>
                      <a:cubicBezTo>
                        <a:pt x="21800" y="1511904"/>
                        <a:pt x="56567" y="1557242"/>
                        <a:pt x="105176" y="1585309"/>
                      </a:cubicBezTo>
                      <a:cubicBezTo>
                        <a:pt x="137085" y="1603724"/>
                        <a:pt x="173280" y="1613504"/>
                        <a:pt x="209951" y="1613535"/>
                      </a:cubicBezTo>
                      <a:cubicBezTo>
                        <a:pt x="209951" y="1613535"/>
                        <a:pt x="209983" y="1613567"/>
                        <a:pt x="210014" y="1613567"/>
                      </a:cubicBezTo>
                      <a:cubicBezTo>
                        <a:pt x="210046" y="1613567"/>
                        <a:pt x="210078" y="1613567"/>
                        <a:pt x="210110" y="1613504"/>
                      </a:cubicBezTo>
                      <a:cubicBezTo>
                        <a:pt x="210110" y="1613504"/>
                        <a:pt x="210142" y="1613504"/>
                        <a:pt x="210142" y="1613504"/>
                      </a:cubicBezTo>
                      <a:cubicBezTo>
                        <a:pt x="285071" y="1613504"/>
                        <a:pt x="354826" y="1573276"/>
                        <a:pt x="392291" y="1508379"/>
                      </a:cubicBezTo>
                      <a:lnTo>
                        <a:pt x="1081076" y="315373"/>
                      </a:lnTo>
                      <a:cubicBezTo>
                        <a:pt x="1109143" y="266764"/>
                        <a:pt x="1116604" y="210090"/>
                        <a:pt x="1102062" y="155861"/>
                      </a:cubicBezTo>
                      <a:cubicBezTo>
                        <a:pt x="1087521" y="101632"/>
                        <a:pt x="1052755" y="56293"/>
                        <a:pt x="1004145" y="28226"/>
                      </a:cubicBezTo>
                      <a:cubicBezTo>
                        <a:pt x="971761" y="9525"/>
                        <a:pt x="935819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59"/>
                <p:cNvSpPr/>
                <p:nvPr/>
              </p:nvSpPr>
              <p:spPr>
                <a:xfrm>
                  <a:off x="12736656" y="405796"/>
                  <a:ext cx="785217" cy="1052099"/>
                </a:xfrm>
                <a:custGeom>
                  <a:rect b="b" l="l" r="r" t="t"/>
                  <a:pathLst>
                    <a:path extrusionOk="0" h="1052099" w="785217">
                      <a:moveTo>
                        <a:pt x="575235" y="82328"/>
                      </a:moveTo>
                      <a:cubicBezTo>
                        <a:pt x="597333" y="82328"/>
                        <a:pt x="619304" y="88297"/>
                        <a:pt x="638830" y="99568"/>
                      </a:cubicBezTo>
                      <a:cubicBezTo>
                        <a:pt x="668421" y="116650"/>
                        <a:pt x="689566" y="144240"/>
                        <a:pt x="698425" y="177229"/>
                      </a:cubicBezTo>
                      <a:cubicBezTo>
                        <a:pt x="707251" y="210217"/>
                        <a:pt x="702743" y="244697"/>
                        <a:pt x="685661" y="274288"/>
                      </a:cubicBezTo>
                      <a:lnTo>
                        <a:pt x="321045" y="905796"/>
                      </a:lnTo>
                      <a:cubicBezTo>
                        <a:pt x="298438" y="944944"/>
                        <a:pt x="256401" y="969391"/>
                        <a:pt x="211189" y="969772"/>
                      </a:cubicBezTo>
                      <a:lnTo>
                        <a:pt x="210078" y="969772"/>
                      </a:lnTo>
                      <a:cubicBezTo>
                        <a:pt x="187821" y="969772"/>
                        <a:pt x="165787" y="963835"/>
                        <a:pt x="146356" y="952595"/>
                      </a:cubicBezTo>
                      <a:cubicBezTo>
                        <a:pt x="116765" y="935514"/>
                        <a:pt x="95620" y="907923"/>
                        <a:pt x="86761" y="874935"/>
                      </a:cubicBezTo>
                      <a:cubicBezTo>
                        <a:pt x="77935" y="841947"/>
                        <a:pt x="82443" y="807466"/>
                        <a:pt x="99525" y="777875"/>
                      </a:cubicBezTo>
                      <a:lnTo>
                        <a:pt x="464141" y="146336"/>
                      </a:lnTo>
                      <a:cubicBezTo>
                        <a:pt x="481223" y="116745"/>
                        <a:pt x="508782" y="95599"/>
                        <a:pt x="541802" y="86741"/>
                      </a:cubicBezTo>
                      <a:cubicBezTo>
                        <a:pt x="552820" y="83820"/>
                        <a:pt x="564059" y="82328"/>
                        <a:pt x="575235" y="82328"/>
                      </a:cubicBezTo>
                      <a:moveTo>
                        <a:pt x="575235" y="0"/>
                      </a:moveTo>
                      <a:cubicBezTo>
                        <a:pt x="556978" y="0"/>
                        <a:pt x="538596" y="2413"/>
                        <a:pt x="520498" y="7271"/>
                      </a:cubicBezTo>
                      <a:cubicBezTo>
                        <a:pt x="466269" y="21812"/>
                        <a:pt x="420930" y="56579"/>
                        <a:pt x="392863" y="105220"/>
                      </a:cubicBezTo>
                      <a:lnTo>
                        <a:pt x="28245" y="736759"/>
                      </a:lnTo>
                      <a:cubicBezTo>
                        <a:pt x="179" y="785368"/>
                        <a:pt x="-7283" y="842010"/>
                        <a:pt x="7259" y="896271"/>
                      </a:cubicBezTo>
                      <a:cubicBezTo>
                        <a:pt x="21801" y="950500"/>
                        <a:pt x="56567" y="995839"/>
                        <a:pt x="105208" y="1023906"/>
                      </a:cubicBezTo>
                      <a:cubicBezTo>
                        <a:pt x="137116" y="1042321"/>
                        <a:pt x="173375" y="1052068"/>
                        <a:pt x="210046" y="1052100"/>
                      </a:cubicBezTo>
                      <a:cubicBezTo>
                        <a:pt x="210078" y="1052100"/>
                        <a:pt x="210110" y="1052100"/>
                        <a:pt x="210141" y="1052100"/>
                      </a:cubicBezTo>
                      <a:cubicBezTo>
                        <a:pt x="285072" y="1052100"/>
                        <a:pt x="354922" y="1011809"/>
                        <a:pt x="392355" y="946976"/>
                      </a:cubicBezTo>
                      <a:lnTo>
                        <a:pt x="756972" y="315436"/>
                      </a:lnTo>
                      <a:cubicBezTo>
                        <a:pt x="785039" y="266827"/>
                        <a:pt x="792500" y="210185"/>
                        <a:pt x="777959" y="155924"/>
                      </a:cubicBezTo>
                      <a:cubicBezTo>
                        <a:pt x="763417" y="101695"/>
                        <a:pt x="728651" y="56356"/>
                        <a:pt x="680010" y="28289"/>
                      </a:cubicBezTo>
                      <a:cubicBezTo>
                        <a:pt x="647625" y="9589"/>
                        <a:pt x="611684" y="0"/>
                        <a:pt x="575235" y="0"/>
                      </a:cubicBezTo>
                      <a:lnTo>
                        <a:pt x="57523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59"/>
                <p:cNvSpPr/>
                <p:nvPr/>
              </p:nvSpPr>
              <p:spPr>
                <a:xfrm>
                  <a:off x="12353285" y="1562258"/>
                  <a:ext cx="500968" cy="562546"/>
                </a:xfrm>
                <a:custGeom>
                  <a:rect b="b" l="l" r="r" t="t"/>
                  <a:pathLst>
                    <a:path extrusionOk="0" h="562546" w="500968">
                      <a:moveTo>
                        <a:pt x="291189" y="82296"/>
                      </a:moveTo>
                      <a:cubicBezTo>
                        <a:pt x="313191" y="82296"/>
                        <a:pt x="334940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6" y="176657"/>
                      </a:cubicBezTo>
                      <a:cubicBezTo>
                        <a:pt x="423110" y="209772"/>
                        <a:pt x="418602" y="244348"/>
                        <a:pt x="401456" y="274034"/>
                      </a:cubicBezTo>
                      <a:lnTo>
                        <a:pt x="319351" y="416243"/>
                      </a:lnTo>
                      <a:cubicBezTo>
                        <a:pt x="296745" y="455422"/>
                        <a:pt x="254708" y="479838"/>
                        <a:pt x="209464" y="480219"/>
                      </a:cubicBezTo>
                      <a:lnTo>
                        <a:pt x="208385" y="480219"/>
                      </a:lnTo>
                      <a:cubicBezTo>
                        <a:pt x="185144" y="480219"/>
                        <a:pt x="162221" y="473774"/>
                        <a:pt x="142154" y="461582"/>
                      </a:cubicBezTo>
                      <a:cubicBezTo>
                        <a:pt x="114151" y="444595"/>
                        <a:pt x="94275" y="416877"/>
                        <a:pt x="86179" y="383604"/>
                      </a:cubicBezTo>
                      <a:cubicBezTo>
                        <a:pt x="77924" y="349536"/>
                        <a:pt x="83004" y="314103"/>
                        <a:pt x="100498" y="283782"/>
                      </a:cubicBezTo>
                      <a:lnTo>
                        <a:pt x="179968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3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85" y="562547"/>
                        <a:pt x="208385" y="562547"/>
                      </a:cubicBezTo>
                      <a:cubicBezTo>
                        <a:pt x="208385" y="562547"/>
                        <a:pt x="208385" y="562547"/>
                        <a:pt x="208385" y="562547"/>
                      </a:cubicBezTo>
                      <a:cubicBezTo>
                        <a:pt x="283347" y="562547"/>
                        <a:pt x="353165" y="522256"/>
                        <a:pt x="390598" y="457422"/>
                      </a:cubicBezTo>
                      <a:lnTo>
                        <a:pt x="472704" y="315214"/>
                      </a:lnTo>
                      <a:cubicBezTo>
                        <a:pt x="500898" y="266414"/>
                        <a:pt x="508296" y="209582"/>
                        <a:pt x="493563" y="155194"/>
                      </a:cubicBezTo>
                      <a:cubicBezTo>
                        <a:pt x="478831" y="100806"/>
                        <a:pt x="443779" y="55467"/>
                        <a:pt x="394821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59"/>
                <p:cNvSpPr/>
                <p:nvPr/>
              </p:nvSpPr>
              <p:spPr>
                <a:xfrm>
                  <a:off x="11968253" y="2229167"/>
                  <a:ext cx="500993" cy="562546"/>
                </a:xfrm>
                <a:custGeom>
                  <a:rect b="b" l="l" r="r" t="t"/>
                  <a:pathLst>
                    <a:path extrusionOk="0" h="562546" w="500993">
                      <a:moveTo>
                        <a:pt x="291189" y="82296"/>
                      </a:moveTo>
                      <a:cubicBezTo>
                        <a:pt x="313192" y="82296"/>
                        <a:pt x="334940" y="88075"/>
                        <a:pt x="354086" y="98997"/>
                      </a:cubicBezTo>
                      <a:cubicBezTo>
                        <a:pt x="383868" y="115983"/>
                        <a:pt x="405203" y="143574"/>
                        <a:pt x="414156" y="176657"/>
                      </a:cubicBezTo>
                      <a:cubicBezTo>
                        <a:pt x="423110" y="209741"/>
                        <a:pt x="418602" y="244316"/>
                        <a:pt x="401456" y="274003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8353" y="480219"/>
                      </a:lnTo>
                      <a:cubicBezTo>
                        <a:pt x="185112" y="480219"/>
                        <a:pt x="162221" y="473774"/>
                        <a:pt x="142123" y="461550"/>
                      </a:cubicBezTo>
                      <a:cubicBezTo>
                        <a:pt x="114119" y="444564"/>
                        <a:pt x="94244" y="416846"/>
                        <a:pt x="86147" y="383572"/>
                      </a:cubicBezTo>
                      <a:cubicBezTo>
                        <a:pt x="77892" y="349504"/>
                        <a:pt x="82972" y="314071"/>
                        <a:pt x="100467" y="283750"/>
                      </a:cubicBezTo>
                      <a:lnTo>
                        <a:pt x="179937" y="146114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9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4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53" y="562547"/>
                        <a:pt x="208385" y="562547"/>
                      </a:cubicBezTo>
                      <a:cubicBezTo>
                        <a:pt x="208385" y="562547"/>
                        <a:pt x="208417" y="562547"/>
                        <a:pt x="208417" y="562547"/>
                      </a:cubicBezTo>
                      <a:cubicBezTo>
                        <a:pt x="283378" y="562547"/>
                        <a:pt x="353197" y="522256"/>
                        <a:pt x="390630" y="457422"/>
                      </a:cubicBezTo>
                      <a:lnTo>
                        <a:pt x="472736" y="315182"/>
                      </a:lnTo>
                      <a:cubicBezTo>
                        <a:pt x="500898" y="266383"/>
                        <a:pt x="508327" y="209550"/>
                        <a:pt x="493595" y="155162"/>
                      </a:cubicBezTo>
                      <a:cubicBezTo>
                        <a:pt x="478863" y="100775"/>
                        <a:pt x="443811" y="55436"/>
                        <a:pt x="394853" y="27496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59"/>
                <p:cNvSpPr/>
                <p:nvPr/>
              </p:nvSpPr>
              <p:spPr>
                <a:xfrm>
                  <a:off x="9564037" y="5339460"/>
                  <a:ext cx="1109384" cy="1613566"/>
                </a:xfrm>
                <a:custGeom>
                  <a:rect b="b" l="l" r="r" t="t"/>
                  <a:pathLst>
                    <a:path extrusionOk="0" h="1613566" w="1109384">
                      <a:moveTo>
                        <a:pt x="899402" y="82328"/>
                      </a:moveTo>
                      <a:cubicBezTo>
                        <a:pt x="921500" y="82328"/>
                        <a:pt x="943503" y="88297"/>
                        <a:pt x="963029" y="99568"/>
                      </a:cubicBezTo>
                      <a:cubicBezTo>
                        <a:pt x="992620" y="116649"/>
                        <a:pt x="1013766" y="144240"/>
                        <a:pt x="1022624" y="177229"/>
                      </a:cubicBezTo>
                      <a:cubicBezTo>
                        <a:pt x="1031451" y="210217"/>
                        <a:pt x="1026910" y="244697"/>
                        <a:pt x="1009861" y="274288"/>
                      </a:cubicBezTo>
                      <a:lnTo>
                        <a:pt x="321076" y="1467327"/>
                      </a:lnTo>
                      <a:cubicBezTo>
                        <a:pt x="298311" y="1506792"/>
                        <a:pt x="255798" y="1531303"/>
                        <a:pt x="210110" y="1531303"/>
                      </a:cubicBezTo>
                      <a:cubicBezTo>
                        <a:pt x="187821" y="1531303"/>
                        <a:pt x="165818" y="1525365"/>
                        <a:pt x="146356" y="1514126"/>
                      </a:cubicBezTo>
                      <a:cubicBezTo>
                        <a:pt x="116765" y="1497044"/>
                        <a:pt x="95619" y="1469486"/>
                        <a:pt x="86793" y="1436465"/>
                      </a:cubicBezTo>
                      <a:cubicBezTo>
                        <a:pt x="77966" y="1403477"/>
                        <a:pt x="82506" y="1368996"/>
                        <a:pt x="99588" y="1339406"/>
                      </a:cubicBezTo>
                      <a:lnTo>
                        <a:pt x="788404" y="146367"/>
                      </a:lnTo>
                      <a:cubicBezTo>
                        <a:pt x="805486" y="116777"/>
                        <a:pt x="833077" y="95631"/>
                        <a:pt x="866065" y="86773"/>
                      </a:cubicBezTo>
                      <a:cubicBezTo>
                        <a:pt x="876987" y="83820"/>
                        <a:pt x="888226" y="82328"/>
                        <a:pt x="899402" y="82328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7"/>
                        <a:pt x="7259" y="1457738"/>
                      </a:cubicBezTo>
                      <a:cubicBezTo>
                        <a:pt x="21800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103" y="1613567"/>
                        <a:pt x="354922" y="1573276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7" y="210122"/>
                        <a:pt x="1102126" y="155861"/>
                      </a:cubicBezTo>
                      <a:cubicBezTo>
                        <a:pt x="1087585" y="101632"/>
                        <a:pt x="1052818" y="56293"/>
                        <a:pt x="1004209" y="28226"/>
                      </a:cubicBezTo>
                      <a:cubicBezTo>
                        <a:pt x="971793" y="9589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59"/>
                <p:cNvSpPr/>
                <p:nvPr/>
              </p:nvSpPr>
              <p:spPr>
                <a:xfrm>
                  <a:off x="10557473" y="4613814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5193" y="82328"/>
                      </a:moveTo>
                      <a:cubicBezTo>
                        <a:pt x="347196" y="82328"/>
                        <a:pt x="368945" y="88106"/>
                        <a:pt x="388090" y="99028"/>
                      </a:cubicBezTo>
                      <a:cubicBezTo>
                        <a:pt x="417871" y="116014"/>
                        <a:pt x="439207" y="143573"/>
                        <a:pt x="448161" y="176688"/>
                      </a:cubicBezTo>
                      <a:cubicBezTo>
                        <a:pt x="457114" y="209804"/>
                        <a:pt x="452606" y="244380"/>
                        <a:pt x="435461" y="274066"/>
                      </a:cubicBezTo>
                      <a:lnTo>
                        <a:pt x="319319" y="475234"/>
                      </a:lnTo>
                      <a:cubicBezTo>
                        <a:pt x="296523" y="514699"/>
                        <a:pt x="254042" y="539210"/>
                        <a:pt x="208385" y="539210"/>
                      </a:cubicBezTo>
                      <a:lnTo>
                        <a:pt x="208321" y="539210"/>
                      </a:lnTo>
                      <a:cubicBezTo>
                        <a:pt x="185081" y="539210"/>
                        <a:pt x="162189" y="532765"/>
                        <a:pt x="142091" y="520573"/>
                      </a:cubicBezTo>
                      <a:cubicBezTo>
                        <a:pt x="114088" y="503587"/>
                        <a:pt x="94212" y="475869"/>
                        <a:pt x="86116" y="442595"/>
                      </a:cubicBezTo>
                      <a:cubicBezTo>
                        <a:pt x="77861" y="408527"/>
                        <a:pt x="82941" y="373094"/>
                        <a:pt x="100435" y="342773"/>
                      </a:cubicBezTo>
                      <a:lnTo>
                        <a:pt x="213909" y="146209"/>
                      </a:lnTo>
                      <a:cubicBezTo>
                        <a:pt x="236674" y="106775"/>
                        <a:pt x="279283" y="82328"/>
                        <a:pt x="325193" y="82328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63" y="104997"/>
                      </a:cubicBezTo>
                      <a:lnTo>
                        <a:pt x="29188" y="301561"/>
                      </a:lnTo>
                      <a:cubicBezTo>
                        <a:pt x="-28978" y="402304"/>
                        <a:pt x="2518" y="532098"/>
                        <a:pt x="99419" y="590867"/>
                      </a:cubicBezTo>
                      <a:cubicBezTo>
                        <a:pt x="132344" y="610870"/>
                        <a:pt x="169999" y="621443"/>
                        <a:pt x="208321" y="621475"/>
                      </a:cubicBezTo>
                      <a:cubicBezTo>
                        <a:pt x="208321" y="621475"/>
                        <a:pt x="208353" y="621475"/>
                        <a:pt x="208385" y="621475"/>
                      </a:cubicBezTo>
                      <a:cubicBezTo>
                        <a:pt x="208385" y="621475"/>
                        <a:pt x="208417" y="621475"/>
                        <a:pt x="208417" y="621475"/>
                      </a:cubicBezTo>
                      <a:cubicBezTo>
                        <a:pt x="283378" y="621475"/>
                        <a:pt x="353197" y="581184"/>
                        <a:pt x="390630" y="516350"/>
                      </a:cubicBezTo>
                      <a:lnTo>
                        <a:pt x="506771" y="315182"/>
                      </a:lnTo>
                      <a:cubicBezTo>
                        <a:pt x="534965" y="266382"/>
                        <a:pt x="542363" y="209550"/>
                        <a:pt x="527631" y="155162"/>
                      </a:cubicBezTo>
                      <a:cubicBezTo>
                        <a:pt x="512899" y="100774"/>
                        <a:pt x="477847" y="55435"/>
                        <a:pt x="428889" y="27527"/>
                      </a:cubicBezTo>
                      <a:cubicBezTo>
                        <a:pt x="396155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2" name="Google Shape;332;p59"/>
              <p:cNvGrpSpPr/>
              <p:nvPr/>
            </p:nvGrpSpPr>
            <p:grpSpPr>
              <a:xfrm>
                <a:off x="7079781" y="-442499"/>
                <a:ext cx="4949566" cy="8265000"/>
                <a:chOff x="7079781" y="-442499"/>
                <a:chExt cx="4949566" cy="8265000"/>
              </a:xfrm>
            </p:grpSpPr>
            <p:sp>
              <p:nvSpPr>
                <p:cNvPr id="333" name="Google Shape;333;p59"/>
                <p:cNvSpPr/>
                <p:nvPr/>
              </p:nvSpPr>
              <p:spPr>
                <a:xfrm>
                  <a:off x="9703832" y="2001075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43" y="82296"/>
                      </a:moveTo>
                      <a:cubicBezTo>
                        <a:pt x="726841" y="82296"/>
                        <a:pt x="748812" y="88265"/>
                        <a:pt x="768338" y="99536"/>
                      </a:cubicBezTo>
                      <a:cubicBezTo>
                        <a:pt x="797929" y="116618"/>
                        <a:pt x="819075" y="144208"/>
                        <a:pt x="827933" y="177197"/>
                      </a:cubicBezTo>
                      <a:cubicBezTo>
                        <a:pt x="836760" y="210185"/>
                        <a:pt x="832251" y="244666"/>
                        <a:pt x="815138" y="274257"/>
                      </a:cubicBezTo>
                      <a:lnTo>
                        <a:pt x="321044" y="1130110"/>
                      </a:lnTo>
                      <a:cubicBezTo>
                        <a:pt x="298343" y="1169448"/>
                        <a:pt x="255989" y="1193959"/>
                        <a:pt x="210459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8"/>
                        <a:pt x="95619" y="1132269"/>
                        <a:pt x="86761" y="1099280"/>
                      </a:cubicBezTo>
                      <a:cubicBezTo>
                        <a:pt x="77935" y="1066260"/>
                        <a:pt x="82443" y="1031811"/>
                        <a:pt x="99525" y="1002220"/>
                      </a:cubicBezTo>
                      <a:lnTo>
                        <a:pt x="593650" y="146367"/>
                      </a:lnTo>
                      <a:cubicBezTo>
                        <a:pt x="610731" y="116776"/>
                        <a:pt x="638290" y="95631"/>
                        <a:pt x="671310" y="86773"/>
                      </a:cubicBezTo>
                      <a:cubicBezTo>
                        <a:pt x="682328" y="83820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6" y="961041"/>
                      </a:lnTo>
                      <a:cubicBezTo>
                        <a:pt x="179" y="1009682"/>
                        <a:pt x="-7283" y="1066324"/>
                        <a:pt x="7259" y="1120553"/>
                      </a:cubicBezTo>
                      <a:cubicBezTo>
                        <a:pt x="21801" y="1174782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2"/>
                        <a:pt x="210046" y="1276382"/>
                      </a:cubicBezTo>
                      <a:cubicBezTo>
                        <a:pt x="210046" y="1276382"/>
                        <a:pt x="210078" y="1276382"/>
                        <a:pt x="210078" y="1276382"/>
                      </a:cubicBezTo>
                      <a:cubicBezTo>
                        <a:pt x="210078" y="1276382"/>
                        <a:pt x="210110" y="1276382"/>
                        <a:pt x="210110" y="1276382"/>
                      </a:cubicBezTo>
                      <a:cubicBezTo>
                        <a:pt x="285040" y="1276382"/>
                        <a:pt x="354890" y="1236091"/>
                        <a:pt x="392323" y="1171257"/>
                      </a:cubicBezTo>
                      <a:lnTo>
                        <a:pt x="886448" y="315404"/>
                      </a:lnTo>
                      <a:cubicBezTo>
                        <a:pt x="914515" y="266764"/>
                        <a:pt x="921977" y="210121"/>
                        <a:pt x="907467" y="155892"/>
                      </a:cubicBezTo>
                      <a:cubicBezTo>
                        <a:pt x="892925" y="101664"/>
                        <a:pt x="858159" y="56324"/>
                        <a:pt x="809518" y="28257"/>
                      </a:cubicBezTo>
                      <a:cubicBezTo>
                        <a:pt x="777101" y="9557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59"/>
                <p:cNvSpPr/>
                <p:nvPr/>
              </p:nvSpPr>
              <p:spPr>
                <a:xfrm>
                  <a:off x="10919975" y="-442499"/>
                  <a:ext cx="1109372" cy="1613566"/>
                </a:xfrm>
                <a:custGeom>
                  <a:rect b="b" l="l" r="r" t="t"/>
                  <a:pathLst>
                    <a:path extrusionOk="0" h="1613566" w="1109372">
                      <a:moveTo>
                        <a:pt x="898904" y="82296"/>
                      </a:moveTo>
                      <a:lnTo>
                        <a:pt x="899317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45"/>
                        <a:pt x="1022634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1" y="1496822"/>
                        <a:pt x="276350" y="1517968"/>
                        <a:pt x="243361" y="1526826"/>
                      </a:cubicBezTo>
                      <a:cubicBezTo>
                        <a:pt x="232344" y="1529779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1"/>
                      </a:cubicBezTo>
                      <a:cubicBezTo>
                        <a:pt x="116711" y="1496949"/>
                        <a:pt x="95565" y="1469358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50" y="146304"/>
                      </a:lnTo>
                      <a:cubicBezTo>
                        <a:pt x="811051" y="106934"/>
                        <a:pt x="853406" y="82455"/>
                        <a:pt x="898904" y="82296"/>
                      </a:cubicBezTo>
                      <a:moveTo>
                        <a:pt x="899253" y="0"/>
                      </a:moveTo>
                      <a:cubicBezTo>
                        <a:pt x="824323" y="0"/>
                        <a:pt x="754473" y="40291"/>
                        <a:pt x="717040" y="105156"/>
                      </a:cubicBezTo>
                      <a:lnTo>
                        <a:pt x="28255" y="1298162"/>
                      </a:lnTo>
                      <a:cubicBezTo>
                        <a:pt x="188" y="1346803"/>
                        <a:pt x="-7273" y="1403445"/>
                        <a:pt x="7237" y="1457674"/>
                      </a:cubicBezTo>
                      <a:cubicBezTo>
                        <a:pt x="21747" y="1511903"/>
                        <a:pt x="56544" y="1557242"/>
                        <a:pt x="105186" y="1585309"/>
                      </a:cubicBezTo>
                      <a:cubicBezTo>
                        <a:pt x="137570" y="1604010"/>
                        <a:pt x="173511" y="1613567"/>
                        <a:pt x="209961" y="1613567"/>
                      </a:cubicBezTo>
                      <a:cubicBezTo>
                        <a:pt x="228217" y="1613567"/>
                        <a:pt x="246600" y="1611154"/>
                        <a:pt x="264698" y="1606328"/>
                      </a:cubicBezTo>
                      <a:cubicBezTo>
                        <a:pt x="318926" y="1591786"/>
                        <a:pt x="364266" y="1557020"/>
                        <a:pt x="392332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90"/>
                        <a:pt x="1102136" y="155829"/>
                      </a:cubicBezTo>
                      <a:cubicBezTo>
                        <a:pt x="1087594" y="101600"/>
                        <a:pt x="1052828" y="56261"/>
                        <a:pt x="1004218" y="28194"/>
                      </a:cubicBezTo>
                      <a:cubicBezTo>
                        <a:pt x="972310" y="9747"/>
                        <a:pt x="936051" y="0"/>
                        <a:pt x="899348" y="0"/>
                      </a:cubicBezTo>
                      <a:cubicBezTo>
                        <a:pt x="899348" y="0"/>
                        <a:pt x="899317" y="0"/>
                        <a:pt x="899317" y="0"/>
                      </a:cubicBezTo>
                      <a:cubicBezTo>
                        <a:pt x="899285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59"/>
                <p:cNvSpPr/>
                <p:nvPr/>
              </p:nvSpPr>
              <p:spPr>
                <a:xfrm>
                  <a:off x="10500865" y="1275238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1" y="514668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7"/>
                        <a:pt x="146947" y="522415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9"/>
                        <a:pt x="82431" y="377063"/>
                        <a:pt x="99576" y="347377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5"/>
                        <a:pt x="7405" y="466312"/>
                      </a:cubicBezTo>
                      <a:cubicBezTo>
                        <a:pt x="22137" y="520700"/>
                        <a:pt x="57190" y="566039"/>
                        <a:pt x="106148" y="593947"/>
                      </a:cubicBezTo>
                      <a:cubicBezTo>
                        <a:pt x="138851" y="612616"/>
                        <a:pt x="174569" y="621475"/>
                        <a:pt x="209843" y="621475"/>
                      </a:cubicBezTo>
                      <a:cubicBezTo>
                        <a:pt x="282615" y="621475"/>
                        <a:pt x="353544" y="583756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7" y="89376"/>
                        <a:pt x="435586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59"/>
                <p:cNvSpPr/>
                <p:nvPr/>
              </p:nvSpPr>
              <p:spPr>
                <a:xfrm>
                  <a:off x="7079781" y="6208903"/>
                  <a:ext cx="1109372" cy="1613598"/>
                </a:xfrm>
                <a:custGeom>
                  <a:rect b="b" l="l" r="r" t="t"/>
                  <a:pathLst>
                    <a:path extrusionOk="0" h="1613598" w="1109372">
                      <a:moveTo>
                        <a:pt x="898142" y="82296"/>
                      </a:moveTo>
                      <a:lnTo>
                        <a:pt x="899316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13"/>
                        <a:pt x="1022633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0" y="1496822"/>
                        <a:pt x="276350" y="1517967"/>
                        <a:pt x="243361" y="1526825"/>
                      </a:cubicBezTo>
                      <a:cubicBezTo>
                        <a:pt x="232344" y="1529778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0"/>
                      </a:cubicBezTo>
                      <a:cubicBezTo>
                        <a:pt x="116711" y="1496949"/>
                        <a:pt x="95565" y="1469390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18" y="146272"/>
                      </a:lnTo>
                      <a:cubicBezTo>
                        <a:pt x="810924" y="107156"/>
                        <a:pt x="852930" y="82709"/>
                        <a:pt x="898142" y="82296"/>
                      </a:cubicBezTo>
                      <a:moveTo>
                        <a:pt x="899253" y="0"/>
                      </a:moveTo>
                      <a:cubicBezTo>
                        <a:pt x="824291" y="31"/>
                        <a:pt x="754473" y="40291"/>
                        <a:pt x="717040" y="105156"/>
                      </a:cubicBezTo>
                      <a:lnTo>
                        <a:pt x="28255" y="1298194"/>
                      </a:lnTo>
                      <a:cubicBezTo>
                        <a:pt x="188" y="1346835"/>
                        <a:pt x="-7273" y="1403445"/>
                        <a:pt x="7237" y="1457706"/>
                      </a:cubicBezTo>
                      <a:cubicBezTo>
                        <a:pt x="21778" y="1511935"/>
                        <a:pt x="56544" y="1557274"/>
                        <a:pt x="105185" y="1585341"/>
                      </a:cubicBezTo>
                      <a:cubicBezTo>
                        <a:pt x="137570" y="1604042"/>
                        <a:pt x="173511" y="1613598"/>
                        <a:pt x="209960" y="1613598"/>
                      </a:cubicBezTo>
                      <a:cubicBezTo>
                        <a:pt x="228217" y="1613598"/>
                        <a:pt x="246600" y="1611185"/>
                        <a:pt x="264697" y="1606359"/>
                      </a:cubicBezTo>
                      <a:cubicBezTo>
                        <a:pt x="318926" y="1591818"/>
                        <a:pt x="364265" y="1557020"/>
                        <a:pt x="392332" y="1508410"/>
                      </a:cubicBezTo>
                      <a:lnTo>
                        <a:pt x="1081117" y="315372"/>
                      </a:lnTo>
                      <a:cubicBezTo>
                        <a:pt x="1109184" y="266731"/>
                        <a:pt x="1116645" y="210121"/>
                        <a:pt x="1102135" y="155861"/>
                      </a:cubicBezTo>
                      <a:cubicBezTo>
                        <a:pt x="1087594" y="101631"/>
                        <a:pt x="1052828" y="56293"/>
                        <a:pt x="1004218" y="28225"/>
                      </a:cubicBezTo>
                      <a:cubicBezTo>
                        <a:pt x="972310" y="9779"/>
                        <a:pt x="936051" y="31"/>
                        <a:pt x="899348" y="31"/>
                      </a:cubicBezTo>
                      <a:cubicBezTo>
                        <a:pt x="899316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59"/>
                <p:cNvSpPr/>
                <p:nvPr/>
              </p:nvSpPr>
              <p:spPr>
                <a:xfrm>
                  <a:off x="8071501" y="5052663"/>
                  <a:ext cx="785185" cy="1052036"/>
                </a:xfrm>
                <a:custGeom>
                  <a:rect b="b" l="l" r="r" t="t"/>
                  <a:pathLst>
                    <a:path extrusionOk="0" h="1052036" w="785185">
                      <a:moveTo>
                        <a:pt x="576092" y="82328"/>
                      </a:moveTo>
                      <a:cubicBezTo>
                        <a:pt x="598031" y="82518"/>
                        <a:pt x="619717" y="88424"/>
                        <a:pt x="638894" y="99504"/>
                      </a:cubicBezTo>
                      <a:cubicBezTo>
                        <a:pt x="668485" y="116586"/>
                        <a:pt x="689630" y="144145"/>
                        <a:pt x="698488" y="177165"/>
                      </a:cubicBezTo>
                      <a:cubicBezTo>
                        <a:pt x="707315" y="210153"/>
                        <a:pt x="702806" y="244634"/>
                        <a:pt x="685725" y="274225"/>
                      </a:cubicBezTo>
                      <a:lnTo>
                        <a:pt x="321108" y="905764"/>
                      </a:lnTo>
                      <a:cubicBezTo>
                        <a:pt x="304026" y="935355"/>
                        <a:pt x="276436" y="956501"/>
                        <a:pt x="243447" y="965359"/>
                      </a:cubicBezTo>
                      <a:cubicBezTo>
                        <a:pt x="232430" y="968311"/>
                        <a:pt x="221191" y="969804"/>
                        <a:pt x="210014" y="969804"/>
                      </a:cubicBezTo>
                      <a:cubicBezTo>
                        <a:pt x="187917" y="969804"/>
                        <a:pt x="165914" y="963835"/>
                        <a:pt x="146388" y="952564"/>
                      </a:cubicBezTo>
                      <a:cubicBezTo>
                        <a:pt x="116797" y="935482"/>
                        <a:pt x="95651" y="907891"/>
                        <a:pt x="86793" y="874903"/>
                      </a:cubicBezTo>
                      <a:cubicBezTo>
                        <a:pt x="77966" y="841883"/>
                        <a:pt x="82475" y="807434"/>
                        <a:pt x="99556" y="777843"/>
                      </a:cubicBezTo>
                      <a:lnTo>
                        <a:pt x="464173" y="146304"/>
                      </a:lnTo>
                      <a:cubicBezTo>
                        <a:pt x="486938" y="106839"/>
                        <a:pt x="529451" y="82328"/>
                        <a:pt x="575108" y="82328"/>
                      </a:cubicBezTo>
                      <a:lnTo>
                        <a:pt x="576092" y="82328"/>
                      </a:lnTo>
                      <a:moveTo>
                        <a:pt x="575171" y="0"/>
                      </a:moveTo>
                      <a:cubicBezTo>
                        <a:pt x="575140" y="0"/>
                        <a:pt x="575108" y="0"/>
                        <a:pt x="575076" y="0"/>
                      </a:cubicBezTo>
                      <a:cubicBezTo>
                        <a:pt x="500146" y="0"/>
                        <a:pt x="430296" y="40291"/>
                        <a:pt x="392863" y="105124"/>
                      </a:cubicBezTo>
                      <a:lnTo>
                        <a:pt x="28246" y="736632"/>
                      </a:lnTo>
                      <a:cubicBezTo>
                        <a:pt x="179" y="785273"/>
                        <a:pt x="-7283" y="841915"/>
                        <a:pt x="7259" y="896144"/>
                      </a:cubicBezTo>
                      <a:cubicBezTo>
                        <a:pt x="21801" y="950373"/>
                        <a:pt x="56567" y="995712"/>
                        <a:pt x="105176" y="1023779"/>
                      </a:cubicBezTo>
                      <a:cubicBezTo>
                        <a:pt x="137561" y="1042479"/>
                        <a:pt x="173502" y="1052036"/>
                        <a:pt x="209951" y="1052036"/>
                      </a:cubicBezTo>
                      <a:cubicBezTo>
                        <a:pt x="228207" y="1052036"/>
                        <a:pt x="246591" y="1049623"/>
                        <a:pt x="264688" y="1044765"/>
                      </a:cubicBezTo>
                      <a:cubicBezTo>
                        <a:pt x="318917" y="1030224"/>
                        <a:pt x="364256" y="995458"/>
                        <a:pt x="392323" y="946817"/>
                      </a:cubicBezTo>
                      <a:lnTo>
                        <a:pt x="756940" y="315277"/>
                      </a:lnTo>
                      <a:cubicBezTo>
                        <a:pt x="785007" y="266668"/>
                        <a:pt x="792468" y="210026"/>
                        <a:pt x="777927" y="155765"/>
                      </a:cubicBezTo>
                      <a:cubicBezTo>
                        <a:pt x="763385" y="101536"/>
                        <a:pt x="728619" y="56197"/>
                        <a:pt x="679978" y="28130"/>
                      </a:cubicBezTo>
                      <a:cubicBezTo>
                        <a:pt x="648101" y="9779"/>
                        <a:pt x="611843" y="32"/>
                        <a:pt x="575171" y="0"/>
                      </a:cubicBezTo>
                      <a:lnTo>
                        <a:pt x="57517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" name="Google Shape;338;p59"/>
                <p:cNvSpPr/>
                <p:nvPr/>
              </p:nvSpPr>
              <p:spPr>
                <a:xfrm>
                  <a:off x="8739057" y="4385754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3632" y="82296"/>
                      </a:moveTo>
                      <a:cubicBezTo>
                        <a:pt x="316555" y="82486"/>
                        <a:pt x="339066" y="88932"/>
                        <a:pt x="358846" y="100933"/>
                      </a:cubicBezTo>
                      <a:cubicBezTo>
                        <a:pt x="386850" y="117920"/>
                        <a:pt x="406757" y="145637"/>
                        <a:pt x="414822" y="178911"/>
                      </a:cubicBezTo>
                      <a:cubicBezTo>
                        <a:pt x="423076" y="212979"/>
                        <a:pt x="417997" y="248412"/>
                        <a:pt x="400502" y="278733"/>
                      </a:cubicBezTo>
                      <a:lnTo>
                        <a:pt x="321032" y="416370"/>
                      </a:lnTo>
                      <a:cubicBezTo>
                        <a:pt x="298299" y="455740"/>
                        <a:pt x="255691" y="480187"/>
                        <a:pt x="209812" y="480187"/>
                      </a:cubicBezTo>
                      <a:cubicBezTo>
                        <a:pt x="187809" y="480187"/>
                        <a:pt x="166060" y="474409"/>
                        <a:pt x="146915" y="463486"/>
                      </a:cubicBezTo>
                      <a:cubicBezTo>
                        <a:pt x="117133" y="446500"/>
                        <a:pt x="95797" y="418910"/>
                        <a:pt x="86844" y="385826"/>
                      </a:cubicBezTo>
                      <a:cubicBezTo>
                        <a:pt x="77890" y="352711"/>
                        <a:pt x="82399" y="318135"/>
                        <a:pt x="99544" y="288449"/>
                      </a:cubicBezTo>
                      <a:lnTo>
                        <a:pt x="181649" y="146241"/>
                      </a:lnTo>
                      <a:cubicBezTo>
                        <a:pt x="204446" y="106775"/>
                        <a:pt x="246928" y="82264"/>
                        <a:pt x="292584" y="82264"/>
                      </a:cubicBezTo>
                      <a:lnTo>
                        <a:pt x="293632" y="82296"/>
                      </a:lnTo>
                      <a:moveTo>
                        <a:pt x="292679" y="0"/>
                      </a:moveTo>
                      <a:cubicBezTo>
                        <a:pt x="292647" y="0"/>
                        <a:pt x="292616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3"/>
                      </a:lnTo>
                      <a:cubicBezTo>
                        <a:pt x="71" y="296132"/>
                        <a:pt x="-7327" y="352965"/>
                        <a:pt x="7405" y="407353"/>
                      </a:cubicBezTo>
                      <a:cubicBezTo>
                        <a:pt x="22137" y="461740"/>
                        <a:pt x="57189" y="507080"/>
                        <a:pt x="106148" y="535019"/>
                      </a:cubicBezTo>
                      <a:cubicBezTo>
                        <a:pt x="138850" y="553657"/>
                        <a:pt x="174569" y="562547"/>
                        <a:pt x="209843" y="562547"/>
                      </a:cubicBezTo>
                      <a:cubicBezTo>
                        <a:pt x="282614" y="562547"/>
                        <a:pt x="353544" y="524828"/>
                        <a:pt x="392342" y="457549"/>
                      </a:cubicBezTo>
                      <a:lnTo>
                        <a:pt x="471813" y="319913"/>
                      </a:lnTo>
                      <a:cubicBezTo>
                        <a:pt x="529978" y="219170"/>
                        <a:pt x="498483" y="89376"/>
                        <a:pt x="401582" y="30575"/>
                      </a:cubicBezTo>
                      <a:cubicBezTo>
                        <a:pt x="368625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59"/>
                <p:cNvSpPr/>
                <p:nvPr/>
              </p:nvSpPr>
              <p:spPr>
                <a:xfrm>
                  <a:off x="9124121" y="3381724"/>
                  <a:ext cx="695628" cy="899667"/>
                </a:xfrm>
                <a:custGeom>
                  <a:rect b="b" l="l" r="r" t="t"/>
                  <a:pathLst>
                    <a:path extrusionOk="0" h="899667" w="695628">
                      <a:moveTo>
                        <a:pt x="487529" y="82296"/>
                      </a:moveTo>
                      <a:cubicBezTo>
                        <a:pt x="510675" y="82360"/>
                        <a:pt x="533471" y="88805"/>
                        <a:pt x="553474" y="100965"/>
                      </a:cubicBezTo>
                      <a:cubicBezTo>
                        <a:pt x="581477" y="117951"/>
                        <a:pt x="601384" y="145669"/>
                        <a:pt x="609449" y="178943"/>
                      </a:cubicBezTo>
                      <a:cubicBezTo>
                        <a:pt x="617704" y="213011"/>
                        <a:pt x="612624" y="248444"/>
                        <a:pt x="595130" y="278765"/>
                      </a:cubicBezTo>
                      <a:lnTo>
                        <a:pt x="321032" y="753523"/>
                      </a:lnTo>
                      <a:cubicBezTo>
                        <a:pt x="298299" y="792893"/>
                        <a:pt x="255690" y="817340"/>
                        <a:pt x="209812" y="817340"/>
                      </a:cubicBezTo>
                      <a:cubicBezTo>
                        <a:pt x="187809" y="817340"/>
                        <a:pt x="166060" y="811562"/>
                        <a:pt x="146915" y="800640"/>
                      </a:cubicBezTo>
                      <a:cubicBezTo>
                        <a:pt x="117133" y="783654"/>
                        <a:pt x="95797" y="756063"/>
                        <a:pt x="86844" y="722979"/>
                      </a:cubicBezTo>
                      <a:cubicBezTo>
                        <a:pt x="77890" y="689864"/>
                        <a:pt x="82399" y="655288"/>
                        <a:pt x="99544" y="625602"/>
                      </a:cubicBezTo>
                      <a:lnTo>
                        <a:pt x="376309" y="146241"/>
                      </a:lnTo>
                      <a:cubicBezTo>
                        <a:pt x="399105" y="106775"/>
                        <a:pt x="441587" y="82264"/>
                        <a:pt x="487243" y="82264"/>
                      </a:cubicBezTo>
                      <a:lnTo>
                        <a:pt x="487529" y="82264"/>
                      </a:lnTo>
                      <a:moveTo>
                        <a:pt x="487307" y="0"/>
                      </a:moveTo>
                      <a:cubicBezTo>
                        <a:pt x="487275" y="0"/>
                        <a:pt x="487243" y="0"/>
                        <a:pt x="487211" y="0"/>
                      </a:cubicBezTo>
                      <a:cubicBezTo>
                        <a:pt x="412250" y="0"/>
                        <a:pt x="342432" y="40291"/>
                        <a:pt x="304998" y="105124"/>
                      </a:cubicBezTo>
                      <a:lnTo>
                        <a:pt x="28265" y="584486"/>
                      </a:lnTo>
                      <a:cubicBezTo>
                        <a:pt x="71" y="633285"/>
                        <a:pt x="-7327" y="690118"/>
                        <a:pt x="7405" y="744506"/>
                      </a:cubicBezTo>
                      <a:cubicBezTo>
                        <a:pt x="22137" y="798894"/>
                        <a:pt x="57189" y="844233"/>
                        <a:pt x="106148" y="872141"/>
                      </a:cubicBezTo>
                      <a:cubicBezTo>
                        <a:pt x="138851" y="890810"/>
                        <a:pt x="174569" y="899668"/>
                        <a:pt x="209843" y="899668"/>
                      </a:cubicBezTo>
                      <a:cubicBezTo>
                        <a:pt x="282614" y="899668"/>
                        <a:pt x="353544" y="861949"/>
                        <a:pt x="392342" y="794671"/>
                      </a:cubicBezTo>
                      <a:lnTo>
                        <a:pt x="666440" y="319913"/>
                      </a:lnTo>
                      <a:cubicBezTo>
                        <a:pt x="724606" y="219170"/>
                        <a:pt x="693110" y="89408"/>
                        <a:pt x="596209" y="30607"/>
                      </a:cubicBezTo>
                      <a:cubicBezTo>
                        <a:pt x="563253" y="10604"/>
                        <a:pt x="525597" y="0"/>
                        <a:pt x="487307" y="0"/>
                      </a:cubicBezTo>
                      <a:lnTo>
                        <a:pt x="48730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0" name="Google Shape;340;p59"/>
              <p:cNvGrpSpPr/>
              <p:nvPr/>
            </p:nvGrpSpPr>
            <p:grpSpPr>
              <a:xfrm>
                <a:off x="8232632" y="-150368"/>
                <a:ext cx="4949525" cy="8264969"/>
                <a:chOff x="8232632" y="-150368"/>
                <a:chExt cx="4949525" cy="8264969"/>
              </a:xfrm>
            </p:grpSpPr>
            <p:sp>
              <p:nvSpPr>
                <p:cNvPr id="341" name="Google Shape;341;p59"/>
                <p:cNvSpPr/>
                <p:nvPr/>
              </p:nvSpPr>
              <p:spPr>
                <a:xfrm>
                  <a:off x="12072817" y="-150368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1" y="82296"/>
                      </a:moveTo>
                      <a:cubicBezTo>
                        <a:pt x="921509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65"/>
                      </a:cubicBezTo>
                      <a:cubicBezTo>
                        <a:pt x="1031460" y="210153"/>
                        <a:pt x="1026920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298289" y="1506633"/>
                        <a:pt x="255903" y="1531144"/>
                        <a:pt x="210373" y="1531239"/>
                      </a:cubicBezTo>
                      <a:lnTo>
                        <a:pt x="210088" y="1531239"/>
                      </a:lnTo>
                      <a:lnTo>
                        <a:pt x="209135" y="1531239"/>
                      </a:lnTo>
                      <a:cubicBezTo>
                        <a:pt x="187164" y="1531080"/>
                        <a:pt x="165479" y="1525143"/>
                        <a:pt x="146302" y="1514062"/>
                      </a:cubicBezTo>
                      <a:cubicBezTo>
                        <a:pt x="116710" y="1496981"/>
                        <a:pt x="95565" y="1469422"/>
                        <a:pt x="86739" y="1436402"/>
                      </a:cubicBezTo>
                      <a:cubicBezTo>
                        <a:pt x="77912" y="1403382"/>
                        <a:pt x="82453" y="1368933"/>
                        <a:pt x="99534" y="1339342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7" y="83788"/>
                        <a:pt x="888235" y="82296"/>
                        <a:pt x="899411" y="82296"/>
                      </a:cubicBezTo>
                      <a:moveTo>
                        <a:pt x="899411" y="0"/>
                      </a:moveTo>
                      <a:cubicBezTo>
                        <a:pt x="881155" y="0"/>
                        <a:pt x="862772" y="2413"/>
                        <a:pt x="844674" y="7239"/>
                      </a:cubicBezTo>
                      <a:cubicBezTo>
                        <a:pt x="790446" y="21781"/>
                        <a:pt x="745107" y="56579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3" y="1603820"/>
                        <a:pt x="173321" y="1613567"/>
                        <a:pt x="210024" y="1613567"/>
                      </a:cubicBezTo>
                      <a:cubicBezTo>
                        <a:pt x="210056" y="1613567"/>
                        <a:pt x="210088" y="1613567"/>
                        <a:pt x="210088" y="1613567"/>
                      </a:cubicBezTo>
                      <a:cubicBezTo>
                        <a:pt x="210088" y="1613567"/>
                        <a:pt x="210088" y="1613567"/>
                        <a:pt x="210088" y="1613567"/>
                      </a:cubicBezTo>
                      <a:cubicBezTo>
                        <a:pt x="285017" y="1613535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4" y="210122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60" y="0"/>
                        <a:pt x="899411" y="0"/>
                      </a:cubicBezTo>
                      <a:lnTo>
                        <a:pt x="89941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59"/>
                <p:cNvSpPr/>
                <p:nvPr/>
              </p:nvSpPr>
              <p:spPr>
                <a:xfrm>
                  <a:off x="10278190" y="3616610"/>
                  <a:ext cx="729101" cy="954976"/>
                </a:xfrm>
                <a:custGeom>
                  <a:rect b="b" l="l" r="r" t="t"/>
                  <a:pathLst>
                    <a:path extrusionOk="0" h="954976" w="729101">
                      <a:moveTo>
                        <a:pt x="519228" y="82296"/>
                      </a:moveTo>
                      <a:cubicBezTo>
                        <a:pt x="541326" y="82296"/>
                        <a:pt x="563297" y="88233"/>
                        <a:pt x="582823" y="99505"/>
                      </a:cubicBezTo>
                      <a:cubicBezTo>
                        <a:pt x="612414" y="116586"/>
                        <a:pt x="633559" y="144145"/>
                        <a:pt x="642386" y="177165"/>
                      </a:cubicBezTo>
                      <a:cubicBezTo>
                        <a:pt x="651244" y="210185"/>
                        <a:pt x="646704" y="244634"/>
                        <a:pt x="629623" y="274193"/>
                      </a:cubicBezTo>
                      <a:lnTo>
                        <a:pt x="321044" y="808641"/>
                      </a:lnTo>
                      <a:cubicBezTo>
                        <a:pt x="298915" y="846995"/>
                        <a:pt x="258147" y="871220"/>
                        <a:pt x="213952" y="872554"/>
                      </a:cubicBezTo>
                      <a:lnTo>
                        <a:pt x="210110" y="872554"/>
                      </a:lnTo>
                      <a:cubicBezTo>
                        <a:pt x="187694" y="872522"/>
                        <a:pt x="165660" y="866617"/>
                        <a:pt x="146324" y="855472"/>
                      </a:cubicBezTo>
                      <a:cubicBezTo>
                        <a:pt x="116765" y="838391"/>
                        <a:pt x="95588" y="810832"/>
                        <a:pt x="86761" y="777811"/>
                      </a:cubicBezTo>
                      <a:cubicBezTo>
                        <a:pt x="77903" y="744792"/>
                        <a:pt x="82443" y="710343"/>
                        <a:pt x="99525" y="680752"/>
                      </a:cubicBezTo>
                      <a:lnTo>
                        <a:pt x="408103" y="146304"/>
                      </a:lnTo>
                      <a:cubicBezTo>
                        <a:pt x="425184" y="116745"/>
                        <a:pt x="452743" y="95567"/>
                        <a:pt x="485763" y="86741"/>
                      </a:cubicBezTo>
                      <a:cubicBezTo>
                        <a:pt x="496781" y="83788"/>
                        <a:pt x="508052" y="82296"/>
                        <a:pt x="519228" y="82296"/>
                      </a:cubicBezTo>
                      <a:moveTo>
                        <a:pt x="519228" y="0"/>
                      </a:moveTo>
                      <a:cubicBezTo>
                        <a:pt x="500971" y="0"/>
                        <a:pt x="482588" y="2413"/>
                        <a:pt x="464459" y="7271"/>
                      </a:cubicBezTo>
                      <a:cubicBezTo>
                        <a:pt x="410230" y="21812"/>
                        <a:pt x="364891" y="56579"/>
                        <a:pt x="336824" y="105188"/>
                      </a:cubicBezTo>
                      <a:lnTo>
                        <a:pt x="28246" y="639636"/>
                      </a:lnTo>
                      <a:cubicBezTo>
                        <a:pt x="179" y="688245"/>
                        <a:pt x="-7282" y="744919"/>
                        <a:pt x="7259" y="799148"/>
                      </a:cubicBezTo>
                      <a:cubicBezTo>
                        <a:pt x="21801" y="853377"/>
                        <a:pt x="56567" y="898716"/>
                        <a:pt x="105176" y="926783"/>
                      </a:cubicBezTo>
                      <a:cubicBezTo>
                        <a:pt x="137085" y="945198"/>
                        <a:pt x="173343" y="954850"/>
                        <a:pt x="210015" y="954913"/>
                      </a:cubicBezTo>
                      <a:cubicBezTo>
                        <a:pt x="210110" y="954977"/>
                        <a:pt x="210110" y="954977"/>
                        <a:pt x="210110" y="954977"/>
                      </a:cubicBezTo>
                      <a:cubicBezTo>
                        <a:pt x="210110" y="954977"/>
                        <a:pt x="210142" y="954977"/>
                        <a:pt x="210142" y="954977"/>
                      </a:cubicBezTo>
                      <a:cubicBezTo>
                        <a:pt x="285071" y="954977"/>
                        <a:pt x="354890" y="914622"/>
                        <a:pt x="392291" y="849852"/>
                      </a:cubicBezTo>
                      <a:lnTo>
                        <a:pt x="700870" y="315405"/>
                      </a:lnTo>
                      <a:cubicBezTo>
                        <a:pt x="728937" y="266795"/>
                        <a:pt x="736366" y="210122"/>
                        <a:pt x="721856" y="155924"/>
                      </a:cubicBezTo>
                      <a:cubicBezTo>
                        <a:pt x="707346" y="101695"/>
                        <a:pt x="672549" y="56356"/>
                        <a:pt x="623940" y="28289"/>
                      </a:cubicBezTo>
                      <a:cubicBezTo>
                        <a:pt x="591586" y="9525"/>
                        <a:pt x="555645" y="0"/>
                        <a:pt x="519228" y="0"/>
                      </a:cubicBezTo>
                      <a:lnTo>
                        <a:pt x="5192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p59"/>
                <p:cNvSpPr/>
                <p:nvPr/>
              </p:nvSpPr>
              <p:spPr>
                <a:xfrm>
                  <a:off x="11275734" y="1567370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52" y="82296"/>
                      </a:moveTo>
                      <a:cubicBezTo>
                        <a:pt x="726850" y="82296"/>
                        <a:pt x="748853" y="88265"/>
                        <a:pt x="768379" y="99536"/>
                      </a:cubicBezTo>
                      <a:cubicBezTo>
                        <a:pt x="797970" y="116618"/>
                        <a:pt x="819116" y="144209"/>
                        <a:pt x="827974" y="177197"/>
                      </a:cubicBezTo>
                      <a:cubicBezTo>
                        <a:pt x="836801" y="210217"/>
                        <a:pt x="832292" y="244665"/>
                        <a:pt x="815211" y="274256"/>
                      </a:cubicBezTo>
                      <a:lnTo>
                        <a:pt x="321053" y="1130109"/>
                      </a:lnTo>
                      <a:cubicBezTo>
                        <a:pt x="298321" y="1169480"/>
                        <a:pt x="255966" y="1193990"/>
                        <a:pt x="210437" y="1194086"/>
                      </a:cubicBezTo>
                      <a:lnTo>
                        <a:pt x="210087" y="1194086"/>
                      </a:lnTo>
                      <a:lnTo>
                        <a:pt x="209643" y="1194086"/>
                      </a:lnTo>
                      <a:cubicBezTo>
                        <a:pt x="187545" y="1193990"/>
                        <a:pt x="165669" y="1188053"/>
                        <a:pt x="146333" y="1176909"/>
                      </a:cubicBezTo>
                      <a:cubicBezTo>
                        <a:pt x="116742" y="1159828"/>
                        <a:pt x="95597" y="1132269"/>
                        <a:pt x="86739" y="1099249"/>
                      </a:cubicBezTo>
                      <a:cubicBezTo>
                        <a:pt x="77912" y="1066228"/>
                        <a:pt x="82421" y="1031780"/>
                        <a:pt x="99534" y="1002189"/>
                      </a:cubicBezTo>
                      <a:lnTo>
                        <a:pt x="593659" y="146336"/>
                      </a:lnTo>
                      <a:cubicBezTo>
                        <a:pt x="610740" y="116745"/>
                        <a:pt x="638331" y="95599"/>
                        <a:pt x="671320" y="86741"/>
                      </a:cubicBezTo>
                      <a:cubicBezTo>
                        <a:pt x="682337" y="83820"/>
                        <a:pt x="693608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7" y="56547"/>
                        <a:pt x="522380" y="105188"/>
                      </a:cubicBezTo>
                      <a:lnTo>
                        <a:pt x="28255" y="961041"/>
                      </a:lnTo>
                      <a:cubicBezTo>
                        <a:pt x="188" y="1009682"/>
                        <a:pt x="-7273" y="1066292"/>
                        <a:pt x="7237" y="1120553"/>
                      </a:cubicBezTo>
                      <a:cubicBezTo>
                        <a:pt x="21778" y="1174782"/>
                        <a:pt x="56544" y="1220121"/>
                        <a:pt x="105185" y="1248188"/>
                      </a:cubicBezTo>
                      <a:cubicBezTo>
                        <a:pt x="137094" y="1266603"/>
                        <a:pt x="173352" y="1276350"/>
                        <a:pt x="210024" y="1276382"/>
                      </a:cubicBezTo>
                      <a:cubicBezTo>
                        <a:pt x="210024" y="1276382"/>
                        <a:pt x="210056" y="1276382"/>
                        <a:pt x="210056" y="1276382"/>
                      </a:cubicBezTo>
                      <a:cubicBezTo>
                        <a:pt x="210056" y="1276382"/>
                        <a:pt x="210087" y="1276382"/>
                        <a:pt x="210087" y="1276382"/>
                      </a:cubicBezTo>
                      <a:cubicBezTo>
                        <a:pt x="285017" y="1276382"/>
                        <a:pt x="354867" y="1236091"/>
                        <a:pt x="392301" y="1171258"/>
                      </a:cubicBezTo>
                      <a:lnTo>
                        <a:pt x="886458" y="315405"/>
                      </a:lnTo>
                      <a:cubicBezTo>
                        <a:pt x="914524" y="266795"/>
                        <a:pt x="921986" y="210153"/>
                        <a:pt x="907444" y="155893"/>
                      </a:cubicBezTo>
                      <a:cubicBezTo>
                        <a:pt x="892903" y="101663"/>
                        <a:pt x="858136" y="56324"/>
                        <a:pt x="809527" y="28257"/>
                      </a:cubicBezTo>
                      <a:cubicBezTo>
                        <a:pt x="777142" y="9557"/>
                        <a:pt x="741201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59"/>
                <p:cNvSpPr/>
                <p:nvPr/>
              </p:nvSpPr>
              <p:spPr>
                <a:xfrm>
                  <a:off x="10891420" y="2949829"/>
                  <a:ext cx="500968" cy="562578"/>
                </a:xfrm>
                <a:custGeom>
                  <a:rect b="b" l="l" r="r" t="t"/>
                  <a:pathLst>
                    <a:path extrusionOk="0" h="562578" w="500968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618" y="455644"/>
                        <a:pt x="254232" y="480124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5" y="473710"/>
                        <a:pt x="142122" y="461581"/>
                      </a:cubicBezTo>
                      <a:cubicBezTo>
                        <a:pt x="114119" y="444595"/>
                        <a:pt x="94212" y="416877"/>
                        <a:pt x="86147" y="383604"/>
                      </a:cubicBezTo>
                      <a:cubicBezTo>
                        <a:pt x="77892" y="349536"/>
                        <a:pt x="82972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78"/>
                      </a:cubicBezTo>
                      <a:cubicBezTo>
                        <a:pt x="208322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7"/>
                        <a:pt x="390598" y="457454"/>
                      </a:cubicBezTo>
                      <a:lnTo>
                        <a:pt x="472703" y="315246"/>
                      </a:lnTo>
                      <a:cubicBezTo>
                        <a:pt x="500897" y="266446"/>
                        <a:pt x="508295" y="209613"/>
                        <a:pt x="493563" y="155226"/>
                      </a:cubicBezTo>
                      <a:cubicBezTo>
                        <a:pt x="478831" y="100838"/>
                        <a:pt x="443779" y="55499"/>
                        <a:pt x="394821" y="27591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59"/>
                <p:cNvSpPr/>
                <p:nvPr/>
              </p:nvSpPr>
              <p:spPr>
                <a:xfrm>
                  <a:off x="8232632" y="6501034"/>
                  <a:ext cx="1109394" cy="1613567"/>
                </a:xfrm>
                <a:custGeom>
                  <a:rect b="b" l="l" r="r" t="t"/>
                  <a:pathLst>
                    <a:path extrusionOk="0" h="1613567" w="1109394">
                      <a:moveTo>
                        <a:pt x="899402" y="82296"/>
                      </a:moveTo>
                      <a:cubicBezTo>
                        <a:pt x="921500" y="82296"/>
                        <a:pt x="943503" y="88266"/>
                        <a:pt x="963029" y="99536"/>
                      </a:cubicBezTo>
                      <a:cubicBezTo>
                        <a:pt x="992620" y="116618"/>
                        <a:pt x="1013766" y="144177"/>
                        <a:pt x="1022624" y="177166"/>
                      </a:cubicBezTo>
                      <a:cubicBezTo>
                        <a:pt x="1031451" y="210153"/>
                        <a:pt x="1026910" y="244634"/>
                        <a:pt x="1009829" y="274225"/>
                      </a:cubicBezTo>
                      <a:lnTo>
                        <a:pt x="321013" y="1467263"/>
                      </a:lnTo>
                      <a:cubicBezTo>
                        <a:pt x="298311" y="1506570"/>
                        <a:pt x="256052" y="1531049"/>
                        <a:pt x="210618" y="1531240"/>
                      </a:cubicBezTo>
                      <a:lnTo>
                        <a:pt x="210046" y="1531240"/>
                      </a:lnTo>
                      <a:cubicBezTo>
                        <a:pt x="187789" y="1531240"/>
                        <a:pt x="165755" y="1525302"/>
                        <a:pt x="146292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1" y="116713"/>
                        <a:pt x="832981" y="95567"/>
                        <a:pt x="865970" y="86709"/>
                      </a:cubicBezTo>
                      <a:cubicBezTo>
                        <a:pt x="876987" y="83820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6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8"/>
                        <a:pt x="7259" y="1457738"/>
                      </a:cubicBezTo>
                      <a:cubicBezTo>
                        <a:pt x="21801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072" y="1613535"/>
                        <a:pt x="354922" y="1573277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8" y="210122"/>
                        <a:pt x="1102158" y="155861"/>
                      </a:cubicBezTo>
                      <a:cubicBezTo>
                        <a:pt x="1087616" y="101632"/>
                        <a:pt x="1052850" y="56293"/>
                        <a:pt x="1004209" y="28226"/>
                      </a:cubicBezTo>
                      <a:cubicBezTo>
                        <a:pt x="971792" y="9557"/>
                        <a:pt x="935851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59"/>
                <p:cNvSpPr/>
                <p:nvPr/>
              </p:nvSpPr>
              <p:spPr>
                <a:xfrm>
                  <a:off x="9610668" y="4675695"/>
                  <a:ext cx="785195" cy="1052036"/>
                </a:xfrm>
                <a:custGeom>
                  <a:rect b="b" l="l" r="r" t="t"/>
                  <a:pathLst>
                    <a:path extrusionOk="0" h="1052036" w="785195">
                      <a:moveTo>
                        <a:pt x="575244" y="82296"/>
                      </a:moveTo>
                      <a:cubicBezTo>
                        <a:pt x="597342" y="82296"/>
                        <a:pt x="619345" y="88265"/>
                        <a:pt x="638871" y="99536"/>
                      </a:cubicBezTo>
                      <a:cubicBezTo>
                        <a:pt x="668462" y="116618"/>
                        <a:pt x="689608" y="144176"/>
                        <a:pt x="698434" y="177197"/>
                      </a:cubicBezTo>
                      <a:cubicBezTo>
                        <a:pt x="707261" y="210217"/>
                        <a:pt x="702752" y="244665"/>
                        <a:pt x="685671" y="274257"/>
                      </a:cubicBezTo>
                      <a:lnTo>
                        <a:pt x="321054" y="905796"/>
                      </a:lnTo>
                      <a:cubicBezTo>
                        <a:pt x="298289" y="945261"/>
                        <a:pt x="255776" y="969772"/>
                        <a:pt x="210119" y="969772"/>
                      </a:cubicBezTo>
                      <a:lnTo>
                        <a:pt x="209580" y="969772"/>
                      </a:lnTo>
                      <a:cubicBezTo>
                        <a:pt x="187481" y="969677"/>
                        <a:pt x="165606" y="963739"/>
                        <a:pt x="146334" y="952627"/>
                      </a:cubicBezTo>
                      <a:cubicBezTo>
                        <a:pt x="116742" y="935545"/>
                        <a:pt x="95597" y="907955"/>
                        <a:pt x="86739" y="874966"/>
                      </a:cubicBezTo>
                      <a:cubicBezTo>
                        <a:pt x="77912" y="841978"/>
                        <a:pt x="82421" y="807498"/>
                        <a:pt x="99534" y="777907"/>
                      </a:cubicBezTo>
                      <a:lnTo>
                        <a:pt x="464151" y="146367"/>
                      </a:lnTo>
                      <a:cubicBezTo>
                        <a:pt x="481232" y="116776"/>
                        <a:pt x="508823" y="95599"/>
                        <a:pt x="541811" y="86773"/>
                      </a:cubicBezTo>
                      <a:cubicBezTo>
                        <a:pt x="552829" y="83788"/>
                        <a:pt x="564068" y="82296"/>
                        <a:pt x="575244" y="82296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5" y="2413"/>
                        <a:pt x="520507" y="7239"/>
                      </a:cubicBezTo>
                      <a:cubicBezTo>
                        <a:pt x="466278" y="21780"/>
                        <a:pt x="420939" y="56578"/>
                        <a:pt x="392872" y="105188"/>
                      </a:cubicBezTo>
                      <a:lnTo>
                        <a:pt x="28255" y="736695"/>
                      </a:lnTo>
                      <a:cubicBezTo>
                        <a:pt x="188" y="785336"/>
                        <a:pt x="-7273" y="841978"/>
                        <a:pt x="7237" y="896207"/>
                      </a:cubicBezTo>
                      <a:cubicBezTo>
                        <a:pt x="21778" y="950436"/>
                        <a:pt x="56544" y="995775"/>
                        <a:pt x="105186" y="1023842"/>
                      </a:cubicBezTo>
                      <a:cubicBezTo>
                        <a:pt x="137094" y="1042257"/>
                        <a:pt x="173353" y="1052004"/>
                        <a:pt x="210024" y="1052036"/>
                      </a:cubicBezTo>
                      <a:cubicBezTo>
                        <a:pt x="210056" y="1052036"/>
                        <a:pt x="210087" y="1052036"/>
                        <a:pt x="210119" y="1052036"/>
                      </a:cubicBezTo>
                      <a:cubicBezTo>
                        <a:pt x="285049" y="1052036"/>
                        <a:pt x="354899" y="1011745"/>
                        <a:pt x="392332" y="946912"/>
                      </a:cubicBezTo>
                      <a:lnTo>
                        <a:pt x="756949" y="315373"/>
                      </a:lnTo>
                      <a:cubicBezTo>
                        <a:pt x="785017" y="266764"/>
                        <a:pt x="792478" y="210121"/>
                        <a:pt x="777936" y="155861"/>
                      </a:cubicBezTo>
                      <a:cubicBezTo>
                        <a:pt x="763426" y="101632"/>
                        <a:pt x="728629" y="56293"/>
                        <a:pt x="680019" y="28226"/>
                      </a:cubicBezTo>
                      <a:cubicBezTo>
                        <a:pt x="647634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59"/>
                <p:cNvSpPr/>
                <p:nvPr/>
              </p:nvSpPr>
              <p:spPr>
                <a:xfrm>
                  <a:off x="9227307" y="5832125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2"/>
                      </a:lnTo>
                      <a:cubicBezTo>
                        <a:pt x="296650" y="455613"/>
                        <a:pt x="254327" y="480092"/>
                        <a:pt x="208797" y="480219"/>
                      </a:cubicBezTo>
                      <a:lnTo>
                        <a:pt x="208353" y="480219"/>
                      </a:lnTo>
                      <a:lnTo>
                        <a:pt x="208035" y="480219"/>
                      </a:lnTo>
                      <a:cubicBezTo>
                        <a:pt x="184890" y="480155"/>
                        <a:pt x="162093" y="473710"/>
                        <a:pt x="142122" y="461582"/>
                      </a:cubicBezTo>
                      <a:cubicBezTo>
                        <a:pt x="114119" y="444595"/>
                        <a:pt x="94212" y="416877"/>
                        <a:pt x="86148" y="383603"/>
                      </a:cubicBezTo>
                      <a:cubicBezTo>
                        <a:pt x="77892" y="349536"/>
                        <a:pt x="82973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46"/>
                      </a:cubicBezTo>
                      <a:cubicBezTo>
                        <a:pt x="208322" y="562546"/>
                        <a:pt x="208353" y="562546"/>
                        <a:pt x="208353" y="562546"/>
                      </a:cubicBezTo>
                      <a:cubicBezTo>
                        <a:pt x="208385" y="562546"/>
                        <a:pt x="208385" y="562546"/>
                        <a:pt x="208416" y="562546"/>
                      </a:cubicBezTo>
                      <a:cubicBezTo>
                        <a:pt x="208416" y="562546"/>
                        <a:pt x="208448" y="562546"/>
                        <a:pt x="208448" y="562546"/>
                      </a:cubicBezTo>
                      <a:cubicBezTo>
                        <a:pt x="283379" y="562546"/>
                        <a:pt x="353197" y="522256"/>
                        <a:pt x="390630" y="457422"/>
                      </a:cubicBezTo>
                      <a:lnTo>
                        <a:pt x="472735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8" name="Google Shape;348;p59"/>
              <p:cNvGrpSpPr/>
              <p:nvPr/>
            </p:nvGrpSpPr>
            <p:grpSpPr>
              <a:xfrm>
                <a:off x="13625656" y="-367506"/>
                <a:ext cx="4307276" cy="7152512"/>
                <a:chOff x="13625656" y="-367506"/>
                <a:chExt cx="4307276" cy="7152512"/>
              </a:xfrm>
            </p:grpSpPr>
            <p:sp>
              <p:nvSpPr>
                <p:cNvPr id="349" name="Google Shape;349;p59"/>
                <p:cNvSpPr/>
                <p:nvPr/>
              </p:nvSpPr>
              <p:spPr>
                <a:xfrm>
                  <a:off x="16816172" y="-367506"/>
                  <a:ext cx="1116760" cy="1626393"/>
                </a:xfrm>
                <a:custGeom>
                  <a:rect b="b" l="l" r="r" t="t"/>
                  <a:pathLst>
                    <a:path extrusionOk="0" h="1626393" w="1116760">
                      <a:moveTo>
                        <a:pt x="905476" y="82296"/>
                      </a:moveTo>
                      <a:lnTo>
                        <a:pt x="906682" y="82296"/>
                      </a:lnTo>
                      <a:cubicBezTo>
                        <a:pt x="928939" y="82296"/>
                        <a:pt x="950973" y="88233"/>
                        <a:pt x="970437" y="99473"/>
                      </a:cubicBezTo>
                      <a:cubicBezTo>
                        <a:pt x="1000028" y="116554"/>
                        <a:pt x="1021173" y="144113"/>
                        <a:pt x="1030000" y="177133"/>
                      </a:cubicBezTo>
                      <a:cubicBezTo>
                        <a:pt x="1038826" y="210122"/>
                        <a:pt x="1034285" y="244602"/>
                        <a:pt x="1017236" y="274193"/>
                      </a:cubicBezTo>
                      <a:lnTo>
                        <a:pt x="321054" y="1480026"/>
                      </a:lnTo>
                      <a:cubicBezTo>
                        <a:pt x="303973" y="1509617"/>
                        <a:pt x="276381" y="1530763"/>
                        <a:pt x="243393" y="1539621"/>
                      </a:cubicBezTo>
                      <a:cubicBezTo>
                        <a:pt x="232376" y="1542574"/>
                        <a:pt x="221137" y="1544066"/>
                        <a:pt x="209960" y="1544066"/>
                      </a:cubicBezTo>
                      <a:cubicBezTo>
                        <a:pt x="187863" y="1544066"/>
                        <a:pt x="165860" y="1538097"/>
                        <a:pt x="146333" y="1526826"/>
                      </a:cubicBezTo>
                      <a:cubicBezTo>
                        <a:pt x="116742" y="1509744"/>
                        <a:pt x="95597" y="1482185"/>
                        <a:pt x="86739" y="1449197"/>
                      </a:cubicBezTo>
                      <a:cubicBezTo>
                        <a:pt x="77912" y="1416209"/>
                        <a:pt x="82453" y="1381728"/>
                        <a:pt x="99534" y="1352137"/>
                      </a:cubicBezTo>
                      <a:lnTo>
                        <a:pt x="795716" y="146304"/>
                      </a:lnTo>
                      <a:cubicBezTo>
                        <a:pt x="818291" y="107188"/>
                        <a:pt x="860296" y="82740"/>
                        <a:pt x="905476" y="82296"/>
                      </a:cubicBezTo>
                      <a:moveTo>
                        <a:pt x="906650" y="0"/>
                      </a:moveTo>
                      <a:cubicBezTo>
                        <a:pt x="831689" y="32"/>
                        <a:pt x="761871" y="40291"/>
                        <a:pt x="724438" y="105156"/>
                      </a:cubicBezTo>
                      <a:lnTo>
                        <a:pt x="28255" y="1310989"/>
                      </a:lnTo>
                      <a:cubicBezTo>
                        <a:pt x="188" y="1359630"/>
                        <a:pt x="-7273" y="1416241"/>
                        <a:pt x="7236" y="1470501"/>
                      </a:cubicBezTo>
                      <a:cubicBezTo>
                        <a:pt x="21778" y="1524730"/>
                        <a:pt x="56544" y="1570069"/>
                        <a:pt x="105185" y="1598136"/>
                      </a:cubicBezTo>
                      <a:cubicBezTo>
                        <a:pt x="137570" y="1616837"/>
                        <a:pt x="173512" y="1626394"/>
                        <a:pt x="209960" y="1626394"/>
                      </a:cubicBezTo>
                      <a:cubicBezTo>
                        <a:pt x="228217" y="1626394"/>
                        <a:pt x="246600" y="1623981"/>
                        <a:pt x="264697" y="1619155"/>
                      </a:cubicBezTo>
                      <a:cubicBezTo>
                        <a:pt x="318927" y="1604613"/>
                        <a:pt x="364266" y="1569847"/>
                        <a:pt x="392332" y="1521206"/>
                      </a:cubicBezTo>
                      <a:lnTo>
                        <a:pt x="1088515" y="315373"/>
                      </a:lnTo>
                      <a:cubicBezTo>
                        <a:pt x="1116582" y="266732"/>
                        <a:pt x="1124043" y="210090"/>
                        <a:pt x="1109502" y="155861"/>
                      </a:cubicBezTo>
                      <a:cubicBezTo>
                        <a:pt x="1094992" y="101632"/>
                        <a:pt x="1060194" y="56293"/>
                        <a:pt x="1011584" y="28226"/>
                      </a:cubicBezTo>
                      <a:cubicBezTo>
                        <a:pt x="979675" y="9779"/>
                        <a:pt x="943417" y="32"/>
                        <a:pt x="906714" y="32"/>
                      </a:cubicBezTo>
                      <a:cubicBezTo>
                        <a:pt x="906714" y="0"/>
                        <a:pt x="906682" y="0"/>
                        <a:pt x="906650" y="0"/>
                      </a:cubicBezTo>
                      <a:lnTo>
                        <a:pt x="90665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" name="Google Shape;350;p59"/>
                <p:cNvSpPr/>
                <p:nvPr/>
              </p:nvSpPr>
              <p:spPr>
                <a:xfrm>
                  <a:off x="16410937" y="1338992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8" y="117919"/>
                        <a:pt x="440793" y="145637"/>
                        <a:pt x="448890" y="178911"/>
                      </a:cubicBezTo>
                      <a:cubicBezTo>
                        <a:pt x="457144" y="212979"/>
                        <a:pt x="452065" y="248412"/>
                        <a:pt x="434570" y="278733"/>
                      </a:cubicBezTo>
                      <a:lnTo>
                        <a:pt x="321064" y="475329"/>
                      </a:lnTo>
                      <a:cubicBezTo>
                        <a:pt x="298331" y="514699"/>
                        <a:pt x="255722" y="539147"/>
                        <a:pt x="209812" y="539147"/>
                      </a:cubicBezTo>
                      <a:cubicBezTo>
                        <a:pt x="187809" y="539147"/>
                        <a:pt x="166060" y="533368"/>
                        <a:pt x="146915" y="522446"/>
                      </a:cubicBezTo>
                      <a:cubicBezTo>
                        <a:pt x="117133" y="505460"/>
                        <a:pt x="95797" y="477869"/>
                        <a:pt x="86844" y="444786"/>
                      </a:cubicBezTo>
                      <a:cubicBezTo>
                        <a:pt x="77890" y="411671"/>
                        <a:pt x="82399" y="377095"/>
                        <a:pt x="99544" y="347409"/>
                      </a:cubicBezTo>
                      <a:lnTo>
                        <a:pt x="215685" y="146241"/>
                      </a:lnTo>
                      <a:cubicBezTo>
                        <a:pt x="238482" y="106775"/>
                        <a:pt x="280963" y="82264"/>
                        <a:pt x="326620" y="82264"/>
                      </a:cubicBezTo>
                      <a:lnTo>
                        <a:pt x="326683" y="82264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4"/>
                        <a:pt x="7406" y="466312"/>
                      </a:cubicBezTo>
                      <a:cubicBezTo>
                        <a:pt x="22137" y="520700"/>
                        <a:pt x="57189" y="566039"/>
                        <a:pt x="106148" y="593979"/>
                      </a:cubicBezTo>
                      <a:cubicBezTo>
                        <a:pt x="138850" y="612616"/>
                        <a:pt x="174569" y="621474"/>
                        <a:pt x="209812" y="621474"/>
                      </a:cubicBezTo>
                      <a:cubicBezTo>
                        <a:pt x="282583" y="621474"/>
                        <a:pt x="353512" y="583756"/>
                        <a:pt x="392343" y="516477"/>
                      </a:cubicBezTo>
                      <a:lnTo>
                        <a:pt x="505849" y="319913"/>
                      </a:lnTo>
                      <a:cubicBezTo>
                        <a:pt x="564014" y="219170"/>
                        <a:pt x="532519" y="89376"/>
                        <a:pt x="435617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59"/>
                <p:cNvSpPr/>
                <p:nvPr/>
              </p:nvSpPr>
              <p:spPr>
                <a:xfrm>
                  <a:off x="13625656" y="5185092"/>
                  <a:ext cx="1101205" cy="1599914"/>
                </a:xfrm>
                <a:custGeom>
                  <a:rect b="b" l="l" r="r" t="t"/>
                  <a:pathLst>
                    <a:path extrusionOk="0" h="1599914" w="1101205">
                      <a:moveTo>
                        <a:pt x="891528" y="82296"/>
                      </a:moveTo>
                      <a:cubicBezTo>
                        <a:pt x="913626" y="82296"/>
                        <a:pt x="935629" y="88233"/>
                        <a:pt x="955124" y="99504"/>
                      </a:cubicBezTo>
                      <a:cubicBezTo>
                        <a:pt x="974523" y="110712"/>
                        <a:pt x="990715" y="126873"/>
                        <a:pt x="1001891" y="146241"/>
                      </a:cubicBezTo>
                      <a:cubicBezTo>
                        <a:pt x="1013004" y="165481"/>
                        <a:pt x="1018909" y="187611"/>
                        <a:pt x="1018909" y="210376"/>
                      </a:cubicBezTo>
                      <a:cubicBezTo>
                        <a:pt x="1018973" y="232791"/>
                        <a:pt x="1013068" y="254857"/>
                        <a:pt x="1001923" y="274225"/>
                      </a:cubicBezTo>
                      <a:lnTo>
                        <a:pt x="321045" y="1453578"/>
                      </a:lnTo>
                      <a:cubicBezTo>
                        <a:pt x="303931" y="1483233"/>
                        <a:pt x="276404" y="1504378"/>
                        <a:pt x="243383" y="1513141"/>
                      </a:cubicBezTo>
                      <a:cubicBezTo>
                        <a:pt x="232335" y="1516095"/>
                        <a:pt x="221064" y="1517619"/>
                        <a:pt x="209888" y="1517619"/>
                      </a:cubicBezTo>
                      <a:cubicBezTo>
                        <a:pt x="187536" y="1517619"/>
                        <a:pt x="166136" y="1511808"/>
                        <a:pt x="146356" y="1500378"/>
                      </a:cubicBezTo>
                      <a:cubicBezTo>
                        <a:pt x="116797" y="1483297"/>
                        <a:pt x="95620" y="1455738"/>
                        <a:pt x="86793" y="1422717"/>
                      </a:cubicBezTo>
                      <a:cubicBezTo>
                        <a:pt x="77966" y="1389698"/>
                        <a:pt x="82475" y="1355249"/>
                        <a:pt x="99557" y="1325658"/>
                      </a:cubicBezTo>
                      <a:lnTo>
                        <a:pt x="780435" y="146304"/>
                      </a:lnTo>
                      <a:cubicBezTo>
                        <a:pt x="797516" y="116745"/>
                        <a:pt x="825076" y="95567"/>
                        <a:pt x="858096" y="86741"/>
                      </a:cubicBezTo>
                      <a:cubicBezTo>
                        <a:pt x="869113" y="83788"/>
                        <a:pt x="880352" y="82296"/>
                        <a:pt x="891528" y="82296"/>
                      </a:cubicBezTo>
                      <a:moveTo>
                        <a:pt x="891528" y="0"/>
                      </a:moveTo>
                      <a:cubicBezTo>
                        <a:pt x="873272" y="0"/>
                        <a:pt x="854889" y="2413"/>
                        <a:pt x="836760" y="7239"/>
                      </a:cubicBezTo>
                      <a:cubicBezTo>
                        <a:pt x="782530" y="21780"/>
                        <a:pt x="737191" y="56547"/>
                        <a:pt x="709125" y="105156"/>
                      </a:cubicBezTo>
                      <a:lnTo>
                        <a:pt x="28245" y="1284510"/>
                      </a:lnTo>
                      <a:cubicBezTo>
                        <a:pt x="179" y="1333119"/>
                        <a:pt x="-7283" y="1389793"/>
                        <a:pt x="7259" y="1444022"/>
                      </a:cubicBezTo>
                      <a:cubicBezTo>
                        <a:pt x="21801" y="1498251"/>
                        <a:pt x="56567" y="1543590"/>
                        <a:pt x="105176" y="1571657"/>
                      </a:cubicBezTo>
                      <a:cubicBezTo>
                        <a:pt x="137593" y="1590389"/>
                        <a:pt x="173502" y="1599914"/>
                        <a:pt x="209856" y="1599914"/>
                      </a:cubicBezTo>
                      <a:cubicBezTo>
                        <a:pt x="228144" y="1599914"/>
                        <a:pt x="246527" y="1597501"/>
                        <a:pt x="264657" y="1592644"/>
                      </a:cubicBezTo>
                      <a:cubicBezTo>
                        <a:pt x="318980" y="1578165"/>
                        <a:pt x="364224" y="1543336"/>
                        <a:pt x="392291" y="1494726"/>
                      </a:cubicBezTo>
                      <a:lnTo>
                        <a:pt x="1073170" y="315373"/>
                      </a:lnTo>
                      <a:cubicBezTo>
                        <a:pt x="1091840" y="283020"/>
                        <a:pt x="1101269" y="246666"/>
                        <a:pt x="1101206" y="210185"/>
                      </a:cubicBezTo>
                      <a:cubicBezTo>
                        <a:pt x="1101174" y="173895"/>
                        <a:pt x="1091840" y="137382"/>
                        <a:pt x="1073107" y="105029"/>
                      </a:cubicBezTo>
                      <a:cubicBezTo>
                        <a:pt x="1054723" y="73279"/>
                        <a:pt x="1028149" y="46641"/>
                        <a:pt x="996240" y="28226"/>
                      </a:cubicBezTo>
                      <a:cubicBezTo>
                        <a:pt x="963919" y="9557"/>
                        <a:pt x="927946" y="0"/>
                        <a:pt x="891528" y="0"/>
                      </a:cubicBezTo>
                      <a:lnTo>
                        <a:pt x="8915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p59"/>
                <p:cNvSpPr/>
                <p:nvPr/>
              </p:nvSpPr>
              <p:spPr>
                <a:xfrm>
                  <a:off x="15014074" y="3328098"/>
                  <a:ext cx="784972" cy="1052131"/>
                </a:xfrm>
                <a:custGeom>
                  <a:rect b="b" l="l" r="r" t="t"/>
                  <a:pathLst>
                    <a:path extrusionOk="0" h="1052131" w="784972">
                      <a:moveTo>
                        <a:pt x="575244" y="82328"/>
                      </a:moveTo>
                      <a:cubicBezTo>
                        <a:pt x="597342" y="82328"/>
                        <a:pt x="619345" y="88297"/>
                        <a:pt x="638839" y="99536"/>
                      </a:cubicBezTo>
                      <a:cubicBezTo>
                        <a:pt x="657254" y="110173"/>
                        <a:pt x="672748" y="125222"/>
                        <a:pt x="683797" y="143192"/>
                      </a:cubicBezTo>
                      <a:lnTo>
                        <a:pt x="685163" y="146145"/>
                      </a:lnTo>
                      <a:lnTo>
                        <a:pt x="687194" y="149003"/>
                      </a:lnTo>
                      <a:cubicBezTo>
                        <a:pt x="708403" y="188023"/>
                        <a:pt x="707896" y="235712"/>
                        <a:pt x="685639" y="274225"/>
                      </a:cubicBezTo>
                      <a:lnTo>
                        <a:pt x="321021" y="905764"/>
                      </a:lnTo>
                      <a:cubicBezTo>
                        <a:pt x="303940" y="935355"/>
                        <a:pt x="276382" y="956501"/>
                        <a:pt x="243361" y="965359"/>
                      </a:cubicBezTo>
                      <a:cubicBezTo>
                        <a:pt x="232344" y="968311"/>
                        <a:pt x="221104" y="969804"/>
                        <a:pt x="209928" y="969804"/>
                      </a:cubicBezTo>
                      <a:cubicBezTo>
                        <a:pt x="187830" y="969804"/>
                        <a:pt x="165860" y="963835"/>
                        <a:pt x="146334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2" y="807466"/>
                        <a:pt x="99533" y="777875"/>
                      </a:cubicBezTo>
                      <a:lnTo>
                        <a:pt x="464151" y="146336"/>
                      </a:lnTo>
                      <a:cubicBezTo>
                        <a:pt x="481233" y="116745"/>
                        <a:pt x="508791" y="95599"/>
                        <a:pt x="541779" y="86741"/>
                      </a:cubicBezTo>
                      <a:cubicBezTo>
                        <a:pt x="552796" y="83820"/>
                        <a:pt x="564068" y="82328"/>
                        <a:pt x="575244" y="82328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4" y="2413"/>
                        <a:pt x="520507" y="7239"/>
                      </a:cubicBezTo>
                      <a:cubicBezTo>
                        <a:pt x="466278" y="21780"/>
                        <a:pt x="420939" y="56547"/>
                        <a:pt x="392872" y="105188"/>
                      </a:cubicBezTo>
                      <a:lnTo>
                        <a:pt x="28255" y="736727"/>
                      </a:lnTo>
                      <a:cubicBezTo>
                        <a:pt x="188" y="785336"/>
                        <a:pt x="-7273" y="842010"/>
                        <a:pt x="7237" y="896239"/>
                      </a:cubicBezTo>
                      <a:cubicBezTo>
                        <a:pt x="21778" y="950500"/>
                        <a:pt x="56576" y="995807"/>
                        <a:pt x="105185" y="1023874"/>
                      </a:cubicBezTo>
                      <a:cubicBezTo>
                        <a:pt x="137571" y="1042575"/>
                        <a:pt x="173511" y="1052132"/>
                        <a:pt x="209928" y="1052132"/>
                      </a:cubicBezTo>
                      <a:cubicBezTo>
                        <a:pt x="228185" y="1052132"/>
                        <a:pt x="246568" y="1049719"/>
                        <a:pt x="264665" y="1044861"/>
                      </a:cubicBezTo>
                      <a:cubicBezTo>
                        <a:pt x="318894" y="1030319"/>
                        <a:pt x="364234" y="995553"/>
                        <a:pt x="392301" y="946912"/>
                      </a:cubicBezTo>
                      <a:lnTo>
                        <a:pt x="756917" y="315373"/>
                      </a:lnTo>
                      <a:cubicBezTo>
                        <a:pt x="794351" y="250539"/>
                        <a:pt x="794319" y="169894"/>
                        <a:pt x="756854" y="104997"/>
                      </a:cubicBezTo>
                      <a:cubicBezTo>
                        <a:pt x="756854" y="104966"/>
                        <a:pt x="756822" y="104934"/>
                        <a:pt x="756822" y="104934"/>
                      </a:cubicBezTo>
                      <a:cubicBezTo>
                        <a:pt x="738471" y="73184"/>
                        <a:pt x="711896" y="46641"/>
                        <a:pt x="679987" y="28226"/>
                      </a:cubicBezTo>
                      <a:cubicBezTo>
                        <a:pt x="647602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p59"/>
                <p:cNvSpPr/>
                <p:nvPr/>
              </p:nvSpPr>
              <p:spPr>
                <a:xfrm>
                  <a:off x="15681618" y="2040763"/>
                  <a:ext cx="860696" cy="1183227"/>
                </a:xfrm>
                <a:custGeom>
                  <a:rect b="b" l="l" r="r" t="t"/>
                  <a:pathLst>
                    <a:path extrusionOk="0" h="1183227" w="860696">
                      <a:moveTo>
                        <a:pt x="650936" y="82296"/>
                      </a:moveTo>
                      <a:cubicBezTo>
                        <a:pt x="673034" y="82296"/>
                        <a:pt x="695005" y="88265"/>
                        <a:pt x="714532" y="99536"/>
                      </a:cubicBezTo>
                      <a:cubicBezTo>
                        <a:pt x="733327" y="110395"/>
                        <a:pt x="749075" y="125825"/>
                        <a:pt x="760156" y="144272"/>
                      </a:cubicBezTo>
                      <a:lnTo>
                        <a:pt x="761395" y="146399"/>
                      </a:lnTo>
                      <a:cubicBezTo>
                        <a:pt x="784096" y="185896"/>
                        <a:pt x="784064" y="234855"/>
                        <a:pt x="761331" y="274257"/>
                      </a:cubicBezTo>
                      <a:lnTo>
                        <a:pt x="320990" y="1036923"/>
                      </a:lnTo>
                      <a:cubicBezTo>
                        <a:pt x="303909" y="1066514"/>
                        <a:pt x="276350" y="1087660"/>
                        <a:pt x="243329" y="1096518"/>
                      </a:cubicBezTo>
                      <a:cubicBezTo>
                        <a:pt x="232312" y="1099471"/>
                        <a:pt x="221073" y="1100963"/>
                        <a:pt x="209896" y="1100963"/>
                      </a:cubicBezTo>
                      <a:cubicBezTo>
                        <a:pt x="187799" y="1100963"/>
                        <a:pt x="165828" y="1094994"/>
                        <a:pt x="146302" y="1083723"/>
                      </a:cubicBezTo>
                      <a:cubicBezTo>
                        <a:pt x="116711" y="1066641"/>
                        <a:pt x="95534" y="1039051"/>
                        <a:pt x="86707" y="1006094"/>
                      </a:cubicBezTo>
                      <a:cubicBezTo>
                        <a:pt x="77880" y="973074"/>
                        <a:pt x="82421" y="938594"/>
                        <a:pt x="99502" y="909034"/>
                      </a:cubicBezTo>
                      <a:lnTo>
                        <a:pt x="539811" y="146367"/>
                      </a:lnTo>
                      <a:cubicBezTo>
                        <a:pt x="556892" y="116776"/>
                        <a:pt x="584452" y="95631"/>
                        <a:pt x="617472" y="86773"/>
                      </a:cubicBezTo>
                      <a:cubicBezTo>
                        <a:pt x="628521" y="83788"/>
                        <a:pt x="639760" y="82296"/>
                        <a:pt x="650936" y="82296"/>
                      </a:cubicBezTo>
                      <a:moveTo>
                        <a:pt x="650936" y="0"/>
                      </a:moveTo>
                      <a:cubicBezTo>
                        <a:pt x="632680" y="0"/>
                        <a:pt x="614297" y="2413"/>
                        <a:pt x="596199" y="7239"/>
                      </a:cubicBezTo>
                      <a:cubicBezTo>
                        <a:pt x="541970" y="21780"/>
                        <a:pt x="496631" y="56547"/>
                        <a:pt x="468564" y="105188"/>
                      </a:cubicBezTo>
                      <a:lnTo>
                        <a:pt x="28255" y="867823"/>
                      </a:lnTo>
                      <a:cubicBezTo>
                        <a:pt x="188" y="916432"/>
                        <a:pt x="-7273" y="973074"/>
                        <a:pt x="7237" y="1027335"/>
                      </a:cubicBezTo>
                      <a:cubicBezTo>
                        <a:pt x="21778" y="1081595"/>
                        <a:pt x="56576" y="1126903"/>
                        <a:pt x="105185" y="1154970"/>
                      </a:cubicBezTo>
                      <a:cubicBezTo>
                        <a:pt x="137571" y="1173670"/>
                        <a:pt x="173511" y="1183227"/>
                        <a:pt x="209928" y="1183227"/>
                      </a:cubicBezTo>
                      <a:cubicBezTo>
                        <a:pt x="228185" y="1183227"/>
                        <a:pt x="246568" y="1180814"/>
                        <a:pt x="264697" y="1175957"/>
                      </a:cubicBezTo>
                      <a:cubicBezTo>
                        <a:pt x="318926" y="1161415"/>
                        <a:pt x="364265" y="1126649"/>
                        <a:pt x="392333" y="1078008"/>
                      </a:cubicBezTo>
                      <a:lnTo>
                        <a:pt x="832641" y="315373"/>
                      </a:lnTo>
                      <a:cubicBezTo>
                        <a:pt x="870075" y="250539"/>
                        <a:pt x="870043" y="169926"/>
                        <a:pt x="832578" y="104997"/>
                      </a:cubicBezTo>
                      <a:cubicBezTo>
                        <a:pt x="832578" y="104965"/>
                        <a:pt x="832546" y="104934"/>
                        <a:pt x="832546" y="104934"/>
                      </a:cubicBezTo>
                      <a:cubicBezTo>
                        <a:pt x="814194" y="73184"/>
                        <a:pt x="787620" y="46673"/>
                        <a:pt x="755711" y="28226"/>
                      </a:cubicBezTo>
                      <a:cubicBezTo>
                        <a:pt x="723326" y="9557"/>
                        <a:pt x="687353" y="0"/>
                        <a:pt x="650936" y="0"/>
                      </a:cubicBezTo>
                      <a:lnTo>
                        <a:pt x="65093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59"/>
                <p:cNvSpPr/>
                <p:nvPr/>
              </p:nvSpPr>
              <p:spPr>
                <a:xfrm>
                  <a:off x="14629209" y="4485290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4" y="82296"/>
                        <a:pt x="335650" y="87281"/>
                        <a:pt x="353620" y="97155"/>
                      </a:cubicBezTo>
                      <a:cubicBezTo>
                        <a:pt x="373464" y="108045"/>
                        <a:pt x="390006" y="123857"/>
                        <a:pt x="401563" y="143002"/>
                      </a:cubicBezTo>
                      <a:lnTo>
                        <a:pt x="403024" y="145511"/>
                      </a:lnTo>
                      <a:cubicBezTo>
                        <a:pt x="425693" y="184976"/>
                        <a:pt x="425661" y="233934"/>
                        <a:pt x="402928" y="273304"/>
                      </a:cubicBezTo>
                      <a:lnTo>
                        <a:pt x="320823" y="415544"/>
                      </a:lnTo>
                      <a:cubicBezTo>
                        <a:pt x="303678" y="445231"/>
                        <a:pt x="275992" y="466408"/>
                        <a:pt x="242845" y="475202"/>
                      </a:cubicBezTo>
                      <a:cubicBezTo>
                        <a:pt x="231923" y="478092"/>
                        <a:pt x="220779" y="479584"/>
                        <a:pt x="209698" y="479584"/>
                      </a:cubicBezTo>
                      <a:cubicBezTo>
                        <a:pt x="187410" y="479584"/>
                        <a:pt x="165216" y="473520"/>
                        <a:pt x="145563" y="462026"/>
                      </a:cubicBezTo>
                      <a:cubicBezTo>
                        <a:pt x="84984" y="426625"/>
                        <a:pt x="64219" y="348393"/>
                        <a:pt x="99303" y="287655"/>
                      </a:cubicBezTo>
                      <a:lnTo>
                        <a:pt x="178774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63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74" y="540290"/>
                        <a:pt x="363971" y="505460"/>
                        <a:pt x="392134" y="456661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30"/>
                        <a:pt x="393213" y="24988"/>
                      </a:cubicBezTo>
                      <a:cubicBezTo>
                        <a:pt x="362288" y="8033"/>
                        <a:pt x="328602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5" name="Google Shape;355;p59"/>
              <p:cNvGrpSpPr/>
              <p:nvPr/>
            </p:nvGrpSpPr>
            <p:grpSpPr>
              <a:xfrm>
                <a:off x="12644974" y="-1057655"/>
                <a:ext cx="5058099" cy="8396508"/>
                <a:chOff x="12644974" y="-1057655"/>
                <a:chExt cx="5058099" cy="8396508"/>
              </a:xfrm>
            </p:grpSpPr>
            <p:sp>
              <p:nvSpPr>
                <p:cNvPr id="356" name="Google Shape;356;p59"/>
                <p:cNvSpPr/>
                <p:nvPr/>
              </p:nvSpPr>
              <p:spPr>
                <a:xfrm>
                  <a:off x="15817603" y="791844"/>
                  <a:ext cx="785172" cy="1052068"/>
                </a:xfrm>
                <a:custGeom>
                  <a:rect b="b" l="l" r="r" t="t"/>
                  <a:pathLst>
                    <a:path extrusionOk="0" h="1052068" w="785172">
                      <a:moveTo>
                        <a:pt x="574768" y="82328"/>
                      </a:moveTo>
                      <a:lnTo>
                        <a:pt x="575149" y="82328"/>
                      </a:lnTo>
                      <a:cubicBezTo>
                        <a:pt x="597406" y="82328"/>
                        <a:pt x="619440" y="88265"/>
                        <a:pt x="638871" y="99504"/>
                      </a:cubicBezTo>
                      <a:cubicBezTo>
                        <a:pt x="668462" y="116586"/>
                        <a:pt x="689608" y="144145"/>
                        <a:pt x="698466" y="177133"/>
                      </a:cubicBezTo>
                      <a:cubicBezTo>
                        <a:pt x="707292" y="210153"/>
                        <a:pt x="702784" y="244602"/>
                        <a:pt x="685703" y="274193"/>
                      </a:cubicBezTo>
                      <a:lnTo>
                        <a:pt x="321085" y="905732"/>
                      </a:lnTo>
                      <a:cubicBezTo>
                        <a:pt x="304004" y="935323"/>
                        <a:pt x="276413" y="956469"/>
                        <a:pt x="243425" y="965327"/>
                      </a:cubicBezTo>
                      <a:cubicBezTo>
                        <a:pt x="232408" y="968280"/>
                        <a:pt x="221168" y="969772"/>
                        <a:pt x="209992" y="969772"/>
                      </a:cubicBezTo>
                      <a:cubicBezTo>
                        <a:pt x="187894" y="969772"/>
                        <a:pt x="165924" y="963803"/>
                        <a:pt x="146365" y="952532"/>
                      </a:cubicBezTo>
                      <a:cubicBezTo>
                        <a:pt x="116774" y="935450"/>
                        <a:pt x="95629" y="907891"/>
                        <a:pt x="86770" y="874871"/>
                      </a:cubicBezTo>
                      <a:cubicBezTo>
                        <a:pt x="77944" y="841851"/>
                        <a:pt x="82453" y="807403"/>
                        <a:pt x="99566" y="777812"/>
                      </a:cubicBezTo>
                      <a:lnTo>
                        <a:pt x="464183" y="146272"/>
                      </a:lnTo>
                      <a:cubicBezTo>
                        <a:pt x="486884" y="106934"/>
                        <a:pt x="529239" y="82455"/>
                        <a:pt x="574768" y="82328"/>
                      </a:cubicBezTo>
                      <a:moveTo>
                        <a:pt x="575085" y="0"/>
                      </a:moveTo>
                      <a:cubicBezTo>
                        <a:pt x="500155" y="0"/>
                        <a:pt x="430305" y="40291"/>
                        <a:pt x="392873" y="105124"/>
                      </a:cubicBezTo>
                      <a:lnTo>
                        <a:pt x="28255" y="736664"/>
                      </a:lnTo>
                      <a:cubicBezTo>
                        <a:pt x="188" y="785305"/>
                        <a:pt x="-7273" y="841915"/>
                        <a:pt x="7236" y="896175"/>
                      </a:cubicBezTo>
                      <a:cubicBezTo>
                        <a:pt x="21778" y="950405"/>
                        <a:pt x="56544" y="995744"/>
                        <a:pt x="105185" y="1023811"/>
                      </a:cubicBezTo>
                      <a:cubicBezTo>
                        <a:pt x="137570" y="1042511"/>
                        <a:pt x="173512" y="1052068"/>
                        <a:pt x="209929" y="1052068"/>
                      </a:cubicBezTo>
                      <a:cubicBezTo>
                        <a:pt x="228185" y="1052068"/>
                        <a:pt x="246568" y="1049655"/>
                        <a:pt x="264666" y="1044829"/>
                      </a:cubicBezTo>
                      <a:cubicBezTo>
                        <a:pt x="318895" y="1030288"/>
                        <a:pt x="364234" y="995521"/>
                        <a:pt x="392300" y="946880"/>
                      </a:cubicBezTo>
                      <a:lnTo>
                        <a:pt x="756918" y="315341"/>
                      </a:lnTo>
                      <a:cubicBezTo>
                        <a:pt x="784985" y="266700"/>
                        <a:pt x="792446" y="210090"/>
                        <a:pt x="777936" y="155829"/>
                      </a:cubicBezTo>
                      <a:cubicBezTo>
                        <a:pt x="763395" y="101600"/>
                        <a:pt x="728629" y="56261"/>
                        <a:pt x="679988" y="28194"/>
                      </a:cubicBezTo>
                      <a:cubicBezTo>
                        <a:pt x="648079" y="9779"/>
                        <a:pt x="611820" y="32"/>
                        <a:pt x="575149" y="0"/>
                      </a:cubicBezTo>
                      <a:cubicBezTo>
                        <a:pt x="575149" y="0"/>
                        <a:pt x="575117" y="0"/>
                        <a:pt x="575117" y="0"/>
                      </a:cubicBezTo>
                      <a:cubicBezTo>
                        <a:pt x="575117" y="0"/>
                        <a:pt x="575117" y="0"/>
                        <a:pt x="575085" y="0"/>
                      </a:cubicBezTo>
                      <a:lnTo>
                        <a:pt x="5750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59"/>
                <p:cNvSpPr/>
                <p:nvPr/>
              </p:nvSpPr>
              <p:spPr>
                <a:xfrm>
                  <a:off x="16485176" y="124936"/>
                  <a:ext cx="501025" cy="562546"/>
                </a:xfrm>
                <a:custGeom>
                  <a:rect b="b" l="l" r="r" t="t"/>
                  <a:pathLst>
                    <a:path extrusionOk="0" h="562546" w="501025">
                      <a:moveTo>
                        <a:pt x="292799" y="82296"/>
                      </a:moveTo>
                      <a:cubicBezTo>
                        <a:pt x="316008" y="82328"/>
                        <a:pt x="338837" y="88773"/>
                        <a:pt x="358870" y="100965"/>
                      </a:cubicBezTo>
                      <a:cubicBezTo>
                        <a:pt x="386874" y="117951"/>
                        <a:pt x="406750" y="145669"/>
                        <a:pt x="414846" y="178943"/>
                      </a:cubicBezTo>
                      <a:cubicBezTo>
                        <a:pt x="423101" y="213011"/>
                        <a:pt x="418021" y="248444"/>
                        <a:pt x="400527" y="278765"/>
                      </a:cubicBezTo>
                      <a:lnTo>
                        <a:pt x="321056" y="416401"/>
                      </a:lnTo>
                      <a:cubicBezTo>
                        <a:pt x="298324" y="455771"/>
                        <a:pt x="255715" y="480219"/>
                        <a:pt x="209836" y="480219"/>
                      </a:cubicBezTo>
                      <a:cubicBezTo>
                        <a:pt x="187834" y="480219"/>
                        <a:pt x="166085" y="474440"/>
                        <a:pt x="146939" y="463518"/>
                      </a:cubicBezTo>
                      <a:cubicBezTo>
                        <a:pt x="117158" y="446532"/>
                        <a:pt x="95822" y="418941"/>
                        <a:pt x="86868" y="385858"/>
                      </a:cubicBezTo>
                      <a:cubicBezTo>
                        <a:pt x="77915" y="352743"/>
                        <a:pt x="82424" y="318167"/>
                        <a:pt x="99568" y="288481"/>
                      </a:cubicBezTo>
                      <a:lnTo>
                        <a:pt x="181674" y="146241"/>
                      </a:lnTo>
                      <a:cubicBezTo>
                        <a:pt x="204375" y="106934"/>
                        <a:pt x="246603" y="82455"/>
                        <a:pt x="292037" y="82264"/>
                      </a:cubicBezTo>
                      <a:lnTo>
                        <a:pt x="292640" y="82264"/>
                      </a:lnTo>
                      <a:lnTo>
                        <a:pt x="292799" y="82264"/>
                      </a:lnTo>
                      <a:moveTo>
                        <a:pt x="292577" y="0"/>
                      </a:moveTo>
                      <a:cubicBezTo>
                        <a:pt x="217615" y="0"/>
                        <a:pt x="147797" y="40291"/>
                        <a:pt x="110363" y="105124"/>
                      </a:cubicBezTo>
                      <a:lnTo>
                        <a:pt x="28258" y="247364"/>
                      </a:lnTo>
                      <a:cubicBezTo>
                        <a:pt x="95" y="296164"/>
                        <a:pt x="-7334" y="352997"/>
                        <a:pt x="7398" y="407384"/>
                      </a:cubicBezTo>
                      <a:cubicBezTo>
                        <a:pt x="22131" y="461772"/>
                        <a:pt x="57182" y="507111"/>
                        <a:pt x="106141" y="535019"/>
                      </a:cubicBezTo>
                      <a:cubicBezTo>
                        <a:pt x="138844" y="553688"/>
                        <a:pt x="174562" y="562547"/>
                        <a:pt x="209836" y="562547"/>
                      </a:cubicBezTo>
                      <a:cubicBezTo>
                        <a:pt x="282607" y="562547"/>
                        <a:pt x="353537" y="524828"/>
                        <a:pt x="392367" y="457549"/>
                      </a:cubicBezTo>
                      <a:lnTo>
                        <a:pt x="471837" y="319913"/>
                      </a:lnTo>
                      <a:cubicBezTo>
                        <a:pt x="530003" y="219170"/>
                        <a:pt x="498507" y="89408"/>
                        <a:pt x="401607" y="30607"/>
                      </a:cubicBezTo>
                      <a:cubicBezTo>
                        <a:pt x="368681" y="10605"/>
                        <a:pt x="331026" y="32"/>
                        <a:pt x="292704" y="0"/>
                      </a:cubicBezTo>
                      <a:cubicBezTo>
                        <a:pt x="292704" y="0"/>
                        <a:pt x="292672" y="0"/>
                        <a:pt x="292672" y="0"/>
                      </a:cubicBezTo>
                      <a:cubicBezTo>
                        <a:pt x="292609" y="0"/>
                        <a:pt x="292577" y="0"/>
                        <a:pt x="292577" y="0"/>
                      </a:cubicBezTo>
                      <a:lnTo>
                        <a:pt x="29257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59"/>
                <p:cNvSpPr/>
                <p:nvPr/>
              </p:nvSpPr>
              <p:spPr>
                <a:xfrm>
                  <a:off x="16856345" y="-1057655"/>
                  <a:ext cx="846728" cy="1102423"/>
                </a:xfrm>
                <a:custGeom>
                  <a:rect b="b" l="l" r="r" t="t"/>
                  <a:pathLst>
                    <a:path extrusionOk="0" h="1102423" w="846728">
                      <a:moveTo>
                        <a:pt x="512783" y="112427"/>
                      </a:moveTo>
                      <a:lnTo>
                        <a:pt x="734302" y="240316"/>
                      </a:lnTo>
                      <a:lnTo>
                        <a:pt x="321044" y="956120"/>
                      </a:lnTo>
                      <a:cubicBezTo>
                        <a:pt x="303963" y="985679"/>
                        <a:pt x="276372" y="1006856"/>
                        <a:pt x="243383" y="1015683"/>
                      </a:cubicBezTo>
                      <a:cubicBezTo>
                        <a:pt x="232366" y="1018635"/>
                        <a:pt x="221095" y="1020128"/>
                        <a:pt x="209919" y="1020128"/>
                      </a:cubicBezTo>
                      <a:cubicBezTo>
                        <a:pt x="187821" y="1020128"/>
                        <a:pt x="165818" y="1014190"/>
                        <a:pt x="146324" y="1002919"/>
                      </a:cubicBezTo>
                      <a:cubicBezTo>
                        <a:pt x="116733" y="985838"/>
                        <a:pt x="95587" y="958247"/>
                        <a:pt x="86729" y="925259"/>
                      </a:cubicBezTo>
                      <a:cubicBezTo>
                        <a:pt x="77871" y="892270"/>
                        <a:pt x="82411" y="857790"/>
                        <a:pt x="99493" y="828231"/>
                      </a:cubicBezTo>
                      <a:lnTo>
                        <a:pt x="512783" y="112427"/>
                      </a:lnTo>
                      <a:moveTo>
                        <a:pt x="482652" y="0"/>
                      </a:moveTo>
                      <a:lnTo>
                        <a:pt x="28245" y="787051"/>
                      </a:lnTo>
                      <a:cubicBezTo>
                        <a:pt x="179" y="835660"/>
                        <a:pt x="-7283" y="892334"/>
                        <a:pt x="7259" y="946563"/>
                      </a:cubicBezTo>
                      <a:cubicBezTo>
                        <a:pt x="21800" y="1000792"/>
                        <a:pt x="56567" y="1046131"/>
                        <a:pt x="105176" y="1074198"/>
                      </a:cubicBezTo>
                      <a:cubicBezTo>
                        <a:pt x="137561" y="1092899"/>
                        <a:pt x="173502" y="1102424"/>
                        <a:pt x="209919" y="1102424"/>
                      </a:cubicBezTo>
                      <a:cubicBezTo>
                        <a:pt x="228175" y="1102424"/>
                        <a:pt x="246558" y="1100011"/>
                        <a:pt x="264688" y="1095185"/>
                      </a:cubicBezTo>
                      <a:cubicBezTo>
                        <a:pt x="318917" y="1080643"/>
                        <a:pt x="364256" y="1045877"/>
                        <a:pt x="392323" y="997268"/>
                      </a:cubicBezTo>
                      <a:lnTo>
                        <a:pt x="846729" y="210217"/>
                      </a:lnTo>
                      <a:lnTo>
                        <a:pt x="482652" y="0"/>
                      </a:lnTo>
                      <a:lnTo>
                        <a:pt x="4826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59"/>
                <p:cNvSpPr/>
                <p:nvPr/>
              </p:nvSpPr>
              <p:spPr>
                <a:xfrm>
                  <a:off x="13016151" y="5082540"/>
                  <a:ext cx="1109226" cy="1613630"/>
                </a:xfrm>
                <a:custGeom>
                  <a:rect b="b" l="l" r="r" t="t"/>
                  <a:pathLst>
                    <a:path extrusionOk="0" h="1613630" w="110922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28" y="110649"/>
                        <a:pt x="998558" y="126809"/>
                        <a:pt x="1009797" y="146209"/>
                      </a:cubicBezTo>
                      <a:lnTo>
                        <a:pt x="1011575" y="149257"/>
                      </a:lnTo>
                      <a:cubicBezTo>
                        <a:pt x="1032657" y="188214"/>
                        <a:pt x="1032118" y="235776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36" y="1518062"/>
                        <a:pt x="243415" y="1526889"/>
                      </a:cubicBezTo>
                      <a:cubicBezTo>
                        <a:pt x="232398" y="1529842"/>
                        <a:pt x="221158" y="1531334"/>
                        <a:pt x="209951" y="1531334"/>
                      </a:cubicBezTo>
                      <a:cubicBezTo>
                        <a:pt x="187853" y="1531334"/>
                        <a:pt x="165882" y="1525365"/>
                        <a:pt x="146356" y="1514125"/>
                      </a:cubicBezTo>
                      <a:cubicBezTo>
                        <a:pt x="116765" y="1497044"/>
                        <a:pt x="95619" y="1469454"/>
                        <a:pt x="86761" y="1436465"/>
                      </a:cubicBezTo>
                      <a:cubicBezTo>
                        <a:pt x="77903" y="1403445"/>
                        <a:pt x="82443" y="1368996"/>
                        <a:pt x="99525" y="1339406"/>
                      </a:cubicBezTo>
                      <a:lnTo>
                        <a:pt x="788373" y="146304"/>
                      </a:lnTo>
                      <a:cubicBezTo>
                        <a:pt x="805454" y="116713"/>
                        <a:pt x="833013" y="95567"/>
                        <a:pt x="866033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5" y="1298257"/>
                      </a:lnTo>
                      <a:cubicBezTo>
                        <a:pt x="179" y="1346867"/>
                        <a:pt x="-7283" y="1403540"/>
                        <a:pt x="7259" y="1457769"/>
                      </a:cubicBezTo>
                      <a:cubicBezTo>
                        <a:pt x="21769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8" y="1611217"/>
                        <a:pt x="264688" y="1606359"/>
                      </a:cubicBezTo>
                      <a:cubicBezTo>
                        <a:pt x="318917" y="1591818"/>
                        <a:pt x="364256" y="1557052"/>
                        <a:pt x="392323" y="1508442"/>
                      </a:cubicBezTo>
                      <a:lnTo>
                        <a:pt x="1081171" y="315341"/>
                      </a:lnTo>
                      <a:cubicBezTo>
                        <a:pt x="1118573" y="250571"/>
                        <a:pt x="1118605" y="169894"/>
                        <a:pt x="1081108" y="104997"/>
                      </a:cubicBezTo>
                      <a:lnTo>
                        <a:pt x="1081012" y="104934"/>
                      </a:lnTo>
                      <a:cubicBezTo>
                        <a:pt x="1062629" y="73184"/>
                        <a:pt x="1036150" y="46609"/>
                        <a:pt x="1004241" y="28194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59"/>
                <p:cNvSpPr/>
                <p:nvPr/>
              </p:nvSpPr>
              <p:spPr>
                <a:xfrm>
                  <a:off x="14007916" y="3259391"/>
                  <a:ext cx="1170005" cy="1719072"/>
                </a:xfrm>
                <a:custGeom>
                  <a:rect b="b" l="l" r="r" t="t"/>
                  <a:pathLst>
                    <a:path extrusionOk="0" h="1719072" w="1170005">
                      <a:moveTo>
                        <a:pt x="960308" y="82296"/>
                      </a:moveTo>
                      <a:cubicBezTo>
                        <a:pt x="982406" y="82296"/>
                        <a:pt x="1004377" y="88265"/>
                        <a:pt x="1023904" y="99537"/>
                      </a:cubicBezTo>
                      <a:cubicBezTo>
                        <a:pt x="1043334" y="110744"/>
                        <a:pt x="1059495" y="126873"/>
                        <a:pt x="1070640" y="146145"/>
                      </a:cubicBezTo>
                      <a:lnTo>
                        <a:pt x="1070766" y="146368"/>
                      </a:lnTo>
                      <a:cubicBezTo>
                        <a:pt x="1093500" y="185865"/>
                        <a:pt x="1093500" y="234855"/>
                        <a:pt x="1070735" y="274257"/>
                      </a:cubicBezTo>
                      <a:lnTo>
                        <a:pt x="321085" y="1572705"/>
                      </a:lnTo>
                      <a:cubicBezTo>
                        <a:pt x="304004" y="1602296"/>
                        <a:pt x="276445" y="1623441"/>
                        <a:pt x="243425" y="1632299"/>
                      </a:cubicBezTo>
                      <a:cubicBezTo>
                        <a:pt x="232408" y="1635252"/>
                        <a:pt x="221168" y="1636744"/>
                        <a:pt x="209992" y="1636744"/>
                      </a:cubicBezTo>
                      <a:cubicBezTo>
                        <a:pt x="187894" y="1636744"/>
                        <a:pt x="165923" y="1630775"/>
                        <a:pt x="146397" y="1619504"/>
                      </a:cubicBezTo>
                      <a:cubicBezTo>
                        <a:pt x="116806" y="1602423"/>
                        <a:pt x="95660" y="1574864"/>
                        <a:pt x="86802" y="1541875"/>
                      </a:cubicBezTo>
                      <a:cubicBezTo>
                        <a:pt x="77975" y="1508856"/>
                        <a:pt x="82484" y="1474407"/>
                        <a:pt x="99597" y="1444816"/>
                      </a:cubicBezTo>
                      <a:lnTo>
                        <a:pt x="849247" y="146368"/>
                      </a:lnTo>
                      <a:cubicBezTo>
                        <a:pt x="866328" y="116777"/>
                        <a:pt x="893887" y="95631"/>
                        <a:pt x="926907" y="86773"/>
                      </a:cubicBezTo>
                      <a:cubicBezTo>
                        <a:pt x="937893" y="83788"/>
                        <a:pt x="949132" y="82296"/>
                        <a:pt x="960308" y="82296"/>
                      </a:cubicBezTo>
                      <a:moveTo>
                        <a:pt x="960308" y="0"/>
                      </a:moveTo>
                      <a:cubicBezTo>
                        <a:pt x="942052" y="0"/>
                        <a:pt x="923669" y="2413"/>
                        <a:pt x="905540" y="7271"/>
                      </a:cubicBezTo>
                      <a:cubicBezTo>
                        <a:pt x="851310" y="21812"/>
                        <a:pt x="805971" y="56579"/>
                        <a:pt x="777904" y="105220"/>
                      </a:cubicBezTo>
                      <a:lnTo>
                        <a:pt x="28255" y="1403668"/>
                      </a:lnTo>
                      <a:cubicBezTo>
                        <a:pt x="188" y="1452277"/>
                        <a:pt x="-7273" y="1508951"/>
                        <a:pt x="7236" y="1563180"/>
                      </a:cubicBezTo>
                      <a:cubicBezTo>
                        <a:pt x="21778" y="1617440"/>
                        <a:pt x="56544" y="1662748"/>
                        <a:pt x="105185" y="1690815"/>
                      </a:cubicBezTo>
                      <a:cubicBezTo>
                        <a:pt x="137570" y="1709515"/>
                        <a:pt x="173512" y="1719072"/>
                        <a:pt x="209929" y="1719072"/>
                      </a:cubicBezTo>
                      <a:cubicBezTo>
                        <a:pt x="228185" y="1719072"/>
                        <a:pt x="246568" y="1716659"/>
                        <a:pt x="264666" y="1711833"/>
                      </a:cubicBezTo>
                      <a:cubicBezTo>
                        <a:pt x="318895" y="1697292"/>
                        <a:pt x="364234" y="1662525"/>
                        <a:pt x="392300" y="1613884"/>
                      </a:cubicBezTo>
                      <a:lnTo>
                        <a:pt x="1141950" y="315437"/>
                      </a:lnTo>
                      <a:cubicBezTo>
                        <a:pt x="1179383" y="250603"/>
                        <a:pt x="1179352" y="169990"/>
                        <a:pt x="1141887" y="105061"/>
                      </a:cubicBezTo>
                      <a:cubicBezTo>
                        <a:pt x="1141887" y="105029"/>
                        <a:pt x="1141855" y="104997"/>
                        <a:pt x="1141855" y="104997"/>
                      </a:cubicBezTo>
                      <a:cubicBezTo>
                        <a:pt x="1123503" y="73247"/>
                        <a:pt x="1096929" y="46736"/>
                        <a:pt x="1065020" y="28289"/>
                      </a:cubicBezTo>
                      <a:cubicBezTo>
                        <a:pt x="1032666" y="9557"/>
                        <a:pt x="996726" y="0"/>
                        <a:pt x="960308" y="0"/>
                      </a:cubicBezTo>
                      <a:lnTo>
                        <a:pt x="96030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" name="Google Shape;361;p59"/>
                <p:cNvSpPr/>
                <p:nvPr/>
              </p:nvSpPr>
              <p:spPr>
                <a:xfrm>
                  <a:off x="15060723" y="2593403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31" y="108426"/>
                        <a:pt x="391117" y="124968"/>
                        <a:pt x="402770" y="145002"/>
                      </a:cubicBezTo>
                      <a:lnTo>
                        <a:pt x="403055" y="145479"/>
                      </a:lnTo>
                      <a:lnTo>
                        <a:pt x="403182" y="145701"/>
                      </a:lnTo>
                      <a:cubicBezTo>
                        <a:pt x="425757" y="185134"/>
                        <a:pt x="425662" y="233998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3" y="466407"/>
                        <a:pt x="242877" y="475202"/>
                      </a:cubicBezTo>
                      <a:cubicBezTo>
                        <a:pt x="231955" y="478092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5" y="462026"/>
                      </a:cubicBezTo>
                      <a:cubicBezTo>
                        <a:pt x="85016" y="426625"/>
                        <a:pt x="64251" y="348393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3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7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5" y="474885"/>
                        <a:pt x="104066" y="533082"/>
                      </a:cubicBezTo>
                      <a:cubicBezTo>
                        <a:pt x="136673" y="552132"/>
                        <a:pt x="172963" y="561880"/>
                        <a:pt x="209730" y="561880"/>
                      </a:cubicBezTo>
                      <a:cubicBezTo>
                        <a:pt x="227827" y="561880"/>
                        <a:pt x="246020" y="559530"/>
                        <a:pt x="263991" y="554768"/>
                      </a:cubicBezTo>
                      <a:cubicBezTo>
                        <a:pt x="318442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6" y="104108"/>
                      </a:cubicBezTo>
                      <a:cubicBezTo>
                        <a:pt x="474176" y="104076"/>
                        <a:pt x="474144" y="104045"/>
                        <a:pt x="474144" y="104045"/>
                      </a:cubicBezTo>
                      <a:cubicBezTo>
                        <a:pt x="454967" y="70866"/>
                        <a:pt x="426995" y="43561"/>
                        <a:pt x="393181" y="25019"/>
                      </a:cubicBezTo>
                      <a:cubicBezTo>
                        <a:pt x="362289" y="8064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59"/>
                <p:cNvSpPr/>
                <p:nvPr/>
              </p:nvSpPr>
              <p:spPr>
                <a:xfrm>
                  <a:off x="15439278" y="1937734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296"/>
                      </a:moveTo>
                      <a:cubicBezTo>
                        <a:pt x="315933" y="82296"/>
                        <a:pt x="335650" y="87281"/>
                        <a:pt x="353621" y="97155"/>
                      </a:cubicBezTo>
                      <a:cubicBezTo>
                        <a:pt x="374131" y="108395"/>
                        <a:pt x="391117" y="124936"/>
                        <a:pt x="402770" y="145002"/>
                      </a:cubicBezTo>
                      <a:lnTo>
                        <a:pt x="403087" y="145574"/>
                      </a:lnTo>
                      <a:lnTo>
                        <a:pt x="403182" y="145733"/>
                      </a:lnTo>
                      <a:cubicBezTo>
                        <a:pt x="425725" y="185166"/>
                        <a:pt x="425661" y="233998"/>
                        <a:pt x="402960" y="273304"/>
                      </a:cubicBezTo>
                      <a:lnTo>
                        <a:pt x="320855" y="415512"/>
                      </a:lnTo>
                      <a:cubicBezTo>
                        <a:pt x="303710" y="445199"/>
                        <a:pt x="276023" y="466376"/>
                        <a:pt x="242876" y="475170"/>
                      </a:cubicBezTo>
                      <a:cubicBezTo>
                        <a:pt x="231955" y="478060"/>
                        <a:pt x="220810" y="479552"/>
                        <a:pt x="209730" y="479552"/>
                      </a:cubicBezTo>
                      <a:cubicBezTo>
                        <a:pt x="187441" y="479552"/>
                        <a:pt x="165248" y="473488"/>
                        <a:pt x="145595" y="461994"/>
                      </a:cubicBezTo>
                      <a:cubicBezTo>
                        <a:pt x="85015" y="426593"/>
                        <a:pt x="64251" y="348361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4" y="108236"/>
                        <a:pt x="247448" y="82296"/>
                        <a:pt x="295073" y="82296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213" y="24987"/>
                      </a:cubicBezTo>
                      <a:cubicBezTo>
                        <a:pt x="362288" y="8033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59"/>
                <p:cNvSpPr/>
                <p:nvPr/>
              </p:nvSpPr>
              <p:spPr>
                <a:xfrm>
                  <a:off x="12644974" y="6776339"/>
                  <a:ext cx="501032" cy="562514"/>
                </a:xfrm>
                <a:custGeom>
                  <a:rect b="b" l="l" r="r" t="t"/>
                  <a:pathLst>
                    <a:path extrusionOk="0" h="562514" w="501032">
                      <a:moveTo>
                        <a:pt x="292934" y="82328"/>
                      </a:moveTo>
                      <a:cubicBezTo>
                        <a:pt x="316079" y="82391"/>
                        <a:pt x="338876" y="88836"/>
                        <a:pt x="358878" y="100997"/>
                      </a:cubicBezTo>
                      <a:cubicBezTo>
                        <a:pt x="386881" y="117983"/>
                        <a:pt x="406757" y="145700"/>
                        <a:pt x="414853" y="178974"/>
                      </a:cubicBezTo>
                      <a:cubicBezTo>
                        <a:pt x="423109" y="213042"/>
                        <a:pt x="418028" y="248476"/>
                        <a:pt x="400534" y="278797"/>
                      </a:cubicBezTo>
                      <a:lnTo>
                        <a:pt x="321064" y="416433"/>
                      </a:lnTo>
                      <a:cubicBezTo>
                        <a:pt x="298331" y="455803"/>
                        <a:pt x="255722" y="480251"/>
                        <a:pt x="209843" y="480251"/>
                      </a:cubicBezTo>
                      <a:cubicBezTo>
                        <a:pt x="187841" y="480251"/>
                        <a:pt x="166092" y="474472"/>
                        <a:pt x="146946" y="463550"/>
                      </a:cubicBezTo>
                      <a:cubicBezTo>
                        <a:pt x="117165" y="446563"/>
                        <a:pt x="95829" y="418973"/>
                        <a:pt x="86876" y="385890"/>
                      </a:cubicBezTo>
                      <a:cubicBezTo>
                        <a:pt x="77922" y="352774"/>
                        <a:pt x="82431" y="318230"/>
                        <a:pt x="99576" y="288512"/>
                      </a:cubicBezTo>
                      <a:lnTo>
                        <a:pt x="181681" y="146304"/>
                      </a:lnTo>
                      <a:cubicBezTo>
                        <a:pt x="204382" y="106966"/>
                        <a:pt x="246737" y="82455"/>
                        <a:pt x="292203" y="82328"/>
                      </a:cubicBezTo>
                      <a:lnTo>
                        <a:pt x="292616" y="82328"/>
                      </a:lnTo>
                      <a:lnTo>
                        <a:pt x="292934" y="82328"/>
                      </a:lnTo>
                      <a:moveTo>
                        <a:pt x="292679" y="0"/>
                      </a:moveTo>
                      <a:cubicBezTo>
                        <a:pt x="292648" y="0"/>
                        <a:pt x="292648" y="0"/>
                        <a:pt x="292616" y="0"/>
                      </a:cubicBezTo>
                      <a:cubicBezTo>
                        <a:pt x="292616" y="0"/>
                        <a:pt x="292584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2"/>
                      </a:lnTo>
                      <a:cubicBezTo>
                        <a:pt x="71" y="296132"/>
                        <a:pt x="-7326" y="352965"/>
                        <a:pt x="7405" y="407353"/>
                      </a:cubicBezTo>
                      <a:cubicBezTo>
                        <a:pt x="22138" y="461740"/>
                        <a:pt x="57190" y="507079"/>
                        <a:pt x="106148" y="534988"/>
                      </a:cubicBezTo>
                      <a:cubicBezTo>
                        <a:pt x="138851" y="553656"/>
                        <a:pt x="174569" y="562515"/>
                        <a:pt x="209843" y="562515"/>
                      </a:cubicBezTo>
                      <a:cubicBezTo>
                        <a:pt x="282615" y="562515"/>
                        <a:pt x="353544" y="524796"/>
                        <a:pt x="392374" y="457517"/>
                      </a:cubicBezTo>
                      <a:lnTo>
                        <a:pt x="471844" y="319881"/>
                      </a:lnTo>
                      <a:cubicBezTo>
                        <a:pt x="530011" y="219139"/>
                        <a:pt x="498515" y="89344"/>
                        <a:pt x="401614" y="30575"/>
                      </a:cubicBezTo>
                      <a:cubicBezTo>
                        <a:pt x="368657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4" name="Google Shape;364;p59"/>
              <p:cNvGrpSpPr/>
              <p:nvPr/>
            </p:nvGrpSpPr>
            <p:grpSpPr>
              <a:xfrm>
                <a:off x="10881176" y="-1304353"/>
                <a:ext cx="4949556" cy="8265000"/>
                <a:chOff x="10881176" y="-1304353"/>
                <a:chExt cx="4949556" cy="8265000"/>
              </a:xfrm>
            </p:grpSpPr>
            <p:sp>
              <p:nvSpPr>
                <p:cNvPr id="365" name="Google Shape;365;p59"/>
                <p:cNvSpPr/>
                <p:nvPr/>
              </p:nvSpPr>
              <p:spPr>
                <a:xfrm>
                  <a:off x="14721348" y="-1304353"/>
                  <a:ext cx="1109384" cy="1613598"/>
                </a:xfrm>
                <a:custGeom>
                  <a:rect b="b" l="l" r="r" t="t"/>
                  <a:pathLst>
                    <a:path extrusionOk="0" h="1613598" w="1109384">
                      <a:moveTo>
                        <a:pt x="899434" y="82328"/>
                      </a:moveTo>
                      <a:cubicBezTo>
                        <a:pt x="921532" y="82328"/>
                        <a:pt x="943535" y="88297"/>
                        <a:pt x="963061" y="99568"/>
                      </a:cubicBezTo>
                      <a:cubicBezTo>
                        <a:pt x="992652" y="116650"/>
                        <a:pt x="1013797" y="144240"/>
                        <a:pt x="1022655" y="177229"/>
                      </a:cubicBezTo>
                      <a:cubicBezTo>
                        <a:pt x="1031482" y="210217"/>
                        <a:pt x="1026942" y="244697"/>
                        <a:pt x="1009892" y="274288"/>
                      </a:cubicBezTo>
                      <a:lnTo>
                        <a:pt x="321044" y="1467295"/>
                      </a:lnTo>
                      <a:cubicBezTo>
                        <a:pt x="298311" y="1506665"/>
                        <a:pt x="255925" y="1531176"/>
                        <a:pt x="210396" y="1531271"/>
                      </a:cubicBezTo>
                      <a:lnTo>
                        <a:pt x="210110" y="1531271"/>
                      </a:lnTo>
                      <a:lnTo>
                        <a:pt x="209919" y="1531271"/>
                      </a:lnTo>
                      <a:cubicBezTo>
                        <a:pt x="187694" y="1531239"/>
                        <a:pt x="165755" y="1525302"/>
                        <a:pt x="146355" y="1514094"/>
                      </a:cubicBezTo>
                      <a:cubicBezTo>
                        <a:pt x="116765" y="1497013"/>
                        <a:pt x="95619" y="1469454"/>
                        <a:pt x="86792" y="1436434"/>
                      </a:cubicBezTo>
                      <a:cubicBezTo>
                        <a:pt x="77966" y="1403445"/>
                        <a:pt x="82507" y="1368965"/>
                        <a:pt x="99556" y="1339374"/>
                      </a:cubicBezTo>
                      <a:lnTo>
                        <a:pt x="788372" y="146336"/>
                      </a:lnTo>
                      <a:cubicBezTo>
                        <a:pt x="805454" y="116745"/>
                        <a:pt x="833045" y="95599"/>
                        <a:pt x="866033" y="86741"/>
                      </a:cubicBezTo>
                      <a:cubicBezTo>
                        <a:pt x="877019" y="83820"/>
                        <a:pt x="888258" y="82328"/>
                        <a:pt x="899434" y="82328"/>
                      </a:cubicBezTo>
                      <a:moveTo>
                        <a:pt x="899434" y="0"/>
                      </a:moveTo>
                      <a:cubicBezTo>
                        <a:pt x="881178" y="0"/>
                        <a:pt x="862795" y="2413"/>
                        <a:pt x="844697" y="7239"/>
                      </a:cubicBezTo>
                      <a:cubicBezTo>
                        <a:pt x="790468" y="21781"/>
                        <a:pt x="745129" y="56547"/>
                        <a:pt x="717062" y="105188"/>
                      </a:cubicBezTo>
                      <a:lnTo>
                        <a:pt x="28246" y="1298258"/>
                      </a:lnTo>
                      <a:cubicBezTo>
                        <a:pt x="178" y="1346867"/>
                        <a:pt x="-7282" y="1403509"/>
                        <a:pt x="7259" y="1457770"/>
                      </a:cubicBezTo>
                      <a:cubicBezTo>
                        <a:pt x="21800" y="1511999"/>
                        <a:pt x="56566" y="1557338"/>
                        <a:pt x="105176" y="1585405"/>
                      </a:cubicBezTo>
                      <a:cubicBezTo>
                        <a:pt x="137085" y="1603851"/>
                        <a:pt x="173343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2" y="1613599"/>
                        <a:pt x="210142" y="1613599"/>
                      </a:cubicBezTo>
                      <a:cubicBezTo>
                        <a:pt x="285103" y="1613599"/>
                        <a:pt x="354922" y="1573308"/>
                        <a:pt x="392354" y="1508443"/>
                      </a:cubicBezTo>
                      <a:lnTo>
                        <a:pt x="1081140" y="315405"/>
                      </a:lnTo>
                      <a:cubicBezTo>
                        <a:pt x="1109206" y="266764"/>
                        <a:pt x="1116668" y="210153"/>
                        <a:pt x="1102126" y="155893"/>
                      </a:cubicBezTo>
                      <a:cubicBezTo>
                        <a:pt x="1087584" y="101664"/>
                        <a:pt x="1052818" y="56325"/>
                        <a:pt x="1004209" y="28257"/>
                      </a:cubicBezTo>
                      <a:cubicBezTo>
                        <a:pt x="971824" y="9589"/>
                        <a:pt x="935851" y="0"/>
                        <a:pt x="899434" y="0"/>
                      </a:cubicBezTo>
                      <a:lnTo>
                        <a:pt x="89943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59"/>
                <p:cNvSpPr/>
                <p:nvPr/>
              </p:nvSpPr>
              <p:spPr>
                <a:xfrm>
                  <a:off x="13937813" y="39001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6985" y="110300"/>
                        <a:pt x="802638" y="125571"/>
                        <a:pt x="813687" y="143828"/>
                      </a:cubicBezTo>
                      <a:lnTo>
                        <a:pt x="815179" y="146939"/>
                      </a:lnTo>
                      <a:lnTo>
                        <a:pt x="816735" y="149098"/>
                      </a:lnTo>
                      <a:cubicBezTo>
                        <a:pt x="837912" y="188119"/>
                        <a:pt x="837372" y="235744"/>
                        <a:pt x="815147" y="274225"/>
                      </a:cubicBezTo>
                      <a:lnTo>
                        <a:pt x="321021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073" y="1194118"/>
                        <a:pt x="209896" y="1194118"/>
                      </a:cubicBezTo>
                      <a:cubicBezTo>
                        <a:pt x="187799" y="1194118"/>
                        <a:pt x="165828" y="1188149"/>
                        <a:pt x="146301" y="1176877"/>
                      </a:cubicBezTo>
                      <a:cubicBezTo>
                        <a:pt x="116711" y="1159796"/>
                        <a:pt x="95533" y="1132205"/>
                        <a:pt x="86707" y="1099217"/>
                      </a:cubicBezTo>
                      <a:cubicBezTo>
                        <a:pt x="77880" y="1066197"/>
                        <a:pt x="82421" y="1031748"/>
                        <a:pt x="99502" y="1002157"/>
                      </a:cubicBezTo>
                      <a:lnTo>
                        <a:pt x="593627" y="146304"/>
                      </a:lnTo>
                      <a:cubicBezTo>
                        <a:pt x="610708" y="116713"/>
                        <a:pt x="638268" y="95568"/>
                        <a:pt x="671288" y="86709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4" y="21812"/>
                        <a:pt x="550415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8" y="1276414"/>
                      </a:cubicBezTo>
                      <a:cubicBezTo>
                        <a:pt x="228185" y="1276414"/>
                        <a:pt x="246568" y="1274000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3" y="1171194"/>
                      </a:cubicBezTo>
                      <a:lnTo>
                        <a:pt x="886458" y="315373"/>
                      </a:lnTo>
                      <a:cubicBezTo>
                        <a:pt x="923891" y="250539"/>
                        <a:pt x="923859" y="169894"/>
                        <a:pt x="886394" y="104997"/>
                      </a:cubicBezTo>
                      <a:cubicBezTo>
                        <a:pt x="886394" y="104965"/>
                        <a:pt x="886362" y="104934"/>
                        <a:pt x="886362" y="104934"/>
                      </a:cubicBezTo>
                      <a:cubicBezTo>
                        <a:pt x="868011" y="73184"/>
                        <a:pt x="841436" y="46641"/>
                        <a:pt x="809527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59"/>
                <p:cNvSpPr/>
                <p:nvPr/>
              </p:nvSpPr>
              <p:spPr>
                <a:xfrm>
                  <a:off x="12527166" y="2496439"/>
                  <a:ext cx="1109175" cy="1613661"/>
                </a:xfrm>
                <a:custGeom>
                  <a:rect b="b" l="l" r="r" t="t"/>
                  <a:pathLst>
                    <a:path extrusionOk="0" h="1613661" w="1109175">
                      <a:moveTo>
                        <a:pt x="899247" y="82328"/>
                      </a:moveTo>
                      <a:cubicBezTo>
                        <a:pt x="921345" y="82328"/>
                        <a:pt x="943316" y="88297"/>
                        <a:pt x="962842" y="99568"/>
                      </a:cubicBezTo>
                      <a:cubicBezTo>
                        <a:pt x="992434" y="116649"/>
                        <a:pt x="1013611" y="144240"/>
                        <a:pt x="1022437" y="177197"/>
                      </a:cubicBezTo>
                      <a:cubicBezTo>
                        <a:pt x="1031264" y="210217"/>
                        <a:pt x="1026723" y="244697"/>
                        <a:pt x="1009642" y="274256"/>
                      </a:cubicBezTo>
                      <a:lnTo>
                        <a:pt x="320858" y="1467295"/>
                      </a:lnTo>
                      <a:cubicBezTo>
                        <a:pt x="303776" y="1496885"/>
                        <a:pt x="276185" y="1518063"/>
                        <a:pt x="243197" y="1526889"/>
                      </a:cubicBezTo>
                      <a:cubicBezTo>
                        <a:pt x="232179" y="1529842"/>
                        <a:pt x="220940" y="1531334"/>
                        <a:pt x="209764" y="1531334"/>
                      </a:cubicBezTo>
                      <a:cubicBezTo>
                        <a:pt x="187666" y="1531334"/>
                        <a:pt x="165695" y="1525365"/>
                        <a:pt x="146137" y="1514094"/>
                      </a:cubicBezTo>
                      <a:cubicBezTo>
                        <a:pt x="126769" y="1502918"/>
                        <a:pt x="110673" y="1486884"/>
                        <a:pt x="99528" y="1467707"/>
                      </a:cubicBezTo>
                      <a:lnTo>
                        <a:pt x="99370" y="1467453"/>
                      </a:lnTo>
                      <a:cubicBezTo>
                        <a:pt x="76541" y="1427893"/>
                        <a:pt x="76541" y="1378839"/>
                        <a:pt x="99306" y="1339374"/>
                      </a:cubicBezTo>
                      <a:lnTo>
                        <a:pt x="788090" y="146336"/>
                      </a:lnTo>
                      <a:cubicBezTo>
                        <a:pt x="805172" y="116745"/>
                        <a:pt x="832763" y="95567"/>
                        <a:pt x="865751" y="86741"/>
                      </a:cubicBezTo>
                      <a:cubicBezTo>
                        <a:pt x="876800" y="83820"/>
                        <a:pt x="888071" y="82328"/>
                        <a:pt x="899247" y="82328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7" y="2413"/>
                        <a:pt x="844478" y="7271"/>
                      </a:cubicBezTo>
                      <a:cubicBezTo>
                        <a:pt x="790249" y="21812"/>
                        <a:pt x="744942" y="56578"/>
                        <a:pt x="716843" y="105219"/>
                      </a:cubicBezTo>
                      <a:lnTo>
                        <a:pt x="28059" y="1298258"/>
                      </a:lnTo>
                      <a:cubicBezTo>
                        <a:pt x="-9374" y="1363091"/>
                        <a:pt x="-9342" y="1443704"/>
                        <a:pt x="28091" y="1508633"/>
                      </a:cubicBezTo>
                      <a:cubicBezTo>
                        <a:pt x="28091" y="1508665"/>
                        <a:pt x="28123" y="1508696"/>
                        <a:pt x="28123" y="1508696"/>
                      </a:cubicBezTo>
                      <a:cubicBezTo>
                        <a:pt x="46474" y="1540446"/>
                        <a:pt x="73049" y="1566989"/>
                        <a:pt x="104989" y="1585404"/>
                      </a:cubicBezTo>
                      <a:cubicBezTo>
                        <a:pt x="137374" y="1604105"/>
                        <a:pt x="173315" y="1613662"/>
                        <a:pt x="209733" y="1613662"/>
                      </a:cubicBezTo>
                      <a:cubicBezTo>
                        <a:pt x="227989" y="1613662"/>
                        <a:pt x="246372" y="1611249"/>
                        <a:pt x="264501" y="1606391"/>
                      </a:cubicBezTo>
                      <a:cubicBezTo>
                        <a:pt x="318730" y="1591850"/>
                        <a:pt x="364069" y="1557083"/>
                        <a:pt x="392136" y="1508442"/>
                      </a:cubicBezTo>
                      <a:lnTo>
                        <a:pt x="1080921" y="315404"/>
                      </a:lnTo>
                      <a:cubicBezTo>
                        <a:pt x="1108988" y="266795"/>
                        <a:pt x="1116449" y="210121"/>
                        <a:pt x="1101939" y="155892"/>
                      </a:cubicBezTo>
                      <a:cubicBezTo>
                        <a:pt x="1087429" y="101663"/>
                        <a:pt x="1052600" y="56324"/>
                        <a:pt x="1003990" y="28257"/>
                      </a:cubicBezTo>
                      <a:cubicBezTo>
                        <a:pt x="971605" y="9557"/>
                        <a:pt x="935664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59"/>
                <p:cNvSpPr/>
                <p:nvPr/>
              </p:nvSpPr>
              <p:spPr>
                <a:xfrm>
                  <a:off x="11859582" y="4214209"/>
                  <a:ext cx="785007" cy="1052099"/>
                </a:xfrm>
                <a:custGeom>
                  <a:rect b="b" l="l" r="r" t="t"/>
                  <a:pathLst>
                    <a:path extrusionOk="0" h="1052099" w="785007">
                      <a:moveTo>
                        <a:pt x="575088" y="82328"/>
                      </a:moveTo>
                      <a:cubicBezTo>
                        <a:pt x="597186" y="82328"/>
                        <a:pt x="619189" y="88265"/>
                        <a:pt x="638683" y="99536"/>
                      </a:cubicBezTo>
                      <a:cubicBezTo>
                        <a:pt x="668242" y="116618"/>
                        <a:pt x="689419" y="144176"/>
                        <a:pt x="698246" y="177197"/>
                      </a:cubicBezTo>
                      <a:cubicBezTo>
                        <a:pt x="707104" y="210217"/>
                        <a:pt x="702564" y="244665"/>
                        <a:pt x="685482" y="274256"/>
                      </a:cubicBezTo>
                      <a:lnTo>
                        <a:pt x="320866" y="905796"/>
                      </a:lnTo>
                      <a:cubicBezTo>
                        <a:pt x="303784" y="935355"/>
                        <a:pt x="276225" y="956532"/>
                        <a:pt x="243205" y="965359"/>
                      </a:cubicBezTo>
                      <a:cubicBezTo>
                        <a:pt x="232188" y="968311"/>
                        <a:pt x="220916" y="969804"/>
                        <a:pt x="209741" y="969804"/>
                      </a:cubicBezTo>
                      <a:cubicBezTo>
                        <a:pt x="187642" y="969804"/>
                        <a:pt x="165640" y="963866"/>
                        <a:pt x="146145" y="952595"/>
                      </a:cubicBezTo>
                      <a:cubicBezTo>
                        <a:pt x="126746" y="941388"/>
                        <a:pt x="110554" y="925227"/>
                        <a:pt x="99282" y="905764"/>
                      </a:cubicBezTo>
                      <a:cubicBezTo>
                        <a:pt x="88202" y="886682"/>
                        <a:pt x="82328" y="864584"/>
                        <a:pt x="82328" y="841978"/>
                      </a:cubicBezTo>
                      <a:cubicBezTo>
                        <a:pt x="82360" y="819309"/>
                        <a:pt x="88233" y="797147"/>
                        <a:pt x="99346" y="777906"/>
                      </a:cubicBezTo>
                      <a:lnTo>
                        <a:pt x="463994" y="146336"/>
                      </a:lnTo>
                      <a:cubicBezTo>
                        <a:pt x="481076" y="116744"/>
                        <a:pt x="508635" y="95599"/>
                        <a:pt x="541655" y="86773"/>
                      </a:cubicBezTo>
                      <a:cubicBezTo>
                        <a:pt x="552641" y="83820"/>
                        <a:pt x="563912" y="82328"/>
                        <a:pt x="575088" y="82328"/>
                      </a:cubicBezTo>
                      <a:moveTo>
                        <a:pt x="575088" y="0"/>
                      </a:moveTo>
                      <a:cubicBezTo>
                        <a:pt x="556832" y="0"/>
                        <a:pt x="538449" y="2413"/>
                        <a:pt x="520319" y="7239"/>
                      </a:cubicBezTo>
                      <a:cubicBezTo>
                        <a:pt x="466090" y="21780"/>
                        <a:pt x="420751" y="56547"/>
                        <a:pt x="392684" y="105156"/>
                      </a:cubicBezTo>
                      <a:lnTo>
                        <a:pt x="28035" y="736727"/>
                      </a:lnTo>
                      <a:cubicBezTo>
                        <a:pt x="9366" y="769080"/>
                        <a:pt x="32" y="805497"/>
                        <a:pt x="0" y="841915"/>
                      </a:cubicBezTo>
                      <a:cubicBezTo>
                        <a:pt x="32" y="878205"/>
                        <a:pt x="9271" y="914654"/>
                        <a:pt x="28099" y="947071"/>
                      </a:cubicBezTo>
                      <a:cubicBezTo>
                        <a:pt x="46482" y="978821"/>
                        <a:pt x="73057" y="1005459"/>
                        <a:pt x="104966" y="1023874"/>
                      </a:cubicBezTo>
                      <a:cubicBezTo>
                        <a:pt x="137351" y="1042575"/>
                        <a:pt x="173291" y="1052100"/>
                        <a:pt x="209709" y="1052100"/>
                      </a:cubicBezTo>
                      <a:cubicBezTo>
                        <a:pt x="227965" y="1052100"/>
                        <a:pt x="246348" y="1049687"/>
                        <a:pt x="264478" y="1044861"/>
                      </a:cubicBezTo>
                      <a:cubicBezTo>
                        <a:pt x="318707" y="1030319"/>
                        <a:pt x="364045" y="995553"/>
                        <a:pt x="392113" y="946944"/>
                      </a:cubicBezTo>
                      <a:lnTo>
                        <a:pt x="756762" y="315373"/>
                      </a:lnTo>
                      <a:cubicBezTo>
                        <a:pt x="784828" y="266763"/>
                        <a:pt x="792290" y="210090"/>
                        <a:pt x="777748" y="155861"/>
                      </a:cubicBezTo>
                      <a:cubicBezTo>
                        <a:pt x="763207" y="101631"/>
                        <a:pt x="728440" y="56293"/>
                        <a:pt x="679831" y="28225"/>
                      </a:cubicBezTo>
                      <a:cubicBezTo>
                        <a:pt x="647446" y="9556"/>
                        <a:pt x="611505" y="0"/>
                        <a:pt x="575088" y="0"/>
                      </a:cubicBezTo>
                      <a:lnTo>
                        <a:pt x="57508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59"/>
                <p:cNvSpPr/>
                <p:nvPr/>
              </p:nvSpPr>
              <p:spPr>
                <a:xfrm>
                  <a:off x="13518900" y="177060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7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2"/>
                        <a:pt x="111188" y="495871"/>
                        <a:pt x="99568" y="475837"/>
                      </a:cubicBezTo>
                      <a:lnTo>
                        <a:pt x="99377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3" y="386842"/>
                        <a:pt x="99346" y="347472"/>
                      </a:cubicBezTo>
                      <a:lnTo>
                        <a:pt x="215487" y="146304"/>
                      </a:lnTo>
                      <a:cubicBezTo>
                        <a:pt x="232632" y="116618"/>
                        <a:pt x="260319" y="95440"/>
                        <a:pt x="293466" y="86646"/>
                      </a:cubicBezTo>
                      <a:cubicBezTo>
                        <a:pt x="304387" y="83757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40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7" y="620808"/>
                        <a:pt x="207232" y="620808"/>
                      </a:cubicBezTo>
                      <a:cubicBezTo>
                        <a:pt x="281432" y="620808"/>
                        <a:pt x="354712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7" y="28829"/>
                      </a:cubicBezTo>
                      <a:cubicBezTo>
                        <a:pt x="399637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59"/>
                <p:cNvSpPr/>
                <p:nvPr/>
              </p:nvSpPr>
              <p:spPr>
                <a:xfrm>
                  <a:off x="10881176" y="5347080"/>
                  <a:ext cx="1109362" cy="1613567"/>
                </a:xfrm>
                <a:custGeom>
                  <a:rect b="b" l="l" r="r" t="t"/>
                  <a:pathLst>
                    <a:path extrusionOk="0" h="1613567" w="1109362">
                      <a:moveTo>
                        <a:pt x="899412" y="82296"/>
                      </a:moveTo>
                      <a:cubicBezTo>
                        <a:pt x="921509" y="82296"/>
                        <a:pt x="943512" y="88265"/>
                        <a:pt x="963039" y="99536"/>
                      </a:cubicBezTo>
                      <a:cubicBezTo>
                        <a:pt x="992630" y="116618"/>
                        <a:pt x="1013775" y="144209"/>
                        <a:pt x="1022634" y="177197"/>
                      </a:cubicBezTo>
                      <a:cubicBezTo>
                        <a:pt x="1031460" y="210185"/>
                        <a:pt x="1026920" y="244666"/>
                        <a:pt x="1009870" y="274257"/>
                      </a:cubicBezTo>
                      <a:lnTo>
                        <a:pt x="321053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10087" y="1531271"/>
                      </a:lnTo>
                      <a:lnTo>
                        <a:pt x="210056" y="1531271"/>
                      </a:lnTo>
                      <a:cubicBezTo>
                        <a:pt x="187799" y="1531271"/>
                        <a:pt x="165764" y="1525334"/>
                        <a:pt x="146302" y="1514094"/>
                      </a:cubicBezTo>
                      <a:cubicBezTo>
                        <a:pt x="116711" y="1497013"/>
                        <a:pt x="95565" y="1469453"/>
                        <a:pt x="86739" y="1436434"/>
                      </a:cubicBezTo>
                      <a:cubicBezTo>
                        <a:pt x="77912" y="1403445"/>
                        <a:pt x="82453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0" y="95599"/>
                        <a:pt x="865979" y="86741"/>
                      </a:cubicBezTo>
                      <a:cubicBezTo>
                        <a:pt x="876996" y="83788"/>
                        <a:pt x="888236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3" y="1585373"/>
                      </a:cubicBezTo>
                      <a:cubicBezTo>
                        <a:pt x="137062" y="1603820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87" y="1613567"/>
                        <a:pt x="210087" y="1613567"/>
                        <a:pt x="210119" y="1613567"/>
                      </a:cubicBezTo>
                      <a:cubicBezTo>
                        <a:pt x="285081" y="1613567"/>
                        <a:pt x="354899" y="1573276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09184" y="266732"/>
                        <a:pt x="1116645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87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1" name="Google Shape;371;p59"/>
              <p:cNvGrpSpPr/>
              <p:nvPr/>
            </p:nvGrpSpPr>
            <p:grpSpPr>
              <a:xfrm>
                <a:off x="11677181" y="-939831"/>
                <a:ext cx="5264652" cy="8810687"/>
                <a:chOff x="11677181" y="-939831"/>
                <a:chExt cx="5264652" cy="8810687"/>
              </a:xfrm>
            </p:grpSpPr>
            <p:sp>
              <p:nvSpPr>
                <p:cNvPr id="372" name="Google Shape;372;p59"/>
                <p:cNvSpPr/>
                <p:nvPr/>
              </p:nvSpPr>
              <p:spPr>
                <a:xfrm>
                  <a:off x="15517375" y="-93983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9"/>
                        <a:pt x="1337689" y="177197"/>
                      </a:cubicBezTo>
                      <a:cubicBezTo>
                        <a:pt x="1346515" y="210185"/>
                        <a:pt x="1341975" y="244666"/>
                        <a:pt x="1324894" y="274257"/>
                      </a:cubicBezTo>
                      <a:lnTo>
                        <a:pt x="321053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6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6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5" y="1885061"/>
                      </a:cubicBezTo>
                      <a:lnTo>
                        <a:pt x="1103437" y="146336"/>
                      </a:lnTo>
                      <a:cubicBezTo>
                        <a:pt x="1120518" y="116745"/>
                        <a:pt x="1148109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3" y="56579"/>
                        <a:pt x="1032126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228"/>
                        <a:pt x="7237" y="2003457"/>
                      </a:cubicBezTo>
                      <a:cubicBezTo>
                        <a:pt x="21778" y="2057686"/>
                        <a:pt x="56545" y="2103025"/>
                        <a:pt x="105153" y="2131092"/>
                      </a:cubicBezTo>
                      <a:cubicBezTo>
                        <a:pt x="137062" y="2149539"/>
                        <a:pt x="173320" y="2159286"/>
                        <a:pt x="210024" y="2159286"/>
                      </a:cubicBezTo>
                      <a:cubicBezTo>
                        <a:pt x="210055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3" y="2054130"/>
                      </a:cubicBezTo>
                      <a:lnTo>
                        <a:pt x="1396204" y="315405"/>
                      </a:lnTo>
                      <a:cubicBezTo>
                        <a:pt x="1424270" y="266764"/>
                        <a:pt x="1431732" y="210153"/>
                        <a:pt x="1417222" y="155893"/>
                      </a:cubicBezTo>
                      <a:cubicBezTo>
                        <a:pt x="1402681" y="101664"/>
                        <a:pt x="1367914" y="56325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" name="Google Shape;373;p59"/>
                <p:cNvSpPr/>
                <p:nvPr/>
              </p:nvSpPr>
              <p:spPr>
                <a:xfrm>
                  <a:off x="13356438" y="3348735"/>
                  <a:ext cx="1109156" cy="1613661"/>
                </a:xfrm>
                <a:custGeom>
                  <a:rect b="b" l="l" r="r" t="t"/>
                  <a:pathLst>
                    <a:path extrusionOk="0" h="1613661" w="1109156">
                      <a:moveTo>
                        <a:pt x="899444" y="82296"/>
                      </a:moveTo>
                      <a:cubicBezTo>
                        <a:pt x="921541" y="82296"/>
                        <a:pt x="943513" y="88265"/>
                        <a:pt x="963039" y="99505"/>
                      </a:cubicBezTo>
                      <a:cubicBezTo>
                        <a:pt x="982407" y="110680"/>
                        <a:pt x="998535" y="126746"/>
                        <a:pt x="1009679" y="145923"/>
                      </a:cubicBezTo>
                      <a:lnTo>
                        <a:pt x="1009807" y="146145"/>
                      </a:lnTo>
                      <a:cubicBezTo>
                        <a:pt x="1032635" y="185674"/>
                        <a:pt x="1032635" y="234760"/>
                        <a:pt x="1009870" y="274225"/>
                      </a:cubicBezTo>
                      <a:lnTo>
                        <a:pt x="321086" y="1467263"/>
                      </a:lnTo>
                      <a:cubicBezTo>
                        <a:pt x="304004" y="1496854"/>
                        <a:pt x="276413" y="1518031"/>
                        <a:pt x="243425" y="1526858"/>
                      </a:cubicBezTo>
                      <a:cubicBezTo>
                        <a:pt x="232407" y="1529811"/>
                        <a:pt x="221169" y="1531303"/>
                        <a:pt x="209993" y="1531303"/>
                      </a:cubicBezTo>
                      <a:cubicBezTo>
                        <a:pt x="187895" y="1531303"/>
                        <a:pt x="165891" y="1525334"/>
                        <a:pt x="146397" y="1514094"/>
                      </a:cubicBezTo>
                      <a:cubicBezTo>
                        <a:pt x="116806" y="1497013"/>
                        <a:pt x="95629" y="1469422"/>
                        <a:pt x="86802" y="1436434"/>
                      </a:cubicBezTo>
                      <a:cubicBezTo>
                        <a:pt x="77976" y="1403414"/>
                        <a:pt x="82484" y="1368965"/>
                        <a:pt x="99598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67"/>
                        <a:pt x="866042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71"/>
                      </a:cubicBezTo>
                      <a:cubicBezTo>
                        <a:pt x="790446" y="21812"/>
                        <a:pt x="745138" y="56579"/>
                        <a:pt x="717040" y="105220"/>
                      </a:cubicBezTo>
                      <a:lnTo>
                        <a:pt x="28256" y="1298258"/>
                      </a:lnTo>
                      <a:cubicBezTo>
                        <a:pt x="188" y="1346867"/>
                        <a:pt x="-7273" y="1403541"/>
                        <a:pt x="7237" y="1457770"/>
                      </a:cubicBezTo>
                      <a:cubicBezTo>
                        <a:pt x="21747" y="1511998"/>
                        <a:pt x="56545" y="1557338"/>
                        <a:pt x="105186" y="1585405"/>
                      </a:cubicBezTo>
                      <a:cubicBezTo>
                        <a:pt x="137571" y="1604105"/>
                        <a:pt x="173512" y="1613662"/>
                        <a:pt x="209929" y="1613662"/>
                      </a:cubicBezTo>
                      <a:cubicBezTo>
                        <a:pt x="228185" y="1613662"/>
                        <a:pt x="246569" y="1611249"/>
                        <a:pt x="264666" y="1606423"/>
                      </a:cubicBezTo>
                      <a:cubicBezTo>
                        <a:pt x="318894" y="1591882"/>
                        <a:pt x="364202" y="1557115"/>
                        <a:pt x="392301" y="1508474"/>
                      </a:cubicBezTo>
                      <a:lnTo>
                        <a:pt x="1081085" y="315436"/>
                      </a:lnTo>
                      <a:cubicBezTo>
                        <a:pt x="1118519" y="250603"/>
                        <a:pt x="1118519" y="169990"/>
                        <a:pt x="1081053" y="105061"/>
                      </a:cubicBezTo>
                      <a:cubicBezTo>
                        <a:pt x="1081053" y="105029"/>
                        <a:pt x="1081022" y="104997"/>
                        <a:pt x="1081022" y="104997"/>
                      </a:cubicBezTo>
                      <a:cubicBezTo>
                        <a:pt x="1062670" y="73247"/>
                        <a:pt x="1036096" y="46705"/>
                        <a:pt x="1004155" y="28289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4" name="Google Shape;374;p59"/>
                <p:cNvSpPr/>
                <p:nvPr/>
              </p:nvSpPr>
              <p:spPr>
                <a:xfrm>
                  <a:off x="14348181" y="1968182"/>
                  <a:ext cx="914480" cy="1276476"/>
                </a:xfrm>
                <a:custGeom>
                  <a:rect b="b" l="l" r="r" t="t"/>
                  <a:pathLst>
                    <a:path extrusionOk="0" h="1276476" w="914480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04"/>
                      </a:cubicBezTo>
                      <a:cubicBezTo>
                        <a:pt x="787778" y="110712"/>
                        <a:pt x="803939" y="126841"/>
                        <a:pt x="815084" y="146113"/>
                      </a:cubicBezTo>
                      <a:lnTo>
                        <a:pt x="815274" y="146431"/>
                      </a:lnTo>
                      <a:lnTo>
                        <a:pt x="815306" y="146494"/>
                      </a:lnTo>
                      <a:cubicBezTo>
                        <a:pt x="837943" y="185960"/>
                        <a:pt x="837912" y="234886"/>
                        <a:pt x="815179" y="274225"/>
                      </a:cubicBezTo>
                      <a:lnTo>
                        <a:pt x="321053" y="1130078"/>
                      </a:lnTo>
                      <a:cubicBezTo>
                        <a:pt x="303972" y="1159669"/>
                        <a:pt x="276413" y="1180814"/>
                        <a:pt x="243393" y="1189672"/>
                      </a:cubicBezTo>
                      <a:cubicBezTo>
                        <a:pt x="232376" y="1192625"/>
                        <a:pt x="221136" y="1194117"/>
                        <a:pt x="209960" y="1194117"/>
                      </a:cubicBezTo>
                      <a:cubicBezTo>
                        <a:pt x="187862" y="1194117"/>
                        <a:pt x="165891" y="1188148"/>
                        <a:pt x="146365" y="1176877"/>
                      </a:cubicBezTo>
                      <a:cubicBezTo>
                        <a:pt x="116774" y="1159796"/>
                        <a:pt x="95628" y="1132237"/>
                        <a:pt x="86770" y="1099248"/>
                      </a:cubicBezTo>
                      <a:cubicBezTo>
                        <a:pt x="77944" y="1066228"/>
                        <a:pt x="82484" y="1031780"/>
                        <a:pt x="99565" y="1002189"/>
                      </a:cubicBezTo>
                      <a:lnTo>
                        <a:pt x="593691" y="146336"/>
                      </a:lnTo>
                      <a:cubicBezTo>
                        <a:pt x="610772" y="116745"/>
                        <a:pt x="638332" y="95599"/>
                        <a:pt x="671351" y="86741"/>
                      </a:cubicBezTo>
                      <a:cubicBezTo>
                        <a:pt x="682305" y="83820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8"/>
                        <a:pt x="522381" y="105219"/>
                      </a:cubicBezTo>
                      <a:lnTo>
                        <a:pt x="28255" y="961072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5" y="1248219"/>
                      </a:cubicBezTo>
                      <a:cubicBezTo>
                        <a:pt x="137570" y="1266920"/>
                        <a:pt x="173511" y="1276477"/>
                        <a:pt x="209928" y="1276477"/>
                      </a:cubicBezTo>
                      <a:cubicBezTo>
                        <a:pt x="228185" y="1276477"/>
                        <a:pt x="246568" y="1274064"/>
                        <a:pt x="264665" y="1269238"/>
                      </a:cubicBezTo>
                      <a:cubicBezTo>
                        <a:pt x="318894" y="1254697"/>
                        <a:pt x="364234" y="1219930"/>
                        <a:pt x="392301" y="1171289"/>
                      </a:cubicBezTo>
                      <a:lnTo>
                        <a:pt x="886426" y="315468"/>
                      </a:lnTo>
                      <a:cubicBezTo>
                        <a:pt x="923859" y="250635"/>
                        <a:pt x="923827" y="169989"/>
                        <a:pt x="886362" y="105092"/>
                      </a:cubicBezTo>
                      <a:cubicBezTo>
                        <a:pt x="886362" y="105061"/>
                        <a:pt x="886330" y="105029"/>
                        <a:pt x="886330" y="105029"/>
                      </a:cubicBezTo>
                      <a:cubicBezTo>
                        <a:pt x="867979" y="73279"/>
                        <a:pt x="841404" y="46736"/>
                        <a:pt x="809496" y="28321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5" name="Google Shape;375;p59"/>
                <p:cNvSpPr/>
                <p:nvPr/>
              </p:nvSpPr>
              <p:spPr>
                <a:xfrm>
                  <a:off x="12970302" y="5069617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9" y="82328"/>
                      </a:moveTo>
                      <a:cubicBezTo>
                        <a:pt x="315967" y="82328"/>
                        <a:pt x="335652" y="87313"/>
                        <a:pt x="353558" y="97123"/>
                      </a:cubicBezTo>
                      <a:cubicBezTo>
                        <a:pt x="373212" y="108014"/>
                        <a:pt x="389658" y="123635"/>
                        <a:pt x="401247" y="142462"/>
                      </a:cubicBezTo>
                      <a:lnTo>
                        <a:pt x="402898" y="145320"/>
                      </a:lnTo>
                      <a:cubicBezTo>
                        <a:pt x="425726" y="184817"/>
                        <a:pt x="425726" y="233871"/>
                        <a:pt x="402961" y="273336"/>
                      </a:cubicBezTo>
                      <a:lnTo>
                        <a:pt x="320856" y="415544"/>
                      </a:lnTo>
                      <a:cubicBezTo>
                        <a:pt x="303711" y="445262"/>
                        <a:pt x="276025" y="466439"/>
                        <a:pt x="242815" y="475234"/>
                      </a:cubicBezTo>
                      <a:cubicBezTo>
                        <a:pt x="231925" y="478123"/>
                        <a:pt x="220812" y="479616"/>
                        <a:pt x="209762" y="479616"/>
                      </a:cubicBezTo>
                      <a:cubicBezTo>
                        <a:pt x="187475" y="479616"/>
                        <a:pt x="165250" y="473520"/>
                        <a:pt x="145564" y="462058"/>
                      </a:cubicBezTo>
                      <a:cubicBezTo>
                        <a:pt x="84985" y="426657"/>
                        <a:pt x="64253" y="348424"/>
                        <a:pt x="99336" y="287687"/>
                      </a:cubicBezTo>
                      <a:lnTo>
                        <a:pt x="178774" y="150082"/>
                      </a:lnTo>
                      <a:cubicBezTo>
                        <a:pt x="202873" y="108267"/>
                        <a:pt x="247482" y="82328"/>
                        <a:pt x="295139" y="82328"/>
                      </a:cubicBezTo>
                      <a:moveTo>
                        <a:pt x="295139" y="0"/>
                      </a:moveTo>
                      <a:cubicBezTo>
                        <a:pt x="220907" y="0"/>
                        <a:pt x="147565" y="39434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2"/>
                        <a:pt x="4531" y="474917"/>
                        <a:pt x="104035" y="533051"/>
                      </a:cubicBezTo>
                      <a:cubicBezTo>
                        <a:pt x="136675" y="552101"/>
                        <a:pt x="172965" y="561880"/>
                        <a:pt x="209762" y="561880"/>
                      </a:cubicBezTo>
                      <a:cubicBezTo>
                        <a:pt x="227829" y="561880"/>
                        <a:pt x="246053" y="559530"/>
                        <a:pt x="263992" y="554736"/>
                      </a:cubicBezTo>
                      <a:cubicBezTo>
                        <a:pt x="318412" y="540322"/>
                        <a:pt x="363941" y="505492"/>
                        <a:pt x="392135" y="456661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53" y="8065"/>
                        <a:pt x="328635" y="0"/>
                        <a:pt x="295139" y="0"/>
                      </a:cubicBezTo>
                      <a:lnTo>
                        <a:pt x="29513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6" name="Google Shape;376;p59"/>
                <p:cNvSpPr/>
                <p:nvPr/>
              </p:nvSpPr>
              <p:spPr>
                <a:xfrm>
                  <a:off x="15146417" y="1300511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036" y="108363"/>
                        <a:pt x="390959" y="124809"/>
                        <a:pt x="402579" y="144717"/>
                      </a:cubicBezTo>
                      <a:lnTo>
                        <a:pt x="402643" y="144844"/>
                      </a:lnTo>
                      <a:lnTo>
                        <a:pt x="402929" y="145320"/>
                      </a:lnTo>
                      <a:cubicBezTo>
                        <a:pt x="425725" y="184849"/>
                        <a:pt x="425757" y="233871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" name="Google Shape;377;p59"/>
                <p:cNvSpPr/>
                <p:nvPr/>
              </p:nvSpPr>
              <p:spPr>
                <a:xfrm>
                  <a:off x="11677181" y="571157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8"/>
                        <a:pt x="1337689" y="177197"/>
                      </a:cubicBezTo>
                      <a:cubicBezTo>
                        <a:pt x="1346515" y="210185"/>
                        <a:pt x="1341975" y="244665"/>
                        <a:pt x="1324894" y="274257"/>
                      </a:cubicBezTo>
                      <a:lnTo>
                        <a:pt x="321022" y="2012981"/>
                      </a:lnTo>
                      <a:cubicBezTo>
                        <a:pt x="298257" y="2052447"/>
                        <a:pt x="255744" y="2076958"/>
                        <a:pt x="210056" y="2076958"/>
                      </a:cubicBezTo>
                      <a:cubicBezTo>
                        <a:pt x="187799" y="2076958"/>
                        <a:pt x="165764" y="2071021"/>
                        <a:pt x="146302" y="2059781"/>
                      </a:cubicBezTo>
                      <a:cubicBezTo>
                        <a:pt x="116711" y="2042700"/>
                        <a:pt x="95565" y="2015141"/>
                        <a:pt x="86739" y="1982121"/>
                      </a:cubicBezTo>
                      <a:cubicBezTo>
                        <a:pt x="77912" y="1949133"/>
                        <a:pt x="82453" y="1914652"/>
                        <a:pt x="99534" y="1885061"/>
                      </a:cubicBezTo>
                      <a:lnTo>
                        <a:pt x="1103406" y="146336"/>
                      </a:lnTo>
                      <a:cubicBezTo>
                        <a:pt x="1120487" y="116744"/>
                        <a:pt x="1148077" y="95599"/>
                        <a:pt x="1181066" y="86741"/>
                      </a:cubicBezTo>
                      <a:cubicBezTo>
                        <a:pt x="1192083" y="83820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0"/>
                      </a:cubicBezTo>
                      <a:cubicBezTo>
                        <a:pt x="1105533" y="21812"/>
                        <a:pt x="1060194" y="56578"/>
                        <a:pt x="1032127" y="105220"/>
                      </a:cubicBezTo>
                      <a:lnTo>
                        <a:pt x="28255" y="1843944"/>
                      </a:lnTo>
                      <a:cubicBezTo>
                        <a:pt x="188" y="1892586"/>
                        <a:pt x="-7273" y="1949196"/>
                        <a:pt x="7237" y="2003456"/>
                      </a:cubicBezTo>
                      <a:cubicBezTo>
                        <a:pt x="21778" y="2057686"/>
                        <a:pt x="56544" y="2103025"/>
                        <a:pt x="105154" y="2131091"/>
                      </a:cubicBezTo>
                      <a:cubicBezTo>
                        <a:pt x="137062" y="2149538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29"/>
                      </a:cubicBezTo>
                      <a:lnTo>
                        <a:pt x="1396204" y="315404"/>
                      </a:lnTo>
                      <a:cubicBezTo>
                        <a:pt x="1424271" y="266763"/>
                        <a:pt x="1431732" y="210121"/>
                        <a:pt x="1417222" y="155892"/>
                      </a:cubicBezTo>
                      <a:cubicBezTo>
                        <a:pt x="1402681" y="101663"/>
                        <a:pt x="1367914" y="56324"/>
                        <a:pt x="1319274" y="28257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8" name="Google Shape;378;p59"/>
              <p:cNvGrpSpPr/>
              <p:nvPr/>
            </p:nvGrpSpPr>
            <p:grpSpPr>
              <a:xfrm>
                <a:off x="10976001" y="-533368"/>
                <a:ext cx="5070524" cy="8477249"/>
                <a:chOff x="10976001" y="-533368"/>
                <a:chExt cx="5070524" cy="8477249"/>
              </a:xfrm>
            </p:grpSpPr>
            <p:sp>
              <p:nvSpPr>
                <p:cNvPr id="379" name="Google Shape;379;p59"/>
                <p:cNvSpPr/>
                <p:nvPr/>
              </p:nvSpPr>
              <p:spPr>
                <a:xfrm>
                  <a:off x="15545525" y="-533368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328"/>
                      </a:moveTo>
                      <a:cubicBezTo>
                        <a:pt x="313160" y="82328"/>
                        <a:pt x="334908" y="88106"/>
                        <a:pt x="354054" y="99028"/>
                      </a:cubicBezTo>
                      <a:cubicBezTo>
                        <a:pt x="383836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87" y="455644"/>
                        <a:pt x="254264" y="480124"/>
                        <a:pt x="208797" y="480251"/>
                      </a:cubicBezTo>
                      <a:lnTo>
                        <a:pt x="208353" y="480251"/>
                      </a:lnTo>
                      <a:lnTo>
                        <a:pt x="208067" y="480251"/>
                      </a:lnTo>
                      <a:cubicBezTo>
                        <a:pt x="184921" y="480187"/>
                        <a:pt x="162125" y="473742"/>
                        <a:pt x="142122" y="461582"/>
                      </a:cubicBezTo>
                      <a:cubicBezTo>
                        <a:pt x="114119" y="444595"/>
                        <a:pt x="94212" y="416878"/>
                        <a:pt x="86147" y="383604"/>
                      </a:cubicBezTo>
                      <a:cubicBezTo>
                        <a:pt x="77892" y="349536"/>
                        <a:pt x="82972" y="314103"/>
                        <a:pt x="100467" y="283782"/>
                      </a:cubicBezTo>
                      <a:lnTo>
                        <a:pt x="179937" y="146145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39"/>
                        <a:pt x="99419" y="531940"/>
                      </a:cubicBezTo>
                      <a:cubicBezTo>
                        <a:pt x="132344" y="551942"/>
                        <a:pt x="169999" y="562515"/>
                        <a:pt x="208321" y="562547"/>
                      </a:cubicBezTo>
                      <a:cubicBezTo>
                        <a:pt x="208321" y="562547"/>
                        <a:pt x="208353" y="562547"/>
                        <a:pt x="208353" y="562547"/>
                      </a:cubicBezTo>
                      <a:cubicBezTo>
                        <a:pt x="208385" y="562547"/>
                        <a:pt x="208385" y="562547"/>
                        <a:pt x="208417" y="562547"/>
                      </a:cubicBezTo>
                      <a:cubicBezTo>
                        <a:pt x="283378" y="562547"/>
                        <a:pt x="353196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59"/>
                      </a:cubicBezTo>
                      <a:cubicBezTo>
                        <a:pt x="362118" y="8890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59"/>
                <p:cNvSpPr/>
                <p:nvPr/>
              </p:nvSpPr>
              <p:spPr>
                <a:xfrm>
                  <a:off x="12074763" y="4424108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92" y="110712"/>
                        <a:pt x="998653" y="126873"/>
                        <a:pt x="1009893" y="146240"/>
                      </a:cubicBezTo>
                      <a:cubicBezTo>
                        <a:pt x="1021005" y="165449"/>
                        <a:pt x="1026910" y="187611"/>
                        <a:pt x="1026910" y="210376"/>
                      </a:cubicBezTo>
                      <a:cubicBezTo>
                        <a:pt x="1026974" y="232791"/>
                        <a:pt x="1021069" y="254857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04" y="1518063"/>
                        <a:pt x="243415" y="1526889"/>
                      </a:cubicBezTo>
                      <a:cubicBezTo>
                        <a:pt x="232398" y="1529842"/>
                        <a:pt x="221159" y="1531334"/>
                        <a:pt x="209951" y="1531334"/>
                      </a:cubicBezTo>
                      <a:cubicBezTo>
                        <a:pt x="187853" y="1531334"/>
                        <a:pt x="165850" y="1525397"/>
                        <a:pt x="146356" y="1514126"/>
                      </a:cubicBezTo>
                      <a:cubicBezTo>
                        <a:pt x="116797" y="1497044"/>
                        <a:pt x="95619" y="1469485"/>
                        <a:pt x="86793" y="1436465"/>
                      </a:cubicBezTo>
                      <a:cubicBezTo>
                        <a:pt x="77935" y="1403445"/>
                        <a:pt x="82475" y="1368996"/>
                        <a:pt x="99557" y="1339406"/>
                      </a:cubicBezTo>
                      <a:lnTo>
                        <a:pt x="788405" y="146304"/>
                      </a:lnTo>
                      <a:cubicBezTo>
                        <a:pt x="805486" y="116713"/>
                        <a:pt x="833044" y="95567"/>
                        <a:pt x="866065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2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6" y="1298257"/>
                      </a:lnTo>
                      <a:cubicBezTo>
                        <a:pt x="179" y="1346867"/>
                        <a:pt x="-7283" y="1403540"/>
                        <a:pt x="7259" y="1457770"/>
                      </a:cubicBezTo>
                      <a:cubicBezTo>
                        <a:pt x="21801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9" y="1611217"/>
                        <a:pt x="264688" y="1606391"/>
                      </a:cubicBezTo>
                      <a:cubicBezTo>
                        <a:pt x="318917" y="1591850"/>
                        <a:pt x="364256" y="1557083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7" y="210185"/>
                      </a:cubicBezTo>
                      <a:cubicBezTo>
                        <a:pt x="1109175" y="173894"/>
                        <a:pt x="1099840" y="137382"/>
                        <a:pt x="1081108" y="105029"/>
                      </a:cubicBezTo>
                      <a:cubicBezTo>
                        <a:pt x="1062724" y="73279"/>
                        <a:pt x="1036150" y="46672"/>
                        <a:pt x="1004241" y="28226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59"/>
                <p:cNvSpPr/>
                <p:nvPr/>
              </p:nvSpPr>
              <p:spPr>
                <a:xfrm>
                  <a:off x="13066529" y="3267868"/>
                  <a:ext cx="785004" cy="1052163"/>
                </a:xfrm>
                <a:custGeom>
                  <a:rect b="b" l="l" r="r" t="t"/>
                  <a:pathLst>
                    <a:path extrusionOk="0" h="1052163" w="785004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763" y="110458"/>
                        <a:pt x="673574" y="125984"/>
                        <a:pt x="684655" y="144558"/>
                      </a:cubicBezTo>
                      <a:lnTo>
                        <a:pt x="684750" y="144748"/>
                      </a:lnTo>
                      <a:lnTo>
                        <a:pt x="685829" y="146558"/>
                      </a:lnTo>
                      <a:cubicBezTo>
                        <a:pt x="708435" y="186023"/>
                        <a:pt x="708404" y="234918"/>
                        <a:pt x="685671" y="274257"/>
                      </a:cubicBezTo>
                      <a:lnTo>
                        <a:pt x="321054" y="905764"/>
                      </a:lnTo>
                      <a:cubicBezTo>
                        <a:pt x="303973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7" y="969804"/>
                        <a:pt x="209929" y="969804"/>
                      </a:cubicBezTo>
                      <a:cubicBezTo>
                        <a:pt x="187831" y="969804"/>
                        <a:pt x="165860" y="963835"/>
                        <a:pt x="146333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3" y="807466"/>
                        <a:pt x="99534" y="777875"/>
                      </a:cubicBezTo>
                      <a:lnTo>
                        <a:pt x="464151" y="146336"/>
                      </a:lnTo>
                      <a:cubicBezTo>
                        <a:pt x="481232" y="116745"/>
                        <a:pt x="508791" y="95599"/>
                        <a:pt x="541812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7" y="2413"/>
                        <a:pt x="520507" y="7271"/>
                      </a:cubicBezTo>
                      <a:cubicBezTo>
                        <a:pt x="466278" y="21812"/>
                        <a:pt x="420939" y="56578"/>
                        <a:pt x="392873" y="105220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6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2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97" y="1044924"/>
                      </a:cubicBezTo>
                      <a:cubicBezTo>
                        <a:pt x="318927" y="1030383"/>
                        <a:pt x="364266" y="995616"/>
                        <a:pt x="392332" y="946976"/>
                      </a:cubicBezTo>
                      <a:lnTo>
                        <a:pt x="756950" y="315436"/>
                      </a:lnTo>
                      <a:cubicBezTo>
                        <a:pt x="794383" y="250603"/>
                        <a:pt x="794351" y="169990"/>
                        <a:pt x="756886" y="105061"/>
                      </a:cubicBezTo>
                      <a:cubicBezTo>
                        <a:pt x="756886" y="105029"/>
                        <a:pt x="756854" y="104997"/>
                        <a:pt x="756854" y="104997"/>
                      </a:cubicBezTo>
                      <a:cubicBezTo>
                        <a:pt x="738503" y="73247"/>
                        <a:pt x="711928" y="46736"/>
                        <a:pt x="680019" y="28289"/>
                      </a:cubicBezTo>
                      <a:cubicBezTo>
                        <a:pt x="647635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59"/>
                <p:cNvSpPr/>
                <p:nvPr/>
              </p:nvSpPr>
              <p:spPr>
                <a:xfrm>
                  <a:off x="14119105" y="1372584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4" y="146463"/>
                      </a:lnTo>
                      <a:lnTo>
                        <a:pt x="727676" y="146812"/>
                      </a:lnTo>
                      <a:cubicBezTo>
                        <a:pt x="750155" y="186246"/>
                        <a:pt x="750059" y="235013"/>
                        <a:pt x="727390" y="274257"/>
                      </a:cubicBezTo>
                      <a:lnTo>
                        <a:pt x="321117" y="977932"/>
                      </a:lnTo>
                      <a:cubicBezTo>
                        <a:pt x="304035" y="1007523"/>
                        <a:pt x="276477" y="1028668"/>
                        <a:pt x="243457" y="1037527"/>
                      </a:cubicBezTo>
                      <a:cubicBezTo>
                        <a:pt x="232440" y="1040479"/>
                        <a:pt x="221168" y="1041972"/>
                        <a:pt x="209992" y="1041972"/>
                      </a:cubicBezTo>
                      <a:cubicBezTo>
                        <a:pt x="187894" y="1041972"/>
                        <a:pt x="165923" y="1036002"/>
                        <a:pt x="146397" y="1024731"/>
                      </a:cubicBezTo>
                      <a:cubicBezTo>
                        <a:pt x="116806" y="1007650"/>
                        <a:pt x="95629" y="980059"/>
                        <a:pt x="86802" y="947102"/>
                      </a:cubicBezTo>
                      <a:cubicBezTo>
                        <a:pt x="77975" y="914083"/>
                        <a:pt x="82516" y="879602"/>
                        <a:pt x="99597" y="850043"/>
                      </a:cubicBezTo>
                      <a:lnTo>
                        <a:pt x="505870" y="146368"/>
                      </a:lnTo>
                      <a:cubicBezTo>
                        <a:pt x="522952" y="116777"/>
                        <a:pt x="550511" y="95631"/>
                        <a:pt x="583531" y="86773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2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6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2" y="1124299"/>
                        <a:pt x="209929" y="1124299"/>
                      </a:cubicBezTo>
                      <a:cubicBezTo>
                        <a:pt x="228185" y="1124299"/>
                        <a:pt x="246568" y="1121886"/>
                        <a:pt x="264697" y="1117029"/>
                      </a:cubicBezTo>
                      <a:cubicBezTo>
                        <a:pt x="318927" y="1102487"/>
                        <a:pt x="364265" y="1067721"/>
                        <a:pt x="392332" y="1019080"/>
                      </a:cubicBezTo>
                      <a:lnTo>
                        <a:pt x="798605" y="315436"/>
                      </a:lnTo>
                      <a:cubicBezTo>
                        <a:pt x="836039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5029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59"/>
                <p:cNvSpPr/>
                <p:nvPr/>
              </p:nvSpPr>
              <p:spPr>
                <a:xfrm>
                  <a:off x="13734303" y="2601880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3654" y="108172"/>
                        <a:pt x="390291" y="124174"/>
                        <a:pt x="401912" y="143574"/>
                      </a:cubicBezTo>
                      <a:lnTo>
                        <a:pt x="402071" y="143891"/>
                      </a:lnTo>
                      <a:lnTo>
                        <a:pt x="403182" y="145764"/>
                      </a:lnTo>
                      <a:cubicBezTo>
                        <a:pt x="425725" y="185198"/>
                        <a:pt x="425661" y="234029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68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59"/>
                <p:cNvSpPr/>
                <p:nvPr/>
              </p:nvSpPr>
              <p:spPr>
                <a:xfrm>
                  <a:off x="14816164" y="109537"/>
                  <a:ext cx="859133" cy="1182973"/>
                </a:xfrm>
                <a:custGeom>
                  <a:rect b="b" l="l" r="r" t="t"/>
                  <a:pathLst>
                    <a:path extrusionOk="0" h="1182973" w="859133">
                      <a:moveTo>
                        <a:pt x="649361" y="82296"/>
                      </a:moveTo>
                      <a:cubicBezTo>
                        <a:pt x="671363" y="82296"/>
                        <a:pt x="693112" y="88075"/>
                        <a:pt x="712258" y="98997"/>
                      </a:cubicBezTo>
                      <a:cubicBezTo>
                        <a:pt x="742039" y="115983"/>
                        <a:pt x="763375" y="143574"/>
                        <a:pt x="772328" y="176657"/>
                      </a:cubicBezTo>
                      <a:cubicBezTo>
                        <a:pt x="781282" y="209772"/>
                        <a:pt x="776774" y="244348"/>
                        <a:pt x="759628" y="274034"/>
                      </a:cubicBezTo>
                      <a:lnTo>
                        <a:pt x="319351" y="1036638"/>
                      </a:lnTo>
                      <a:cubicBezTo>
                        <a:pt x="296619" y="1076008"/>
                        <a:pt x="254264" y="1100519"/>
                        <a:pt x="208734" y="1100614"/>
                      </a:cubicBezTo>
                      <a:lnTo>
                        <a:pt x="208385" y="1100614"/>
                      </a:lnTo>
                      <a:lnTo>
                        <a:pt x="207972" y="1100614"/>
                      </a:lnTo>
                      <a:cubicBezTo>
                        <a:pt x="184858" y="1100519"/>
                        <a:pt x="162125" y="1094073"/>
                        <a:pt x="142154" y="1081977"/>
                      </a:cubicBezTo>
                      <a:cubicBezTo>
                        <a:pt x="114151" y="1064990"/>
                        <a:pt x="94243" y="1037273"/>
                        <a:pt x="86179" y="1003999"/>
                      </a:cubicBezTo>
                      <a:cubicBezTo>
                        <a:pt x="77924" y="969931"/>
                        <a:pt x="83004" y="934498"/>
                        <a:pt x="100499" y="904177"/>
                      </a:cubicBezTo>
                      <a:lnTo>
                        <a:pt x="538140" y="146145"/>
                      </a:lnTo>
                      <a:cubicBezTo>
                        <a:pt x="560842" y="106744"/>
                        <a:pt x="603450" y="82296"/>
                        <a:pt x="649361" y="82296"/>
                      </a:cubicBezTo>
                      <a:moveTo>
                        <a:pt x="649361" y="0"/>
                      </a:moveTo>
                      <a:cubicBezTo>
                        <a:pt x="576590" y="0"/>
                        <a:pt x="505660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66"/>
                      </a:cubicBezTo>
                      <a:cubicBezTo>
                        <a:pt x="132343" y="1172369"/>
                        <a:pt x="169999" y="1182942"/>
                        <a:pt x="208322" y="1182973"/>
                      </a:cubicBezTo>
                      <a:cubicBezTo>
                        <a:pt x="208322" y="1182973"/>
                        <a:pt x="208353" y="1182973"/>
                        <a:pt x="208353" y="1182973"/>
                      </a:cubicBezTo>
                      <a:cubicBezTo>
                        <a:pt x="208385" y="1182973"/>
                        <a:pt x="208385" y="1182973"/>
                        <a:pt x="208385" y="1182973"/>
                      </a:cubicBezTo>
                      <a:cubicBezTo>
                        <a:pt x="283347" y="1182973"/>
                        <a:pt x="353165" y="1142683"/>
                        <a:pt x="390598" y="1077849"/>
                      </a:cubicBezTo>
                      <a:lnTo>
                        <a:pt x="830875" y="315246"/>
                      </a:lnTo>
                      <a:cubicBezTo>
                        <a:pt x="859038" y="266446"/>
                        <a:pt x="866468" y="209613"/>
                        <a:pt x="851735" y="155226"/>
                      </a:cubicBezTo>
                      <a:cubicBezTo>
                        <a:pt x="837003" y="100838"/>
                        <a:pt x="801951" y="55499"/>
                        <a:pt x="752993" y="27591"/>
                      </a:cubicBezTo>
                      <a:cubicBezTo>
                        <a:pt x="720322" y="8858"/>
                        <a:pt x="684603" y="0"/>
                        <a:pt x="649361" y="0"/>
                      </a:cubicBezTo>
                      <a:lnTo>
                        <a:pt x="64936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5" name="Google Shape;385;p59"/>
                <p:cNvSpPr/>
                <p:nvPr/>
              </p:nvSpPr>
              <p:spPr>
                <a:xfrm>
                  <a:off x="11705299" y="611806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7464" y="480219"/>
                      </a:lnTo>
                      <a:cubicBezTo>
                        <a:pt x="184509" y="480028"/>
                        <a:pt x="161967" y="473615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4" y="349536"/>
                        <a:pt x="83004" y="314103"/>
                        <a:pt x="100499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6" y="315246"/>
                      </a:lnTo>
                      <a:cubicBezTo>
                        <a:pt x="500929" y="266446"/>
                        <a:pt x="508327" y="209614"/>
                        <a:pt x="493596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59"/>
                <p:cNvSpPr/>
                <p:nvPr/>
              </p:nvSpPr>
              <p:spPr>
                <a:xfrm>
                  <a:off x="10976001" y="6760940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297"/>
                      </a:moveTo>
                      <a:cubicBezTo>
                        <a:pt x="671332" y="82297"/>
                        <a:pt x="693081" y="88074"/>
                        <a:pt x="712226" y="98997"/>
                      </a:cubicBezTo>
                      <a:cubicBezTo>
                        <a:pt x="742007" y="115983"/>
                        <a:pt x="763343" y="143573"/>
                        <a:pt x="772297" y="176657"/>
                      </a:cubicBezTo>
                      <a:cubicBezTo>
                        <a:pt x="781250" y="209772"/>
                        <a:pt x="776742" y="244348"/>
                        <a:pt x="759597" y="274034"/>
                      </a:cubicBezTo>
                      <a:lnTo>
                        <a:pt x="319320" y="1036638"/>
                      </a:lnTo>
                      <a:cubicBezTo>
                        <a:pt x="296523" y="1076103"/>
                        <a:pt x="254041" y="1100614"/>
                        <a:pt x="208385" y="1100614"/>
                      </a:cubicBezTo>
                      <a:lnTo>
                        <a:pt x="207782" y="1100614"/>
                      </a:lnTo>
                      <a:cubicBezTo>
                        <a:pt x="184731" y="1100487"/>
                        <a:pt x="162030" y="1094074"/>
                        <a:pt x="142091" y="1081945"/>
                      </a:cubicBezTo>
                      <a:cubicBezTo>
                        <a:pt x="114088" y="1064959"/>
                        <a:pt x="94212" y="1037241"/>
                        <a:pt x="86116" y="1003967"/>
                      </a:cubicBezTo>
                      <a:cubicBezTo>
                        <a:pt x="77861" y="969899"/>
                        <a:pt x="82941" y="934466"/>
                        <a:pt x="100435" y="904145"/>
                      </a:cubicBezTo>
                      <a:lnTo>
                        <a:pt x="538077" y="146114"/>
                      </a:lnTo>
                      <a:cubicBezTo>
                        <a:pt x="560810" y="106744"/>
                        <a:pt x="603419" y="82297"/>
                        <a:pt x="649329" y="82297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6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2" y="1182942"/>
                      </a:cubicBezTo>
                      <a:cubicBezTo>
                        <a:pt x="208353" y="1182942"/>
                        <a:pt x="208385" y="1182942"/>
                        <a:pt x="208417" y="1182942"/>
                      </a:cubicBezTo>
                      <a:cubicBezTo>
                        <a:pt x="283378" y="1182942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5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5" y="27560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7" name="Google Shape;387;p59"/>
              <p:cNvGrpSpPr/>
              <p:nvPr/>
            </p:nvGrpSpPr>
            <p:grpSpPr>
              <a:xfrm>
                <a:off x="5714115" y="-518350"/>
                <a:ext cx="4376536" cy="7272209"/>
                <a:chOff x="5714115" y="-518350"/>
                <a:chExt cx="4376536" cy="7272209"/>
              </a:xfrm>
            </p:grpSpPr>
            <p:sp>
              <p:nvSpPr>
                <p:cNvPr id="388" name="Google Shape;388;p59"/>
                <p:cNvSpPr/>
                <p:nvPr/>
              </p:nvSpPr>
              <p:spPr>
                <a:xfrm>
                  <a:off x="8562575" y="207486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247" y="82296"/>
                      </a:moveTo>
                      <a:cubicBezTo>
                        <a:pt x="921345" y="82296"/>
                        <a:pt x="943317" y="88265"/>
                        <a:pt x="962842" y="99536"/>
                      </a:cubicBezTo>
                      <a:cubicBezTo>
                        <a:pt x="992434" y="116618"/>
                        <a:pt x="1013611" y="144209"/>
                        <a:pt x="1022437" y="177165"/>
                      </a:cubicBezTo>
                      <a:cubicBezTo>
                        <a:pt x="1031264" y="210185"/>
                        <a:pt x="1026755" y="244666"/>
                        <a:pt x="1009674" y="274225"/>
                      </a:cubicBezTo>
                      <a:lnTo>
                        <a:pt x="320889" y="1467263"/>
                      </a:lnTo>
                      <a:cubicBezTo>
                        <a:pt x="303808" y="1496854"/>
                        <a:pt x="276217" y="1518031"/>
                        <a:pt x="243229" y="1526858"/>
                      </a:cubicBezTo>
                      <a:cubicBezTo>
                        <a:pt x="232212" y="1529810"/>
                        <a:pt x="220972" y="1531303"/>
                        <a:pt x="209764" y="1531303"/>
                      </a:cubicBezTo>
                      <a:cubicBezTo>
                        <a:pt x="187666" y="1531303"/>
                        <a:pt x="165695" y="1525334"/>
                        <a:pt x="146137" y="1514062"/>
                      </a:cubicBezTo>
                      <a:cubicBezTo>
                        <a:pt x="126802" y="1502918"/>
                        <a:pt x="110704" y="1486884"/>
                        <a:pt x="99560" y="1467739"/>
                      </a:cubicBezTo>
                      <a:lnTo>
                        <a:pt x="99401" y="1467453"/>
                      </a:lnTo>
                      <a:cubicBezTo>
                        <a:pt x="76573" y="1427893"/>
                        <a:pt x="76573" y="1378839"/>
                        <a:pt x="99338" y="1339374"/>
                      </a:cubicBezTo>
                      <a:lnTo>
                        <a:pt x="788122" y="146336"/>
                      </a:lnTo>
                      <a:cubicBezTo>
                        <a:pt x="805204" y="116745"/>
                        <a:pt x="832795" y="95599"/>
                        <a:pt x="865783" y="86741"/>
                      </a:cubicBezTo>
                      <a:cubicBezTo>
                        <a:pt x="876800" y="83820"/>
                        <a:pt x="888071" y="82296"/>
                        <a:pt x="899247" y="82296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8" y="2413"/>
                        <a:pt x="844479" y="7271"/>
                      </a:cubicBezTo>
                      <a:cubicBezTo>
                        <a:pt x="790249" y="21812"/>
                        <a:pt x="744942" y="56579"/>
                        <a:pt x="716844" y="105220"/>
                      </a:cubicBezTo>
                      <a:lnTo>
                        <a:pt x="28059" y="1298226"/>
                      </a:lnTo>
                      <a:cubicBezTo>
                        <a:pt x="-9374" y="1363059"/>
                        <a:pt x="-9342" y="1443673"/>
                        <a:pt x="28091" y="1508601"/>
                      </a:cubicBezTo>
                      <a:cubicBezTo>
                        <a:pt x="28091" y="1508633"/>
                        <a:pt x="28123" y="1508665"/>
                        <a:pt x="28123" y="1508665"/>
                      </a:cubicBezTo>
                      <a:cubicBezTo>
                        <a:pt x="46474" y="1540415"/>
                        <a:pt x="73049" y="1566958"/>
                        <a:pt x="104989" y="1585373"/>
                      </a:cubicBezTo>
                      <a:cubicBezTo>
                        <a:pt x="137374" y="1604074"/>
                        <a:pt x="173315" y="1613630"/>
                        <a:pt x="209733" y="1613630"/>
                      </a:cubicBezTo>
                      <a:cubicBezTo>
                        <a:pt x="227989" y="1613630"/>
                        <a:pt x="246372" y="1611217"/>
                        <a:pt x="264470" y="1606391"/>
                      </a:cubicBezTo>
                      <a:cubicBezTo>
                        <a:pt x="318698" y="1591850"/>
                        <a:pt x="364038" y="1557084"/>
                        <a:pt x="392105" y="1508443"/>
                      </a:cubicBezTo>
                      <a:lnTo>
                        <a:pt x="1080889" y="315405"/>
                      </a:lnTo>
                      <a:cubicBezTo>
                        <a:pt x="1108956" y="266795"/>
                        <a:pt x="1116417" y="210153"/>
                        <a:pt x="1101908" y="155893"/>
                      </a:cubicBezTo>
                      <a:cubicBezTo>
                        <a:pt x="1087398" y="101664"/>
                        <a:pt x="1052568" y="56324"/>
                        <a:pt x="1003959" y="28258"/>
                      </a:cubicBezTo>
                      <a:cubicBezTo>
                        <a:pt x="971605" y="9557"/>
                        <a:pt x="935665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59"/>
                <p:cNvSpPr/>
                <p:nvPr/>
              </p:nvSpPr>
              <p:spPr>
                <a:xfrm>
                  <a:off x="7895023" y="1925256"/>
                  <a:ext cx="784975" cy="1052131"/>
                </a:xfrm>
                <a:custGeom>
                  <a:rect b="b" l="l" r="r" t="t"/>
                  <a:pathLst>
                    <a:path extrusionOk="0" h="1052131" w="784975">
                      <a:moveTo>
                        <a:pt x="575056" y="82296"/>
                      </a:moveTo>
                      <a:cubicBezTo>
                        <a:pt x="597154" y="82296"/>
                        <a:pt x="619157" y="88233"/>
                        <a:pt x="638651" y="99504"/>
                      </a:cubicBezTo>
                      <a:cubicBezTo>
                        <a:pt x="668211" y="116586"/>
                        <a:pt x="689388" y="144145"/>
                        <a:pt x="698214" y="177165"/>
                      </a:cubicBezTo>
                      <a:cubicBezTo>
                        <a:pt x="707073" y="210185"/>
                        <a:pt x="702532" y="244634"/>
                        <a:pt x="685451" y="274225"/>
                      </a:cubicBezTo>
                      <a:lnTo>
                        <a:pt x="320834" y="905796"/>
                      </a:lnTo>
                      <a:cubicBezTo>
                        <a:pt x="303752" y="935355"/>
                        <a:pt x="276161" y="956532"/>
                        <a:pt x="243173" y="965359"/>
                      </a:cubicBezTo>
                      <a:cubicBezTo>
                        <a:pt x="232156" y="968311"/>
                        <a:pt x="220885" y="969804"/>
                        <a:pt x="209709" y="969804"/>
                      </a:cubicBezTo>
                      <a:cubicBezTo>
                        <a:pt x="187611" y="969804"/>
                        <a:pt x="165608" y="963867"/>
                        <a:pt x="146114" y="952595"/>
                      </a:cubicBezTo>
                      <a:cubicBezTo>
                        <a:pt x="126714" y="941388"/>
                        <a:pt x="110522" y="925227"/>
                        <a:pt x="99251" y="905764"/>
                      </a:cubicBezTo>
                      <a:cubicBezTo>
                        <a:pt x="88170" y="886682"/>
                        <a:pt x="82296" y="864584"/>
                        <a:pt x="82296" y="841978"/>
                      </a:cubicBezTo>
                      <a:cubicBezTo>
                        <a:pt x="82328" y="819277"/>
                        <a:pt x="88202" y="797116"/>
                        <a:pt x="99282" y="777907"/>
                      </a:cubicBezTo>
                      <a:lnTo>
                        <a:pt x="463931" y="146336"/>
                      </a:lnTo>
                      <a:cubicBezTo>
                        <a:pt x="481013" y="116776"/>
                        <a:pt x="508603" y="95599"/>
                        <a:pt x="541592" y="86773"/>
                      </a:cubicBezTo>
                      <a:cubicBezTo>
                        <a:pt x="552609" y="83788"/>
                        <a:pt x="563880" y="82296"/>
                        <a:pt x="575056" y="82296"/>
                      </a:cubicBezTo>
                      <a:moveTo>
                        <a:pt x="575056" y="0"/>
                      </a:moveTo>
                      <a:cubicBezTo>
                        <a:pt x="556800" y="0"/>
                        <a:pt x="538417" y="2413"/>
                        <a:pt x="520287" y="7239"/>
                      </a:cubicBezTo>
                      <a:cubicBezTo>
                        <a:pt x="466058" y="21780"/>
                        <a:pt x="420719" y="56547"/>
                        <a:pt x="392652" y="105156"/>
                      </a:cubicBezTo>
                      <a:lnTo>
                        <a:pt x="28035" y="736759"/>
                      </a:lnTo>
                      <a:cubicBezTo>
                        <a:pt x="9366" y="769112"/>
                        <a:pt x="32" y="805529"/>
                        <a:pt x="0" y="841947"/>
                      </a:cubicBezTo>
                      <a:cubicBezTo>
                        <a:pt x="32" y="878237"/>
                        <a:pt x="9271" y="914686"/>
                        <a:pt x="28099" y="947102"/>
                      </a:cubicBezTo>
                      <a:cubicBezTo>
                        <a:pt x="46482" y="978852"/>
                        <a:pt x="73057" y="1005491"/>
                        <a:pt x="104965" y="1023906"/>
                      </a:cubicBezTo>
                      <a:cubicBezTo>
                        <a:pt x="137351" y="1042607"/>
                        <a:pt x="173292" y="1052132"/>
                        <a:pt x="209709" y="1052132"/>
                      </a:cubicBezTo>
                      <a:cubicBezTo>
                        <a:pt x="227965" y="1052132"/>
                        <a:pt x="246348" y="1049719"/>
                        <a:pt x="264477" y="1044892"/>
                      </a:cubicBezTo>
                      <a:cubicBezTo>
                        <a:pt x="318707" y="1030351"/>
                        <a:pt x="364045" y="995585"/>
                        <a:pt x="392113" y="946976"/>
                      </a:cubicBezTo>
                      <a:lnTo>
                        <a:pt x="756730" y="315373"/>
                      </a:lnTo>
                      <a:cubicBezTo>
                        <a:pt x="784797" y="266764"/>
                        <a:pt x="792258" y="210090"/>
                        <a:pt x="777716" y="155861"/>
                      </a:cubicBezTo>
                      <a:cubicBezTo>
                        <a:pt x="763175" y="101632"/>
                        <a:pt x="728408" y="56293"/>
                        <a:pt x="679799" y="28226"/>
                      </a:cubicBezTo>
                      <a:cubicBezTo>
                        <a:pt x="647414" y="9557"/>
                        <a:pt x="611473" y="0"/>
                        <a:pt x="575056" y="0"/>
                      </a:cubicBezTo>
                      <a:lnTo>
                        <a:pt x="57505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" name="Google Shape;390;p59"/>
                <p:cNvSpPr/>
                <p:nvPr/>
              </p:nvSpPr>
              <p:spPr>
                <a:xfrm>
                  <a:off x="9554310" y="-518350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1"/>
                        <a:pt x="111188" y="495840"/>
                        <a:pt x="99536" y="475805"/>
                      </a:cubicBezTo>
                      <a:lnTo>
                        <a:pt x="99346" y="475488"/>
                      </a:lnTo>
                      <a:lnTo>
                        <a:pt x="99219" y="475266"/>
                      </a:lnTo>
                      <a:cubicBezTo>
                        <a:pt x="76549" y="435800"/>
                        <a:pt x="76581" y="386874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3" y="86646"/>
                      </a:cubicBezTo>
                      <a:cubicBezTo>
                        <a:pt x="304387" y="83756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39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15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59"/>
                <p:cNvSpPr/>
                <p:nvPr/>
              </p:nvSpPr>
              <p:spPr>
                <a:xfrm>
                  <a:off x="6916586" y="3058096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2" y="82328"/>
                      </a:moveTo>
                      <a:cubicBezTo>
                        <a:pt x="921510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40"/>
                        <a:pt x="1022633" y="177229"/>
                      </a:cubicBezTo>
                      <a:cubicBezTo>
                        <a:pt x="1031460" y="210217"/>
                        <a:pt x="1026920" y="244697"/>
                        <a:pt x="1009838" y="274288"/>
                      </a:cubicBezTo>
                      <a:lnTo>
                        <a:pt x="321022" y="1467294"/>
                      </a:lnTo>
                      <a:cubicBezTo>
                        <a:pt x="298321" y="1506601"/>
                        <a:pt x="256061" y="1531080"/>
                        <a:pt x="210595" y="1531271"/>
                      </a:cubicBezTo>
                      <a:lnTo>
                        <a:pt x="210056" y="1531271"/>
                      </a:lnTo>
                      <a:lnTo>
                        <a:pt x="209833" y="1531271"/>
                      </a:lnTo>
                      <a:cubicBezTo>
                        <a:pt x="187640" y="1531239"/>
                        <a:pt x="165669" y="1525302"/>
                        <a:pt x="146302" y="1514094"/>
                      </a:cubicBezTo>
                      <a:cubicBezTo>
                        <a:pt x="116711" y="1497013"/>
                        <a:pt x="95565" y="1469454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2" y="1603819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56" y="1613567"/>
                        <a:pt x="210087" y="1613567"/>
                        <a:pt x="210087" y="1613567"/>
                      </a:cubicBezTo>
                      <a:cubicBezTo>
                        <a:pt x="285017" y="1613567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3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59"/>
                <p:cNvSpPr/>
                <p:nvPr/>
              </p:nvSpPr>
              <p:spPr>
                <a:xfrm>
                  <a:off x="6133027" y="475246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7175" y="110395"/>
                        <a:pt x="802923" y="125857"/>
                        <a:pt x="814004" y="144336"/>
                      </a:cubicBezTo>
                      <a:lnTo>
                        <a:pt x="814036" y="144399"/>
                      </a:lnTo>
                      <a:lnTo>
                        <a:pt x="815274" y="146495"/>
                      </a:lnTo>
                      <a:cubicBezTo>
                        <a:pt x="837944" y="185992"/>
                        <a:pt x="837912" y="234918"/>
                        <a:pt x="815179" y="274288"/>
                      </a:cubicBezTo>
                      <a:lnTo>
                        <a:pt x="321054" y="1130142"/>
                      </a:lnTo>
                      <a:cubicBezTo>
                        <a:pt x="303972" y="1159732"/>
                        <a:pt x="276413" y="1180878"/>
                        <a:pt x="243393" y="1189736"/>
                      </a:cubicBezTo>
                      <a:cubicBezTo>
                        <a:pt x="232376" y="1192689"/>
                        <a:pt x="221136" y="1194181"/>
                        <a:pt x="209960" y="1194181"/>
                      </a:cubicBezTo>
                      <a:cubicBezTo>
                        <a:pt x="187862" y="1194181"/>
                        <a:pt x="165891" y="1188212"/>
                        <a:pt x="146365" y="1176941"/>
                      </a:cubicBezTo>
                      <a:cubicBezTo>
                        <a:pt x="116774" y="1159859"/>
                        <a:pt x="95597" y="1132269"/>
                        <a:pt x="86770" y="1099280"/>
                      </a:cubicBezTo>
                      <a:cubicBezTo>
                        <a:pt x="77944" y="1066261"/>
                        <a:pt x="82484" y="1031811"/>
                        <a:pt x="99566" y="1002221"/>
                      </a:cubicBezTo>
                      <a:lnTo>
                        <a:pt x="593691" y="146367"/>
                      </a:lnTo>
                      <a:cubicBezTo>
                        <a:pt x="610772" y="116777"/>
                        <a:pt x="638331" y="95631"/>
                        <a:pt x="671351" y="86773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5" y="21812"/>
                        <a:pt x="550416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2" y="1171194"/>
                      </a:cubicBezTo>
                      <a:lnTo>
                        <a:pt x="886458" y="315341"/>
                      </a:lnTo>
                      <a:cubicBezTo>
                        <a:pt x="923891" y="250508"/>
                        <a:pt x="923859" y="169894"/>
                        <a:pt x="886394" y="104966"/>
                      </a:cubicBezTo>
                      <a:cubicBezTo>
                        <a:pt x="886394" y="104934"/>
                        <a:pt x="886362" y="104902"/>
                        <a:pt x="886362" y="104902"/>
                      </a:cubicBezTo>
                      <a:cubicBezTo>
                        <a:pt x="868011" y="73152"/>
                        <a:pt x="841436" y="46641"/>
                        <a:pt x="809527" y="28194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59"/>
                <p:cNvSpPr/>
                <p:nvPr/>
              </p:nvSpPr>
              <p:spPr>
                <a:xfrm>
                  <a:off x="5714115" y="613305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581" y="82296"/>
                      </a:moveTo>
                      <a:cubicBezTo>
                        <a:pt x="348869" y="82296"/>
                        <a:pt x="371062" y="88360"/>
                        <a:pt x="390716" y="99854"/>
                      </a:cubicBezTo>
                      <a:cubicBezTo>
                        <a:pt x="451295" y="135255"/>
                        <a:pt x="472059" y="213487"/>
                        <a:pt x="436975" y="274225"/>
                      </a:cubicBezTo>
                      <a:lnTo>
                        <a:pt x="323469" y="470789"/>
                      </a:lnTo>
                      <a:cubicBezTo>
                        <a:pt x="299371" y="512540"/>
                        <a:pt x="254794" y="538480"/>
                        <a:pt x="207201" y="538480"/>
                      </a:cubicBezTo>
                      <a:cubicBezTo>
                        <a:pt x="186341" y="538480"/>
                        <a:pt x="166624" y="533495"/>
                        <a:pt x="148654" y="523621"/>
                      </a:cubicBezTo>
                      <a:cubicBezTo>
                        <a:pt x="128270" y="512445"/>
                        <a:pt x="111347" y="496030"/>
                        <a:pt x="99727" y="476154"/>
                      </a:cubicBezTo>
                      <a:lnTo>
                        <a:pt x="99409" y="475615"/>
                      </a:lnTo>
                      <a:lnTo>
                        <a:pt x="99060" y="475012"/>
                      </a:lnTo>
                      <a:cubicBezTo>
                        <a:pt x="76549" y="435578"/>
                        <a:pt x="76613" y="386778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4" y="86645"/>
                      </a:cubicBezTo>
                      <a:cubicBezTo>
                        <a:pt x="304387" y="83757"/>
                        <a:pt x="315532" y="82296"/>
                        <a:pt x="326581" y="82296"/>
                      </a:cubicBezTo>
                      <a:moveTo>
                        <a:pt x="326581" y="0"/>
                      </a:moveTo>
                      <a:cubicBezTo>
                        <a:pt x="308483" y="0"/>
                        <a:pt x="290290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4"/>
                        <a:pt x="28162" y="516794"/>
                      </a:cubicBezTo>
                      <a:cubicBezTo>
                        <a:pt x="47339" y="549973"/>
                        <a:pt x="75311" y="577278"/>
                        <a:pt x="109125" y="595821"/>
                      </a:cubicBezTo>
                      <a:cubicBezTo>
                        <a:pt x="140018" y="612775"/>
                        <a:pt x="173736" y="620807"/>
                        <a:pt x="207232" y="620807"/>
                      </a:cubicBezTo>
                      <a:cubicBezTo>
                        <a:pt x="281432" y="620807"/>
                        <a:pt x="354711" y="581374"/>
                        <a:pt x="394780" y="511968"/>
                      </a:cubicBezTo>
                      <a:lnTo>
                        <a:pt x="508286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47"/>
                        <a:pt x="363379" y="0"/>
                        <a:pt x="326581" y="0"/>
                      </a:cubicBezTo>
                      <a:lnTo>
                        <a:pt x="32658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4" name="Google Shape;394;p59"/>
              <p:cNvGrpSpPr/>
              <p:nvPr/>
            </p:nvGrpSpPr>
            <p:grpSpPr>
              <a:xfrm>
                <a:off x="6543364" y="-320770"/>
                <a:ext cx="4754706" cy="7927878"/>
                <a:chOff x="6543364" y="-320770"/>
                <a:chExt cx="4754706" cy="7927878"/>
              </a:xfrm>
            </p:grpSpPr>
            <p:sp>
              <p:nvSpPr>
                <p:cNvPr id="395" name="Google Shape;395;p59"/>
                <p:cNvSpPr/>
                <p:nvPr/>
              </p:nvSpPr>
              <p:spPr>
                <a:xfrm>
                  <a:off x="9391847" y="1059783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444" y="82296"/>
                      </a:moveTo>
                      <a:cubicBezTo>
                        <a:pt x="921541" y="82296"/>
                        <a:pt x="943544" y="88265"/>
                        <a:pt x="963038" y="99504"/>
                      </a:cubicBezTo>
                      <a:cubicBezTo>
                        <a:pt x="982375" y="110680"/>
                        <a:pt x="998503" y="126682"/>
                        <a:pt x="1009616" y="145860"/>
                      </a:cubicBezTo>
                      <a:lnTo>
                        <a:pt x="1009775" y="146145"/>
                      </a:lnTo>
                      <a:cubicBezTo>
                        <a:pt x="1032603" y="185674"/>
                        <a:pt x="1032603" y="234760"/>
                        <a:pt x="1009838" y="274225"/>
                      </a:cubicBezTo>
                      <a:lnTo>
                        <a:pt x="321054" y="1467263"/>
                      </a:lnTo>
                      <a:cubicBezTo>
                        <a:pt x="303972" y="1496854"/>
                        <a:pt x="276382" y="1517999"/>
                        <a:pt x="243393" y="1526858"/>
                      </a:cubicBezTo>
                      <a:cubicBezTo>
                        <a:pt x="232376" y="1529810"/>
                        <a:pt x="221136" y="1531303"/>
                        <a:pt x="209960" y="1531303"/>
                      </a:cubicBezTo>
                      <a:cubicBezTo>
                        <a:pt x="187863" y="1531303"/>
                        <a:pt x="165860" y="1525334"/>
                        <a:pt x="146365" y="1514094"/>
                      </a:cubicBezTo>
                      <a:cubicBezTo>
                        <a:pt x="116774" y="1497012"/>
                        <a:pt x="95597" y="1469422"/>
                        <a:pt x="86770" y="1436434"/>
                      </a:cubicBezTo>
                      <a:cubicBezTo>
                        <a:pt x="77944" y="1403414"/>
                        <a:pt x="82452" y="1368965"/>
                        <a:pt x="99566" y="1339374"/>
                      </a:cubicBezTo>
                      <a:lnTo>
                        <a:pt x="788350" y="146336"/>
                      </a:lnTo>
                      <a:cubicBezTo>
                        <a:pt x="805432" y="116745"/>
                        <a:pt x="833022" y="95568"/>
                        <a:pt x="866011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39"/>
                      </a:cubicBezTo>
                      <a:cubicBezTo>
                        <a:pt x="790446" y="21780"/>
                        <a:pt x="745138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35"/>
                        <a:pt x="-7273" y="1403509"/>
                        <a:pt x="7237" y="1457738"/>
                      </a:cubicBezTo>
                      <a:cubicBezTo>
                        <a:pt x="21746" y="1511967"/>
                        <a:pt x="56545" y="1557306"/>
                        <a:pt x="105185" y="1585373"/>
                      </a:cubicBezTo>
                      <a:cubicBezTo>
                        <a:pt x="137570" y="1604074"/>
                        <a:pt x="173511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66" y="1606391"/>
                      </a:cubicBezTo>
                      <a:cubicBezTo>
                        <a:pt x="318894" y="1591850"/>
                        <a:pt x="364234" y="1557084"/>
                        <a:pt x="392301" y="1508443"/>
                      </a:cubicBezTo>
                      <a:lnTo>
                        <a:pt x="1081085" y="315405"/>
                      </a:lnTo>
                      <a:cubicBezTo>
                        <a:pt x="1118519" y="250571"/>
                        <a:pt x="1118487" y="169958"/>
                        <a:pt x="1081053" y="105029"/>
                      </a:cubicBezTo>
                      <a:cubicBezTo>
                        <a:pt x="1081053" y="104997"/>
                        <a:pt x="1081022" y="104965"/>
                        <a:pt x="1081022" y="104965"/>
                      </a:cubicBezTo>
                      <a:cubicBezTo>
                        <a:pt x="1062670" y="73215"/>
                        <a:pt x="1036095" y="46672"/>
                        <a:pt x="1004187" y="28257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59"/>
                <p:cNvSpPr/>
                <p:nvPr/>
              </p:nvSpPr>
              <p:spPr>
                <a:xfrm>
                  <a:off x="10383590" y="-320770"/>
                  <a:ext cx="914480" cy="1276445"/>
                </a:xfrm>
                <a:custGeom>
                  <a:rect b="b" l="l" r="r" t="t"/>
                  <a:pathLst>
                    <a:path extrusionOk="0" h="1276445" w="914480">
                      <a:moveTo>
                        <a:pt x="704752" y="82296"/>
                      </a:moveTo>
                      <a:cubicBezTo>
                        <a:pt x="726851" y="82296"/>
                        <a:pt x="748821" y="88265"/>
                        <a:pt x="768348" y="99504"/>
                      </a:cubicBezTo>
                      <a:cubicBezTo>
                        <a:pt x="787779" y="110712"/>
                        <a:pt x="803939" y="126841"/>
                        <a:pt x="815084" y="146114"/>
                      </a:cubicBezTo>
                      <a:lnTo>
                        <a:pt x="815211" y="146304"/>
                      </a:lnTo>
                      <a:lnTo>
                        <a:pt x="815242" y="146336"/>
                      </a:lnTo>
                      <a:lnTo>
                        <a:pt x="815242" y="146336"/>
                      </a:lnTo>
                      <a:lnTo>
                        <a:pt x="815401" y="146590"/>
                      </a:lnTo>
                      <a:cubicBezTo>
                        <a:pt x="837944" y="186055"/>
                        <a:pt x="837880" y="234887"/>
                        <a:pt x="815179" y="274193"/>
                      </a:cubicBezTo>
                      <a:lnTo>
                        <a:pt x="321022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105" y="1194118"/>
                        <a:pt x="209929" y="1194118"/>
                      </a:cubicBezTo>
                      <a:cubicBezTo>
                        <a:pt x="187831" y="1194118"/>
                        <a:pt x="165860" y="1188149"/>
                        <a:pt x="146302" y="1176877"/>
                      </a:cubicBezTo>
                      <a:cubicBezTo>
                        <a:pt x="116711" y="1159796"/>
                        <a:pt x="95565" y="1132237"/>
                        <a:pt x="86707" y="1099249"/>
                      </a:cubicBezTo>
                      <a:cubicBezTo>
                        <a:pt x="77880" y="1066229"/>
                        <a:pt x="82421" y="1031780"/>
                        <a:pt x="99502" y="1002189"/>
                      </a:cubicBezTo>
                      <a:lnTo>
                        <a:pt x="593627" y="146336"/>
                      </a:lnTo>
                      <a:cubicBezTo>
                        <a:pt x="610709" y="116777"/>
                        <a:pt x="638268" y="95599"/>
                        <a:pt x="671288" y="86741"/>
                      </a:cubicBezTo>
                      <a:cubicBezTo>
                        <a:pt x="682305" y="83788"/>
                        <a:pt x="693577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9"/>
                        <a:pt x="522380" y="105220"/>
                      </a:cubicBezTo>
                      <a:lnTo>
                        <a:pt x="28255" y="961041"/>
                      </a:lnTo>
                      <a:cubicBezTo>
                        <a:pt x="188" y="1009650"/>
                        <a:pt x="-7273" y="1066324"/>
                        <a:pt x="7237" y="1120553"/>
                      </a:cubicBezTo>
                      <a:cubicBezTo>
                        <a:pt x="21778" y="1174814"/>
                        <a:pt x="56545" y="1220121"/>
                        <a:pt x="105185" y="1248188"/>
                      </a:cubicBezTo>
                      <a:cubicBezTo>
                        <a:pt x="137570" y="1266889"/>
                        <a:pt x="173511" y="1276445"/>
                        <a:pt x="209929" y="1276445"/>
                      </a:cubicBezTo>
                      <a:cubicBezTo>
                        <a:pt x="228185" y="1276445"/>
                        <a:pt x="246568" y="1274032"/>
                        <a:pt x="264666" y="1269206"/>
                      </a:cubicBezTo>
                      <a:cubicBezTo>
                        <a:pt x="318895" y="1254665"/>
                        <a:pt x="364234" y="1219899"/>
                        <a:pt x="392301" y="1171258"/>
                      </a:cubicBezTo>
                      <a:lnTo>
                        <a:pt x="886426" y="315405"/>
                      </a:lnTo>
                      <a:cubicBezTo>
                        <a:pt x="923859" y="250571"/>
                        <a:pt x="923827" y="169926"/>
                        <a:pt x="886363" y="105029"/>
                      </a:cubicBezTo>
                      <a:cubicBezTo>
                        <a:pt x="886363" y="104997"/>
                        <a:pt x="886331" y="104965"/>
                        <a:pt x="886331" y="104965"/>
                      </a:cubicBezTo>
                      <a:cubicBezTo>
                        <a:pt x="867979" y="73215"/>
                        <a:pt x="841404" y="46672"/>
                        <a:pt x="809496" y="28258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59"/>
                <p:cNvSpPr/>
                <p:nvPr/>
              </p:nvSpPr>
              <p:spPr>
                <a:xfrm>
                  <a:off x="9005711" y="2780664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8" y="82296"/>
                      </a:moveTo>
                      <a:cubicBezTo>
                        <a:pt x="315966" y="82296"/>
                        <a:pt x="335619" y="87281"/>
                        <a:pt x="353558" y="97092"/>
                      </a:cubicBezTo>
                      <a:cubicBezTo>
                        <a:pt x="373243" y="107982"/>
                        <a:pt x="389690" y="123635"/>
                        <a:pt x="401279" y="142462"/>
                      </a:cubicBezTo>
                      <a:lnTo>
                        <a:pt x="402898" y="145256"/>
                      </a:lnTo>
                      <a:cubicBezTo>
                        <a:pt x="425726" y="184753"/>
                        <a:pt x="425726" y="233807"/>
                        <a:pt x="402961" y="273272"/>
                      </a:cubicBezTo>
                      <a:lnTo>
                        <a:pt x="320856" y="415480"/>
                      </a:lnTo>
                      <a:cubicBezTo>
                        <a:pt x="303711" y="445199"/>
                        <a:pt x="276025" y="466376"/>
                        <a:pt x="242814" y="475170"/>
                      </a:cubicBezTo>
                      <a:cubicBezTo>
                        <a:pt x="231924" y="478060"/>
                        <a:pt x="220812" y="479552"/>
                        <a:pt x="209762" y="479552"/>
                      </a:cubicBezTo>
                      <a:cubicBezTo>
                        <a:pt x="187474" y="479552"/>
                        <a:pt x="165249" y="473456"/>
                        <a:pt x="145564" y="461963"/>
                      </a:cubicBezTo>
                      <a:cubicBezTo>
                        <a:pt x="84985" y="426561"/>
                        <a:pt x="64252" y="348329"/>
                        <a:pt x="99336" y="287592"/>
                      </a:cubicBezTo>
                      <a:lnTo>
                        <a:pt x="178774" y="149987"/>
                      </a:lnTo>
                      <a:cubicBezTo>
                        <a:pt x="202873" y="108268"/>
                        <a:pt x="247481" y="82296"/>
                        <a:pt x="295138" y="82296"/>
                      </a:cubicBezTo>
                      <a:moveTo>
                        <a:pt x="295138" y="0"/>
                      </a:moveTo>
                      <a:cubicBezTo>
                        <a:pt x="220907" y="0"/>
                        <a:pt x="147564" y="39433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3"/>
                        <a:pt x="4531" y="474917"/>
                        <a:pt x="104035" y="533051"/>
                      </a:cubicBezTo>
                      <a:cubicBezTo>
                        <a:pt x="136706" y="552101"/>
                        <a:pt x="172964" y="561880"/>
                        <a:pt x="209762" y="561880"/>
                      </a:cubicBezTo>
                      <a:cubicBezTo>
                        <a:pt x="227828" y="561880"/>
                        <a:pt x="246053" y="559530"/>
                        <a:pt x="263992" y="554736"/>
                      </a:cubicBezTo>
                      <a:cubicBezTo>
                        <a:pt x="318411" y="540322"/>
                        <a:pt x="363941" y="505492"/>
                        <a:pt x="392135" y="456660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21" y="8033"/>
                        <a:pt x="328635" y="0"/>
                        <a:pt x="295138" y="0"/>
                      </a:cubicBezTo>
                      <a:lnTo>
                        <a:pt x="29513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59"/>
                <p:cNvSpPr/>
                <p:nvPr/>
              </p:nvSpPr>
              <p:spPr>
                <a:xfrm>
                  <a:off x="7712590" y="3422618"/>
                  <a:ext cx="1424459" cy="2159285"/>
                </a:xfrm>
                <a:custGeom>
                  <a:rect b="b" l="l" r="r" t="t"/>
                  <a:pathLst>
                    <a:path extrusionOk="0" h="2159285" w="1424459">
                      <a:moveTo>
                        <a:pt x="1214499" y="82296"/>
                      </a:moveTo>
                      <a:cubicBezTo>
                        <a:pt x="1236597" y="82296"/>
                        <a:pt x="1258600" y="88265"/>
                        <a:pt x="1278126" y="99536"/>
                      </a:cubicBezTo>
                      <a:cubicBezTo>
                        <a:pt x="1307717" y="116618"/>
                        <a:pt x="1328862" y="144209"/>
                        <a:pt x="1337721" y="177197"/>
                      </a:cubicBezTo>
                      <a:cubicBezTo>
                        <a:pt x="1346547" y="210185"/>
                        <a:pt x="1342007" y="244666"/>
                        <a:pt x="1324925" y="274257"/>
                      </a:cubicBezTo>
                      <a:lnTo>
                        <a:pt x="321054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7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7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6" y="1885061"/>
                      </a:cubicBezTo>
                      <a:lnTo>
                        <a:pt x="1103437" y="146336"/>
                      </a:lnTo>
                      <a:cubicBezTo>
                        <a:pt x="1120519" y="116745"/>
                        <a:pt x="1148110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2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4" y="56579"/>
                        <a:pt x="1032127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196"/>
                        <a:pt x="7237" y="2003457"/>
                      </a:cubicBezTo>
                      <a:cubicBezTo>
                        <a:pt x="21778" y="2057686"/>
                        <a:pt x="56544" y="2103025"/>
                        <a:pt x="105154" y="2131092"/>
                      </a:cubicBezTo>
                      <a:cubicBezTo>
                        <a:pt x="137062" y="2149539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30"/>
                      </a:cubicBezTo>
                      <a:lnTo>
                        <a:pt x="1396204" y="315404"/>
                      </a:lnTo>
                      <a:cubicBezTo>
                        <a:pt x="1424271" y="266764"/>
                        <a:pt x="1431732" y="210122"/>
                        <a:pt x="1417222" y="155892"/>
                      </a:cubicBezTo>
                      <a:cubicBezTo>
                        <a:pt x="1402681" y="101664"/>
                        <a:pt x="1367915" y="56324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59"/>
                <p:cNvSpPr/>
                <p:nvPr/>
              </p:nvSpPr>
              <p:spPr>
                <a:xfrm>
                  <a:off x="6543364" y="6330632"/>
                  <a:ext cx="914512" cy="1276476"/>
                </a:xfrm>
                <a:custGeom>
                  <a:rect b="b" l="l" r="r" t="t"/>
                  <a:pathLst>
                    <a:path extrusionOk="0" h="1276476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0" y="110744"/>
                        <a:pt x="803971" y="126873"/>
                        <a:pt x="815115" y="146145"/>
                      </a:cubicBezTo>
                      <a:lnTo>
                        <a:pt x="815370" y="146590"/>
                      </a:lnTo>
                      <a:cubicBezTo>
                        <a:pt x="837976" y="186055"/>
                        <a:pt x="837912" y="234918"/>
                        <a:pt x="815211" y="274257"/>
                      </a:cubicBezTo>
                      <a:lnTo>
                        <a:pt x="321085" y="1130110"/>
                      </a:lnTo>
                      <a:cubicBezTo>
                        <a:pt x="304004" y="1159700"/>
                        <a:pt x="276445" y="1180846"/>
                        <a:pt x="243425" y="1189705"/>
                      </a:cubicBezTo>
                      <a:cubicBezTo>
                        <a:pt x="232408" y="1192657"/>
                        <a:pt x="221136" y="1194149"/>
                        <a:pt x="209960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7"/>
                        <a:pt x="95597" y="1132237"/>
                        <a:pt x="86770" y="1099249"/>
                      </a:cubicBezTo>
                      <a:cubicBezTo>
                        <a:pt x="77944" y="1066228"/>
                        <a:pt x="82452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2" y="116777"/>
                        <a:pt x="638332" y="95599"/>
                        <a:pt x="671351" y="86741"/>
                      </a:cubicBezTo>
                      <a:cubicBezTo>
                        <a:pt x="682369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5" y="2413"/>
                        <a:pt x="650015" y="7270"/>
                      </a:cubicBezTo>
                      <a:cubicBezTo>
                        <a:pt x="595786" y="21812"/>
                        <a:pt x="550447" y="56578"/>
                        <a:pt x="522380" y="105220"/>
                      </a:cubicBezTo>
                      <a:lnTo>
                        <a:pt x="28255" y="961073"/>
                      </a:lnTo>
                      <a:cubicBezTo>
                        <a:pt x="188" y="1009681"/>
                        <a:pt x="-7273" y="1066356"/>
                        <a:pt x="7237" y="1120585"/>
                      </a:cubicBezTo>
                      <a:cubicBezTo>
                        <a:pt x="21778" y="1174845"/>
                        <a:pt x="56544" y="1220152"/>
                        <a:pt x="105185" y="1248220"/>
                      </a:cubicBezTo>
                      <a:cubicBezTo>
                        <a:pt x="137570" y="1266920"/>
                        <a:pt x="173511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7" y="1269206"/>
                      </a:cubicBezTo>
                      <a:cubicBezTo>
                        <a:pt x="318926" y="1254665"/>
                        <a:pt x="364265" y="1219899"/>
                        <a:pt x="392332" y="1171258"/>
                      </a:cubicBezTo>
                      <a:lnTo>
                        <a:pt x="886458" y="315404"/>
                      </a:lnTo>
                      <a:cubicBezTo>
                        <a:pt x="923891" y="250571"/>
                        <a:pt x="923859" y="169926"/>
                        <a:pt x="886394" y="105029"/>
                      </a:cubicBezTo>
                      <a:cubicBezTo>
                        <a:pt x="886394" y="104997"/>
                        <a:pt x="886362" y="104965"/>
                        <a:pt x="886362" y="104965"/>
                      </a:cubicBezTo>
                      <a:cubicBezTo>
                        <a:pt x="868011" y="73215"/>
                        <a:pt x="841436" y="46704"/>
                        <a:pt x="809527" y="28258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59"/>
                <p:cNvSpPr/>
                <p:nvPr/>
              </p:nvSpPr>
              <p:spPr>
                <a:xfrm>
                  <a:off x="7341632" y="5662961"/>
                  <a:ext cx="502273" cy="561847"/>
                </a:xfrm>
                <a:custGeom>
                  <a:rect b="b" l="l" r="r" t="t"/>
                  <a:pathLst>
                    <a:path extrusionOk="0" h="561847" w="502273">
                      <a:moveTo>
                        <a:pt x="295074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4" y="108458"/>
                        <a:pt x="391244" y="125063"/>
                        <a:pt x="402865" y="145193"/>
                      </a:cubicBezTo>
                      <a:lnTo>
                        <a:pt x="403150" y="145669"/>
                      </a:lnTo>
                      <a:cubicBezTo>
                        <a:pt x="425725" y="185103"/>
                        <a:pt x="425661" y="233966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4" y="466408"/>
                        <a:pt x="242877" y="475202"/>
                      </a:cubicBezTo>
                      <a:cubicBezTo>
                        <a:pt x="231955" y="478091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4" y="462026"/>
                      </a:cubicBezTo>
                      <a:cubicBezTo>
                        <a:pt x="85015" y="426625"/>
                        <a:pt x="64251" y="348393"/>
                        <a:pt x="99335" y="287655"/>
                      </a:cubicBezTo>
                      <a:lnTo>
                        <a:pt x="178805" y="150019"/>
                      </a:lnTo>
                      <a:cubicBezTo>
                        <a:pt x="202871" y="108236"/>
                        <a:pt x="247449" y="82328"/>
                        <a:pt x="295074" y="82328"/>
                      </a:cubicBezTo>
                      <a:moveTo>
                        <a:pt x="295074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8"/>
                        <a:pt x="263959" y="554736"/>
                      </a:cubicBezTo>
                      <a:cubicBezTo>
                        <a:pt x="318410" y="540290"/>
                        <a:pt x="363939" y="505460"/>
                        <a:pt x="392102" y="456660"/>
                      </a:cubicBezTo>
                      <a:lnTo>
                        <a:pt x="474207" y="314452"/>
                      </a:lnTo>
                      <a:cubicBezTo>
                        <a:pt x="511640" y="249618"/>
                        <a:pt x="511640" y="169005"/>
                        <a:pt x="474143" y="104077"/>
                      </a:cubicBezTo>
                      <a:cubicBezTo>
                        <a:pt x="474143" y="104045"/>
                        <a:pt x="474112" y="104013"/>
                        <a:pt x="474112" y="104013"/>
                      </a:cubicBezTo>
                      <a:cubicBezTo>
                        <a:pt x="454935" y="70834"/>
                        <a:pt x="426963" y="43529"/>
                        <a:pt x="393149" y="24987"/>
                      </a:cubicBezTo>
                      <a:cubicBezTo>
                        <a:pt x="362256" y="8065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1" name="Google Shape;401;p59"/>
              <p:cNvGrpSpPr/>
              <p:nvPr/>
            </p:nvGrpSpPr>
            <p:grpSpPr>
              <a:xfrm>
                <a:off x="6314320" y="-916368"/>
                <a:ext cx="4666886" cy="7775669"/>
                <a:chOff x="6314320" y="-916368"/>
                <a:chExt cx="4666886" cy="7775669"/>
              </a:xfrm>
            </p:grpSpPr>
            <p:sp>
              <p:nvSpPr>
                <p:cNvPr id="402" name="Google Shape;402;p59"/>
                <p:cNvSpPr/>
                <p:nvPr/>
              </p:nvSpPr>
              <p:spPr>
                <a:xfrm>
                  <a:off x="8110173" y="2135123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328"/>
                      </a:moveTo>
                      <a:cubicBezTo>
                        <a:pt x="921595" y="82328"/>
                        <a:pt x="943598" y="88265"/>
                        <a:pt x="963093" y="99536"/>
                      </a:cubicBezTo>
                      <a:cubicBezTo>
                        <a:pt x="982492" y="110744"/>
                        <a:pt x="998685" y="126905"/>
                        <a:pt x="1009892" y="146272"/>
                      </a:cubicBezTo>
                      <a:cubicBezTo>
                        <a:pt x="1021005" y="165481"/>
                        <a:pt x="1026910" y="187643"/>
                        <a:pt x="1026910" y="210407"/>
                      </a:cubicBezTo>
                      <a:cubicBezTo>
                        <a:pt x="1026974" y="232823"/>
                        <a:pt x="1021068" y="254889"/>
                        <a:pt x="1009924" y="274257"/>
                      </a:cubicBezTo>
                      <a:lnTo>
                        <a:pt x="321076" y="1467358"/>
                      </a:lnTo>
                      <a:cubicBezTo>
                        <a:pt x="303995" y="1496917"/>
                        <a:pt x="276404" y="1518095"/>
                        <a:pt x="243415" y="1526921"/>
                      </a:cubicBezTo>
                      <a:cubicBezTo>
                        <a:pt x="232398" y="1529874"/>
                        <a:pt x="221127" y="1531366"/>
                        <a:pt x="209951" y="1531366"/>
                      </a:cubicBezTo>
                      <a:cubicBezTo>
                        <a:pt x="187853" y="1531366"/>
                        <a:pt x="165850" y="1525429"/>
                        <a:pt x="146356" y="1514158"/>
                      </a:cubicBezTo>
                      <a:cubicBezTo>
                        <a:pt x="116765" y="1497076"/>
                        <a:pt x="95619" y="1469486"/>
                        <a:pt x="86793" y="1436497"/>
                      </a:cubicBezTo>
                      <a:cubicBezTo>
                        <a:pt x="77934" y="1403477"/>
                        <a:pt x="82475" y="1369029"/>
                        <a:pt x="99556" y="1339437"/>
                      </a:cubicBezTo>
                      <a:lnTo>
                        <a:pt x="788404" y="146336"/>
                      </a:lnTo>
                      <a:cubicBezTo>
                        <a:pt x="805486" y="116777"/>
                        <a:pt x="833045" y="95599"/>
                        <a:pt x="866065" y="86773"/>
                      </a:cubicBezTo>
                      <a:cubicBezTo>
                        <a:pt x="877050" y="83820"/>
                        <a:pt x="888321" y="82328"/>
                        <a:pt x="899498" y="82328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1"/>
                        <a:pt x="745161" y="56547"/>
                        <a:pt x="717094" y="105156"/>
                      </a:cubicBezTo>
                      <a:lnTo>
                        <a:pt x="28246" y="1298258"/>
                      </a:lnTo>
                      <a:cubicBezTo>
                        <a:pt x="179" y="1346867"/>
                        <a:pt x="-7282" y="1403541"/>
                        <a:pt x="7259" y="1457770"/>
                      </a:cubicBezTo>
                      <a:cubicBezTo>
                        <a:pt x="21800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6" y="1613630"/>
                        <a:pt x="246559" y="1611217"/>
                        <a:pt x="264688" y="1606392"/>
                      </a:cubicBezTo>
                      <a:cubicBezTo>
                        <a:pt x="318917" y="1591850"/>
                        <a:pt x="364256" y="1557084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6" y="210185"/>
                      </a:cubicBezTo>
                      <a:cubicBezTo>
                        <a:pt x="1109175" y="173895"/>
                        <a:pt x="1099840" y="137382"/>
                        <a:pt x="1081107" y="105029"/>
                      </a:cubicBezTo>
                      <a:cubicBezTo>
                        <a:pt x="1062724" y="73279"/>
                        <a:pt x="1036150" y="46641"/>
                        <a:pt x="1004241" y="28226"/>
                      </a:cubicBezTo>
                      <a:cubicBezTo>
                        <a:pt x="971856" y="9557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59"/>
                <p:cNvSpPr/>
                <p:nvPr/>
              </p:nvSpPr>
              <p:spPr>
                <a:xfrm>
                  <a:off x="9101938" y="978916"/>
                  <a:ext cx="784972" cy="1052163"/>
                </a:xfrm>
                <a:custGeom>
                  <a:rect b="b" l="l" r="r" t="t"/>
                  <a:pathLst>
                    <a:path extrusionOk="0" h="1052163" w="784972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604" y="110363"/>
                        <a:pt x="673320" y="125730"/>
                        <a:pt x="684401" y="144082"/>
                      </a:cubicBezTo>
                      <a:lnTo>
                        <a:pt x="684464" y="144208"/>
                      </a:lnTo>
                      <a:lnTo>
                        <a:pt x="685829" y="146526"/>
                      </a:lnTo>
                      <a:cubicBezTo>
                        <a:pt x="708435" y="185991"/>
                        <a:pt x="708404" y="234886"/>
                        <a:pt x="685671" y="274225"/>
                      </a:cubicBezTo>
                      <a:lnTo>
                        <a:pt x="321054" y="905764"/>
                      </a:lnTo>
                      <a:cubicBezTo>
                        <a:pt x="303972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6" y="969804"/>
                        <a:pt x="209960" y="969804"/>
                      </a:cubicBezTo>
                      <a:cubicBezTo>
                        <a:pt x="187862" y="969804"/>
                        <a:pt x="165891" y="963835"/>
                        <a:pt x="146365" y="952595"/>
                      </a:cubicBezTo>
                      <a:cubicBezTo>
                        <a:pt x="116774" y="935514"/>
                        <a:pt x="95597" y="907923"/>
                        <a:pt x="86770" y="874935"/>
                      </a:cubicBezTo>
                      <a:cubicBezTo>
                        <a:pt x="77944" y="841915"/>
                        <a:pt x="82484" y="807466"/>
                        <a:pt x="99566" y="777875"/>
                      </a:cubicBezTo>
                      <a:lnTo>
                        <a:pt x="464183" y="146336"/>
                      </a:lnTo>
                      <a:cubicBezTo>
                        <a:pt x="481264" y="116745"/>
                        <a:pt x="508823" y="95599"/>
                        <a:pt x="541843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6" y="2413"/>
                        <a:pt x="520507" y="7271"/>
                      </a:cubicBezTo>
                      <a:cubicBezTo>
                        <a:pt x="466278" y="21812"/>
                        <a:pt x="420939" y="56579"/>
                        <a:pt x="392872" y="105219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7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1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66" y="1044892"/>
                      </a:cubicBezTo>
                      <a:cubicBezTo>
                        <a:pt x="318895" y="1030351"/>
                        <a:pt x="364234" y="995585"/>
                        <a:pt x="392301" y="946944"/>
                      </a:cubicBezTo>
                      <a:lnTo>
                        <a:pt x="756918" y="315405"/>
                      </a:lnTo>
                      <a:cubicBezTo>
                        <a:pt x="794351" y="250571"/>
                        <a:pt x="794319" y="169958"/>
                        <a:pt x="756854" y="105029"/>
                      </a:cubicBezTo>
                      <a:cubicBezTo>
                        <a:pt x="756854" y="104997"/>
                        <a:pt x="756823" y="104965"/>
                        <a:pt x="756823" y="104965"/>
                      </a:cubicBezTo>
                      <a:cubicBezTo>
                        <a:pt x="738471" y="73215"/>
                        <a:pt x="711896" y="46704"/>
                        <a:pt x="679987" y="28257"/>
                      </a:cubicBezTo>
                      <a:cubicBezTo>
                        <a:pt x="647634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59"/>
                <p:cNvSpPr/>
                <p:nvPr/>
              </p:nvSpPr>
              <p:spPr>
                <a:xfrm>
                  <a:off x="10154546" y="-916368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00" y="82296"/>
                      </a:moveTo>
                      <a:cubicBezTo>
                        <a:pt x="638998" y="82296"/>
                        <a:pt x="660969" y="88265"/>
                        <a:pt x="680495" y="99536"/>
                      </a:cubicBezTo>
                      <a:cubicBezTo>
                        <a:pt x="699926" y="110744"/>
                        <a:pt x="716087" y="126873"/>
                        <a:pt x="727231" y="146145"/>
                      </a:cubicBezTo>
                      <a:lnTo>
                        <a:pt x="727327" y="146304"/>
                      </a:lnTo>
                      <a:lnTo>
                        <a:pt x="727422" y="146463"/>
                      </a:lnTo>
                      <a:lnTo>
                        <a:pt x="727708" y="146939"/>
                      </a:lnTo>
                      <a:cubicBezTo>
                        <a:pt x="750123" y="186341"/>
                        <a:pt x="749996" y="235045"/>
                        <a:pt x="727359" y="274288"/>
                      </a:cubicBezTo>
                      <a:lnTo>
                        <a:pt x="321053" y="977900"/>
                      </a:lnTo>
                      <a:cubicBezTo>
                        <a:pt x="303972" y="1007491"/>
                        <a:pt x="276413" y="1028637"/>
                        <a:pt x="243393" y="1037495"/>
                      </a:cubicBezTo>
                      <a:cubicBezTo>
                        <a:pt x="232376" y="1040448"/>
                        <a:pt x="221105" y="1041940"/>
                        <a:pt x="209928" y="1041940"/>
                      </a:cubicBezTo>
                      <a:cubicBezTo>
                        <a:pt x="187831" y="1041940"/>
                        <a:pt x="165859" y="1035971"/>
                        <a:pt x="146334" y="1024700"/>
                      </a:cubicBezTo>
                      <a:cubicBezTo>
                        <a:pt x="116742" y="1007618"/>
                        <a:pt x="95565" y="980027"/>
                        <a:pt x="86739" y="947071"/>
                      </a:cubicBezTo>
                      <a:cubicBezTo>
                        <a:pt x="77912" y="914051"/>
                        <a:pt x="82421" y="879570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5"/>
                        <a:pt x="550447" y="95599"/>
                        <a:pt x="583467" y="86741"/>
                      </a:cubicBezTo>
                      <a:cubicBezTo>
                        <a:pt x="594484" y="83788"/>
                        <a:pt x="605724" y="82296"/>
                        <a:pt x="616900" y="82296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31" y="7271"/>
                      </a:cubicBezTo>
                      <a:cubicBezTo>
                        <a:pt x="507902" y="21812"/>
                        <a:pt x="462563" y="56579"/>
                        <a:pt x="434496" y="105220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14"/>
                        <a:pt x="7237" y="968375"/>
                      </a:cubicBezTo>
                      <a:cubicBezTo>
                        <a:pt x="21778" y="1022636"/>
                        <a:pt x="56576" y="1067943"/>
                        <a:pt x="105185" y="1096010"/>
                      </a:cubicBezTo>
                      <a:cubicBezTo>
                        <a:pt x="137570" y="1114711"/>
                        <a:pt x="173511" y="1124268"/>
                        <a:pt x="209928" y="1124268"/>
                      </a:cubicBezTo>
                      <a:cubicBezTo>
                        <a:pt x="228185" y="1124268"/>
                        <a:pt x="246568" y="1121855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405"/>
                      </a:lnTo>
                      <a:cubicBezTo>
                        <a:pt x="836039" y="250571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8" y="73215"/>
                        <a:pt x="753584" y="46672"/>
                        <a:pt x="721675" y="28257"/>
                      </a:cubicBezTo>
                      <a:cubicBezTo>
                        <a:pt x="689259" y="9557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59"/>
                <p:cNvSpPr/>
                <p:nvPr/>
              </p:nvSpPr>
              <p:spPr>
                <a:xfrm>
                  <a:off x="9769713" y="312927"/>
                  <a:ext cx="502305" cy="561847"/>
                </a:xfrm>
                <a:custGeom>
                  <a:rect b="b" l="l" r="r" t="t"/>
                  <a:pathLst>
                    <a:path extrusionOk="0" h="561847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5" y="108490"/>
                        <a:pt x="391244" y="125063"/>
                        <a:pt x="402865" y="145193"/>
                      </a:cubicBezTo>
                      <a:lnTo>
                        <a:pt x="403151" y="145701"/>
                      </a:lnTo>
                      <a:lnTo>
                        <a:pt x="403151" y="145733"/>
                      </a:lnTo>
                      <a:cubicBezTo>
                        <a:pt x="425693" y="185166"/>
                        <a:pt x="425629" y="233997"/>
                        <a:pt x="402928" y="273336"/>
                      </a:cubicBezTo>
                      <a:lnTo>
                        <a:pt x="320823" y="415576"/>
                      </a:lnTo>
                      <a:cubicBezTo>
                        <a:pt x="303678" y="445262"/>
                        <a:pt x="275992" y="466439"/>
                        <a:pt x="242845" y="475234"/>
                      </a:cubicBezTo>
                      <a:cubicBezTo>
                        <a:pt x="231923" y="478123"/>
                        <a:pt x="220779" y="479616"/>
                        <a:pt x="209698" y="479616"/>
                      </a:cubicBezTo>
                      <a:cubicBezTo>
                        <a:pt x="187409" y="479616"/>
                        <a:pt x="165216" y="473551"/>
                        <a:pt x="145563" y="462058"/>
                      </a:cubicBezTo>
                      <a:cubicBezTo>
                        <a:pt x="84984" y="426657"/>
                        <a:pt x="64219" y="348425"/>
                        <a:pt x="99303" y="287687"/>
                      </a:cubicBezTo>
                      <a:lnTo>
                        <a:pt x="178773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6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59"/>
                <p:cNvSpPr/>
                <p:nvPr/>
              </p:nvSpPr>
              <p:spPr>
                <a:xfrm>
                  <a:off x="7740740" y="3829081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57" y="82328"/>
                      </a:moveTo>
                      <a:cubicBezTo>
                        <a:pt x="313160" y="82328"/>
                        <a:pt x="334909" y="88106"/>
                        <a:pt x="354054" y="99028"/>
                      </a:cubicBezTo>
                      <a:cubicBezTo>
                        <a:pt x="383835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23" y="455740"/>
                        <a:pt x="254041" y="480251"/>
                        <a:pt x="208385" y="480251"/>
                      </a:cubicBezTo>
                      <a:lnTo>
                        <a:pt x="207369" y="480251"/>
                      </a:lnTo>
                      <a:cubicBezTo>
                        <a:pt x="184445" y="480060"/>
                        <a:pt x="161903" y="473615"/>
                        <a:pt x="142091" y="461613"/>
                      </a:cubicBezTo>
                      <a:cubicBezTo>
                        <a:pt x="114087" y="444595"/>
                        <a:pt x="94180" y="416909"/>
                        <a:pt x="86116" y="383635"/>
                      </a:cubicBezTo>
                      <a:cubicBezTo>
                        <a:pt x="77861" y="349567"/>
                        <a:pt x="82941" y="314134"/>
                        <a:pt x="100435" y="283813"/>
                      </a:cubicBezTo>
                      <a:lnTo>
                        <a:pt x="179905" y="146177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1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8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91"/>
                      </a:cubicBezTo>
                      <a:cubicBezTo>
                        <a:pt x="362150" y="8858"/>
                        <a:pt x="326432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59"/>
                <p:cNvSpPr/>
                <p:nvPr/>
              </p:nvSpPr>
              <p:spPr>
                <a:xfrm>
                  <a:off x="6314320" y="5735034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549" y="146653"/>
                      </a:lnTo>
                      <a:cubicBezTo>
                        <a:pt x="750091" y="186118"/>
                        <a:pt x="750028" y="234950"/>
                        <a:pt x="727327" y="274256"/>
                      </a:cubicBezTo>
                      <a:lnTo>
                        <a:pt x="321054" y="977932"/>
                      </a:lnTo>
                      <a:cubicBezTo>
                        <a:pt x="303972" y="1007522"/>
                        <a:pt x="276413" y="1028668"/>
                        <a:pt x="243393" y="1037527"/>
                      </a:cubicBezTo>
                      <a:cubicBezTo>
                        <a:pt x="232376" y="1040479"/>
                        <a:pt x="221105" y="1041971"/>
                        <a:pt x="209929" y="1041971"/>
                      </a:cubicBezTo>
                      <a:cubicBezTo>
                        <a:pt x="187831" y="1041971"/>
                        <a:pt x="165860" y="1036003"/>
                        <a:pt x="146333" y="1024731"/>
                      </a:cubicBezTo>
                      <a:cubicBezTo>
                        <a:pt x="116742" y="1007649"/>
                        <a:pt x="95565" y="980059"/>
                        <a:pt x="86739" y="947103"/>
                      </a:cubicBezTo>
                      <a:cubicBezTo>
                        <a:pt x="77912" y="914082"/>
                        <a:pt x="82452" y="879602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4"/>
                        <a:pt x="550447" y="95599"/>
                        <a:pt x="583467" y="86741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6" y="0"/>
                        <a:pt x="580292" y="2413"/>
                        <a:pt x="562163" y="7270"/>
                      </a:cubicBezTo>
                      <a:cubicBezTo>
                        <a:pt x="507934" y="21812"/>
                        <a:pt x="462595" y="56578"/>
                        <a:pt x="434528" y="105219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46"/>
                        <a:pt x="7237" y="968375"/>
                      </a:cubicBezTo>
                      <a:cubicBezTo>
                        <a:pt x="21778" y="1022635"/>
                        <a:pt x="56576" y="1067943"/>
                        <a:pt x="105185" y="1096010"/>
                      </a:cubicBezTo>
                      <a:cubicBezTo>
                        <a:pt x="137570" y="1114710"/>
                        <a:pt x="173511" y="1124267"/>
                        <a:pt x="209929" y="1124267"/>
                      </a:cubicBezTo>
                      <a:cubicBezTo>
                        <a:pt x="228185" y="1124267"/>
                        <a:pt x="246568" y="1121854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373"/>
                      </a:lnTo>
                      <a:cubicBezTo>
                        <a:pt x="836039" y="250539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9" y="73215"/>
                        <a:pt x="753584" y="46704"/>
                        <a:pt x="721675" y="28257"/>
                      </a:cubicBezTo>
                      <a:cubicBezTo>
                        <a:pt x="689290" y="9556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59"/>
                <p:cNvSpPr/>
                <p:nvPr/>
              </p:nvSpPr>
              <p:spPr>
                <a:xfrm>
                  <a:off x="7011411" y="4471955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328"/>
                      </a:moveTo>
                      <a:cubicBezTo>
                        <a:pt x="671332" y="82328"/>
                        <a:pt x="693080" y="88106"/>
                        <a:pt x="712226" y="99028"/>
                      </a:cubicBezTo>
                      <a:cubicBezTo>
                        <a:pt x="742007" y="116015"/>
                        <a:pt x="763343" y="143605"/>
                        <a:pt x="772297" y="176689"/>
                      </a:cubicBezTo>
                      <a:cubicBezTo>
                        <a:pt x="781250" y="209804"/>
                        <a:pt x="776742" y="244380"/>
                        <a:pt x="759597" y="274066"/>
                      </a:cubicBezTo>
                      <a:lnTo>
                        <a:pt x="319319" y="1036669"/>
                      </a:lnTo>
                      <a:cubicBezTo>
                        <a:pt x="296618" y="1076008"/>
                        <a:pt x="254295" y="1100487"/>
                        <a:pt x="208829" y="1100646"/>
                      </a:cubicBezTo>
                      <a:lnTo>
                        <a:pt x="208353" y="1100646"/>
                      </a:lnTo>
                      <a:lnTo>
                        <a:pt x="208036" y="1100646"/>
                      </a:lnTo>
                      <a:cubicBezTo>
                        <a:pt x="184890" y="1100582"/>
                        <a:pt x="162125" y="1094137"/>
                        <a:pt x="142123" y="1081977"/>
                      </a:cubicBezTo>
                      <a:cubicBezTo>
                        <a:pt x="114119" y="1064990"/>
                        <a:pt x="94244" y="1037272"/>
                        <a:pt x="86147" y="1003998"/>
                      </a:cubicBezTo>
                      <a:cubicBezTo>
                        <a:pt x="77892" y="969931"/>
                        <a:pt x="82972" y="934498"/>
                        <a:pt x="100467" y="904177"/>
                      </a:cubicBezTo>
                      <a:lnTo>
                        <a:pt x="538109" y="146145"/>
                      </a:lnTo>
                      <a:cubicBezTo>
                        <a:pt x="560810" y="106775"/>
                        <a:pt x="603418" y="82328"/>
                        <a:pt x="649329" y="82328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1"/>
                      </a:cubicBezTo>
                      <a:cubicBezTo>
                        <a:pt x="208321" y="1182941"/>
                        <a:pt x="208353" y="1182941"/>
                        <a:pt x="208353" y="1182941"/>
                      </a:cubicBezTo>
                      <a:cubicBezTo>
                        <a:pt x="208385" y="1182941"/>
                        <a:pt x="208385" y="1182941"/>
                        <a:pt x="208417" y="1182941"/>
                      </a:cubicBezTo>
                      <a:cubicBezTo>
                        <a:pt x="283378" y="1182941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4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4" y="27559"/>
                      </a:cubicBezTo>
                      <a:cubicBezTo>
                        <a:pt x="720290" y="8890"/>
                        <a:pt x="684571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9" name="Google Shape;409;p59"/>
              <p:cNvGrpSpPr/>
              <p:nvPr/>
            </p:nvGrpSpPr>
            <p:grpSpPr>
              <a:xfrm>
                <a:off x="16376363" y="4795773"/>
                <a:ext cx="1879455" cy="2947194"/>
                <a:chOff x="16376363" y="4795773"/>
                <a:chExt cx="1879455" cy="2947194"/>
              </a:xfrm>
            </p:grpSpPr>
            <p:sp>
              <p:nvSpPr>
                <p:cNvPr id="410" name="Google Shape;410;p59"/>
                <p:cNvSpPr/>
                <p:nvPr/>
              </p:nvSpPr>
              <p:spPr>
                <a:xfrm>
                  <a:off x="16376363" y="6690900"/>
                  <a:ext cx="785157" cy="1052067"/>
                </a:xfrm>
                <a:custGeom>
                  <a:rect b="b" l="l" r="r" t="t"/>
                  <a:pathLst>
                    <a:path extrusionOk="0" h="1052067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80" y="99504"/>
                      </a:cubicBezTo>
                      <a:cubicBezTo>
                        <a:pt x="668438" y="116586"/>
                        <a:pt x="689616" y="144145"/>
                        <a:pt x="698443" y="177164"/>
                      </a:cubicBezTo>
                      <a:cubicBezTo>
                        <a:pt x="707301" y="210185"/>
                        <a:pt x="702760" y="244633"/>
                        <a:pt x="685679" y="274193"/>
                      </a:cubicBezTo>
                      <a:lnTo>
                        <a:pt x="321030" y="905763"/>
                      </a:lnTo>
                      <a:cubicBezTo>
                        <a:pt x="309886" y="925068"/>
                        <a:pt x="293662" y="941229"/>
                        <a:pt x="274040" y="952531"/>
                      </a:cubicBezTo>
                      <a:cubicBezTo>
                        <a:pt x="254578" y="963771"/>
                        <a:pt x="232639" y="969740"/>
                        <a:pt x="210604" y="969740"/>
                      </a:cubicBezTo>
                      <a:lnTo>
                        <a:pt x="210287" y="969740"/>
                      </a:lnTo>
                      <a:lnTo>
                        <a:pt x="209937" y="969740"/>
                      </a:lnTo>
                      <a:lnTo>
                        <a:pt x="209714" y="969740"/>
                      </a:lnTo>
                      <a:cubicBezTo>
                        <a:pt x="187648" y="969740"/>
                        <a:pt x="165709" y="963802"/>
                        <a:pt x="146278" y="952595"/>
                      </a:cubicBezTo>
                      <a:cubicBezTo>
                        <a:pt x="116719" y="935513"/>
                        <a:pt x="95542" y="907955"/>
                        <a:pt x="86715" y="874934"/>
                      </a:cubicBezTo>
                      <a:cubicBezTo>
                        <a:pt x="77857" y="841915"/>
                        <a:pt x="82397" y="807465"/>
                        <a:pt x="99479" y="777906"/>
                      </a:cubicBezTo>
                      <a:lnTo>
                        <a:pt x="464128" y="146335"/>
                      </a:lnTo>
                      <a:cubicBezTo>
                        <a:pt x="481209" y="116776"/>
                        <a:pt x="508768" y="95599"/>
                        <a:pt x="541788" y="86772"/>
                      </a:cubicBezTo>
                      <a:cubicBezTo>
                        <a:pt x="552837" y="83788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2"/>
                        <a:pt x="520516" y="7270"/>
                      </a:cubicBezTo>
                      <a:cubicBezTo>
                        <a:pt x="466286" y="21812"/>
                        <a:pt x="420947" y="56578"/>
                        <a:pt x="392881" y="105187"/>
                      </a:cubicBezTo>
                      <a:lnTo>
                        <a:pt x="28232" y="736758"/>
                      </a:lnTo>
                      <a:cubicBezTo>
                        <a:pt x="164" y="785368"/>
                        <a:pt x="-7265" y="842042"/>
                        <a:pt x="7245" y="896238"/>
                      </a:cubicBezTo>
                      <a:cubicBezTo>
                        <a:pt x="21755" y="950468"/>
                        <a:pt x="56552" y="995807"/>
                        <a:pt x="105162" y="1023874"/>
                      </a:cubicBezTo>
                      <a:cubicBezTo>
                        <a:pt x="136975" y="1042225"/>
                        <a:pt x="173138" y="1052068"/>
                        <a:pt x="209746" y="1052068"/>
                      </a:cubicBezTo>
                      <a:cubicBezTo>
                        <a:pt x="209873" y="1052068"/>
                        <a:pt x="210000" y="1052068"/>
                        <a:pt x="210096" y="1052068"/>
                      </a:cubicBezTo>
                      <a:cubicBezTo>
                        <a:pt x="210255" y="1052068"/>
                        <a:pt x="210414" y="1052068"/>
                        <a:pt x="210572" y="1052068"/>
                      </a:cubicBezTo>
                      <a:cubicBezTo>
                        <a:pt x="247910" y="1052068"/>
                        <a:pt x="283851" y="1041940"/>
                        <a:pt x="315220" y="1023810"/>
                      </a:cubicBezTo>
                      <a:cubicBezTo>
                        <a:pt x="346653" y="1005712"/>
                        <a:pt x="373577" y="979392"/>
                        <a:pt x="392277" y="946944"/>
                      </a:cubicBezTo>
                      <a:lnTo>
                        <a:pt x="756926" y="315372"/>
                      </a:lnTo>
                      <a:cubicBezTo>
                        <a:pt x="784993" y="266763"/>
                        <a:pt x="792422" y="210090"/>
                        <a:pt x="777913" y="155892"/>
                      </a:cubicBezTo>
                      <a:cubicBezTo>
                        <a:pt x="763371" y="101663"/>
                        <a:pt x="728605" y="56324"/>
                        <a:pt x="679996" y="28257"/>
                      </a:cubicBezTo>
                      <a:cubicBezTo>
                        <a:pt x="647675" y="9525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59"/>
                <p:cNvSpPr/>
                <p:nvPr/>
              </p:nvSpPr>
              <p:spPr>
                <a:xfrm>
                  <a:off x="17043947" y="5462460"/>
                  <a:ext cx="826828" cy="1124204"/>
                </a:xfrm>
                <a:custGeom>
                  <a:rect b="b" l="l" r="r" t="t"/>
                  <a:pathLst>
                    <a:path extrusionOk="0" h="1124204" w="826828">
                      <a:moveTo>
                        <a:pt x="616900" y="82328"/>
                      </a:moveTo>
                      <a:cubicBezTo>
                        <a:pt x="638999" y="82328"/>
                        <a:pt x="661001" y="88297"/>
                        <a:pt x="680495" y="99568"/>
                      </a:cubicBezTo>
                      <a:cubicBezTo>
                        <a:pt x="710087" y="116649"/>
                        <a:pt x="731232" y="144240"/>
                        <a:pt x="740090" y="177229"/>
                      </a:cubicBezTo>
                      <a:cubicBezTo>
                        <a:pt x="748917" y="210217"/>
                        <a:pt x="744408" y="244697"/>
                        <a:pt x="727295" y="274288"/>
                      </a:cubicBezTo>
                      <a:lnTo>
                        <a:pt x="321022" y="977964"/>
                      </a:lnTo>
                      <a:cubicBezTo>
                        <a:pt x="298257" y="1017429"/>
                        <a:pt x="255744" y="1041940"/>
                        <a:pt x="210088" y="1041940"/>
                      </a:cubicBezTo>
                      <a:lnTo>
                        <a:pt x="210056" y="1041940"/>
                      </a:lnTo>
                      <a:lnTo>
                        <a:pt x="210056" y="1041940"/>
                      </a:lnTo>
                      <a:cubicBezTo>
                        <a:pt x="187799" y="1041940"/>
                        <a:pt x="165765" y="1036003"/>
                        <a:pt x="146333" y="1024763"/>
                      </a:cubicBezTo>
                      <a:cubicBezTo>
                        <a:pt x="116742" y="1007682"/>
                        <a:pt x="95597" y="980123"/>
                        <a:pt x="86739" y="947134"/>
                      </a:cubicBezTo>
                      <a:cubicBezTo>
                        <a:pt x="77912" y="914114"/>
                        <a:pt x="82421" y="879666"/>
                        <a:pt x="99534" y="850075"/>
                      </a:cubicBezTo>
                      <a:lnTo>
                        <a:pt x="505807" y="146399"/>
                      </a:lnTo>
                      <a:cubicBezTo>
                        <a:pt x="522889" y="116808"/>
                        <a:pt x="550479" y="95663"/>
                        <a:pt x="583467" y="86805"/>
                      </a:cubicBezTo>
                      <a:cubicBezTo>
                        <a:pt x="594485" y="83820"/>
                        <a:pt x="605724" y="82328"/>
                        <a:pt x="616900" y="82328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63" y="7239"/>
                      </a:cubicBezTo>
                      <a:cubicBezTo>
                        <a:pt x="507935" y="21780"/>
                        <a:pt x="462595" y="56547"/>
                        <a:pt x="434528" y="105188"/>
                      </a:cubicBezTo>
                      <a:lnTo>
                        <a:pt x="28255" y="808863"/>
                      </a:lnTo>
                      <a:cubicBezTo>
                        <a:pt x="188" y="857504"/>
                        <a:pt x="-7273" y="914114"/>
                        <a:pt x="7236" y="968375"/>
                      </a:cubicBezTo>
                      <a:cubicBezTo>
                        <a:pt x="21778" y="1022604"/>
                        <a:pt x="56544" y="1067943"/>
                        <a:pt x="105185" y="1096010"/>
                      </a:cubicBezTo>
                      <a:cubicBezTo>
                        <a:pt x="137094" y="1114425"/>
                        <a:pt x="173353" y="1124204"/>
                        <a:pt x="210024" y="1124204"/>
                      </a:cubicBezTo>
                      <a:cubicBezTo>
                        <a:pt x="210056" y="1124204"/>
                        <a:pt x="210056" y="1124204"/>
                        <a:pt x="210088" y="1124204"/>
                      </a:cubicBezTo>
                      <a:cubicBezTo>
                        <a:pt x="210088" y="1124204"/>
                        <a:pt x="210119" y="1124204"/>
                        <a:pt x="210119" y="1124204"/>
                      </a:cubicBezTo>
                      <a:cubicBezTo>
                        <a:pt x="285049" y="1124204"/>
                        <a:pt x="354899" y="1083914"/>
                        <a:pt x="392332" y="1019080"/>
                      </a:cubicBezTo>
                      <a:lnTo>
                        <a:pt x="798573" y="315405"/>
                      </a:lnTo>
                      <a:cubicBezTo>
                        <a:pt x="826641" y="266764"/>
                        <a:pt x="834102" y="210122"/>
                        <a:pt x="819592" y="155893"/>
                      </a:cubicBezTo>
                      <a:cubicBezTo>
                        <a:pt x="805082" y="101664"/>
                        <a:pt x="770284" y="56324"/>
                        <a:pt x="721643" y="28258"/>
                      </a:cubicBezTo>
                      <a:cubicBezTo>
                        <a:pt x="689290" y="9589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59"/>
                <p:cNvSpPr/>
                <p:nvPr/>
              </p:nvSpPr>
              <p:spPr>
                <a:xfrm>
                  <a:off x="17754849" y="4795773"/>
                  <a:ext cx="500969" cy="562578"/>
                </a:xfrm>
                <a:custGeom>
                  <a:rect b="b" l="l" r="r" t="t"/>
                  <a:pathLst>
                    <a:path extrusionOk="0" h="562578" w="500969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41"/>
                        <a:pt x="418602" y="244316"/>
                        <a:pt x="401457" y="274003"/>
                      </a:cubicBezTo>
                      <a:lnTo>
                        <a:pt x="319352" y="416242"/>
                      </a:lnTo>
                      <a:cubicBezTo>
                        <a:pt x="296618" y="455613"/>
                        <a:pt x="254232" y="480123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6" y="473710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5" y="349536"/>
                        <a:pt x="83004" y="314103"/>
                        <a:pt x="100498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8"/>
                        <a:pt x="390598" y="457454"/>
                      </a:cubicBezTo>
                      <a:lnTo>
                        <a:pt x="472704" y="315246"/>
                      </a:lnTo>
                      <a:cubicBezTo>
                        <a:pt x="500898" y="266446"/>
                        <a:pt x="508296" y="209614"/>
                        <a:pt x="493563" y="155226"/>
                      </a:cubicBezTo>
                      <a:cubicBezTo>
                        <a:pt x="478832" y="100838"/>
                        <a:pt x="443780" y="55499"/>
                        <a:pt x="394821" y="27591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3" name="Google Shape;413;p59"/>
              <p:cNvSpPr/>
              <p:nvPr/>
            </p:nvSpPr>
            <p:spPr>
              <a:xfrm>
                <a:off x="17417304" y="6615493"/>
                <a:ext cx="1109321" cy="1613566"/>
              </a:xfrm>
              <a:custGeom>
                <a:rect b="b" l="l" r="r" t="t"/>
                <a:pathLst>
                  <a:path extrusionOk="0" h="1613566" w="1109321">
                    <a:moveTo>
                      <a:pt x="899402" y="82296"/>
                    </a:moveTo>
                    <a:cubicBezTo>
                      <a:pt x="921500" y="82296"/>
                      <a:pt x="943504" y="88264"/>
                      <a:pt x="962998" y="99504"/>
                    </a:cubicBezTo>
                    <a:cubicBezTo>
                      <a:pt x="992589" y="116586"/>
                      <a:pt x="1013734" y="144145"/>
                      <a:pt x="1022561" y="177164"/>
                    </a:cubicBezTo>
                    <a:cubicBezTo>
                      <a:pt x="1031419" y="210185"/>
                      <a:pt x="1026878" y="244633"/>
                      <a:pt x="1009797" y="274224"/>
                    </a:cubicBezTo>
                    <a:lnTo>
                      <a:pt x="321013" y="1467231"/>
                    </a:lnTo>
                    <a:cubicBezTo>
                      <a:pt x="298248" y="1506696"/>
                      <a:pt x="255735" y="1531207"/>
                      <a:pt x="210110" y="1531207"/>
                    </a:cubicBezTo>
                    <a:lnTo>
                      <a:pt x="206713" y="1531207"/>
                    </a:lnTo>
                    <a:cubicBezTo>
                      <a:pt x="185599" y="1530635"/>
                      <a:pt x="164803" y="1524730"/>
                      <a:pt x="146324" y="1514062"/>
                    </a:cubicBezTo>
                    <a:cubicBezTo>
                      <a:pt x="116765" y="1496981"/>
                      <a:pt x="95588" y="1469389"/>
                      <a:pt x="86761" y="1436402"/>
                    </a:cubicBezTo>
                    <a:cubicBezTo>
                      <a:pt x="77903" y="1403381"/>
                      <a:pt x="82443" y="1368933"/>
                      <a:pt x="99525" y="1339342"/>
                    </a:cubicBezTo>
                    <a:lnTo>
                      <a:pt x="788309" y="146335"/>
                    </a:lnTo>
                    <a:cubicBezTo>
                      <a:pt x="805391" y="116776"/>
                      <a:pt x="832982" y="95599"/>
                      <a:pt x="865970" y="86740"/>
                    </a:cubicBezTo>
                    <a:cubicBezTo>
                      <a:pt x="876955" y="83788"/>
                      <a:pt x="888226" y="82296"/>
                      <a:pt x="899402" y="82296"/>
                    </a:cubicBezTo>
                    <a:moveTo>
                      <a:pt x="899402" y="0"/>
                    </a:moveTo>
                    <a:cubicBezTo>
                      <a:pt x="881146" y="0"/>
                      <a:pt x="862763" y="2412"/>
                      <a:pt x="844665" y="7238"/>
                    </a:cubicBezTo>
                    <a:cubicBezTo>
                      <a:pt x="790436" y="21780"/>
                      <a:pt x="745097" y="56546"/>
                      <a:pt x="717031" y="105156"/>
                    </a:cubicBezTo>
                    <a:lnTo>
                      <a:pt x="28246" y="1298162"/>
                    </a:lnTo>
                    <a:cubicBezTo>
                      <a:pt x="179" y="1346771"/>
                      <a:pt x="-7283" y="1403445"/>
                      <a:pt x="7259" y="1457674"/>
                    </a:cubicBezTo>
                    <a:cubicBezTo>
                      <a:pt x="21801" y="1511903"/>
                      <a:pt x="56567" y="1557242"/>
                      <a:pt x="105176" y="1585309"/>
                    </a:cubicBezTo>
                    <a:cubicBezTo>
                      <a:pt x="137085" y="1603724"/>
                      <a:pt x="173280" y="1613503"/>
                      <a:pt x="209951" y="1613535"/>
                    </a:cubicBezTo>
                    <a:cubicBezTo>
                      <a:pt x="209951" y="1613535"/>
                      <a:pt x="209983" y="1613567"/>
                      <a:pt x="210015" y="1613567"/>
                    </a:cubicBezTo>
                    <a:cubicBezTo>
                      <a:pt x="210047" y="1613567"/>
                      <a:pt x="210079" y="1613567"/>
                      <a:pt x="210110" y="1613503"/>
                    </a:cubicBezTo>
                    <a:cubicBezTo>
                      <a:pt x="210110" y="1613503"/>
                      <a:pt x="210141" y="1613503"/>
                      <a:pt x="210141" y="1613503"/>
                    </a:cubicBezTo>
                    <a:cubicBezTo>
                      <a:pt x="285072" y="1613503"/>
                      <a:pt x="354826" y="1573275"/>
                      <a:pt x="392291" y="1508379"/>
                    </a:cubicBezTo>
                    <a:lnTo>
                      <a:pt x="1081076" y="315372"/>
                    </a:lnTo>
                    <a:cubicBezTo>
                      <a:pt x="1109143" y="266763"/>
                      <a:pt x="1116604" y="210090"/>
                      <a:pt x="1102063" y="155860"/>
                    </a:cubicBezTo>
                    <a:cubicBezTo>
                      <a:pt x="1087521" y="101631"/>
                      <a:pt x="1052755" y="56293"/>
                      <a:pt x="1004146" y="28225"/>
                    </a:cubicBezTo>
                    <a:cubicBezTo>
                      <a:pt x="971761" y="9556"/>
                      <a:pt x="935820" y="0"/>
                      <a:pt x="899402" y="0"/>
                    </a:cubicBezTo>
                    <a:lnTo>
                      <a:pt x="899402" y="0"/>
                    </a:lnTo>
                    <a:close/>
                  </a:path>
                </a:pathLst>
              </a:custGeom>
              <a:solidFill>
                <a:srgbClr val="3000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4" name="Google Shape;414;p59"/>
              <p:cNvGrpSpPr/>
              <p:nvPr/>
            </p:nvGrpSpPr>
            <p:grpSpPr>
              <a:xfrm>
                <a:off x="16146272" y="3277044"/>
                <a:ext cx="2325552" cy="3719988"/>
                <a:chOff x="16146272" y="3277044"/>
                <a:chExt cx="2325552" cy="3719988"/>
              </a:xfrm>
            </p:grpSpPr>
            <p:sp>
              <p:nvSpPr>
                <p:cNvPr id="415" name="Google Shape;415;p59"/>
                <p:cNvSpPr/>
                <p:nvPr/>
              </p:nvSpPr>
              <p:spPr>
                <a:xfrm>
                  <a:off x="16146272" y="5720651"/>
                  <a:ext cx="914719" cy="1276381"/>
                </a:xfrm>
                <a:custGeom>
                  <a:rect b="b" l="l" r="r" t="t"/>
                  <a:pathLst>
                    <a:path extrusionOk="0" h="1276381" w="914719">
                      <a:moveTo>
                        <a:pt x="704760" y="82296"/>
                      </a:moveTo>
                      <a:cubicBezTo>
                        <a:pt x="726858" y="82296"/>
                        <a:pt x="748860" y="88265"/>
                        <a:pt x="768354" y="99536"/>
                      </a:cubicBezTo>
                      <a:cubicBezTo>
                        <a:pt x="797946" y="116618"/>
                        <a:pt x="819092" y="144208"/>
                        <a:pt x="827949" y="177197"/>
                      </a:cubicBezTo>
                      <a:cubicBezTo>
                        <a:pt x="836776" y="210185"/>
                        <a:pt x="832268" y="244665"/>
                        <a:pt x="815155" y="274257"/>
                      </a:cubicBezTo>
                      <a:lnTo>
                        <a:pt x="321061" y="1130078"/>
                      </a:lnTo>
                      <a:cubicBezTo>
                        <a:pt x="298296" y="1169543"/>
                        <a:pt x="255783" y="1194054"/>
                        <a:pt x="210095" y="1194054"/>
                      </a:cubicBezTo>
                      <a:cubicBezTo>
                        <a:pt x="187838" y="1194054"/>
                        <a:pt x="165804" y="1188117"/>
                        <a:pt x="146372" y="1176877"/>
                      </a:cubicBezTo>
                      <a:cubicBezTo>
                        <a:pt x="116781" y="1159796"/>
                        <a:pt x="95636" y="1132236"/>
                        <a:pt x="86777" y="1099248"/>
                      </a:cubicBezTo>
                      <a:cubicBezTo>
                        <a:pt x="77951" y="1066229"/>
                        <a:pt x="82460" y="1031780"/>
                        <a:pt x="99573" y="1002188"/>
                      </a:cubicBezTo>
                      <a:lnTo>
                        <a:pt x="593698" y="146336"/>
                      </a:lnTo>
                      <a:cubicBezTo>
                        <a:pt x="610780" y="116745"/>
                        <a:pt x="638370" y="95599"/>
                        <a:pt x="671359" y="86741"/>
                      </a:cubicBezTo>
                      <a:cubicBezTo>
                        <a:pt x="682344" y="83788"/>
                        <a:pt x="693584" y="82296"/>
                        <a:pt x="704760" y="82296"/>
                      </a:cubicBezTo>
                      <a:moveTo>
                        <a:pt x="704760" y="0"/>
                      </a:moveTo>
                      <a:cubicBezTo>
                        <a:pt x="686504" y="0"/>
                        <a:pt x="668120" y="2413"/>
                        <a:pt x="650023" y="7239"/>
                      </a:cubicBezTo>
                      <a:cubicBezTo>
                        <a:pt x="595794" y="21780"/>
                        <a:pt x="550455" y="56547"/>
                        <a:pt x="522387" y="105188"/>
                      </a:cubicBezTo>
                      <a:lnTo>
                        <a:pt x="28262" y="961041"/>
                      </a:lnTo>
                      <a:cubicBezTo>
                        <a:pt x="163" y="1009682"/>
                        <a:pt x="-7266" y="1066292"/>
                        <a:pt x="7243" y="1120553"/>
                      </a:cubicBezTo>
                      <a:cubicBezTo>
                        <a:pt x="21785" y="1174782"/>
                        <a:pt x="56551" y="1220121"/>
                        <a:pt x="105193" y="1248187"/>
                      </a:cubicBezTo>
                      <a:cubicBezTo>
                        <a:pt x="137101" y="1266603"/>
                        <a:pt x="173360" y="1276350"/>
                        <a:pt x="210031" y="1276382"/>
                      </a:cubicBezTo>
                      <a:cubicBezTo>
                        <a:pt x="210063" y="1276382"/>
                        <a:pt x="210095" y="1276382"/>
                        <a:pt x="210126" y="1276382"/>
                      </a:cubicBezTo>
                      <a:cubicBezTo>
                        <a:pt x="285056" y="1276382"/>
                        <a:pt x="354906" y="1236091"/>
                        <a:pt x="392339" y="1171257"/>
                      </a:cubicBezTo>
                      <a:lnTo>
                        <a:pt x="886465" y="315404"/>
                      </a:lnTo>
                      <a:cubicBezTo>
                        <a:pt x="914532" y="266764"/>
                        <a:pt x="921993" y="210121"/>
                        <a:pt x="907483" y="155892"/>
                      </a:cubicBezTo>
                      <a:cubicBezTo>
                        <a:pt x="892942" y="101664"/>
                        <a:pt x="858175" y="56324"/>
                        <a:pt x="809535" y="28258"/>
                      </a:cubicBezTo>
                      <a:cubicBezTo>
                        <a:pt x="777149" y="9557"/>
                        <a:pt x="741177" y="0"/>
                        <a:pt x="704760" y="0"/>
                      </a:cubicBezTo>
                      <a:lnTo>
                        <a:pt x="70476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59"/>
                <p:cNvSpPr/>
                <p:nvPr/>
              </p:nvSpPr>
              <p:spPr>
                <a:xfrm>
                  <a:off x="17362462" y="3277044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666" y="82328"/>
                      </a:moveTo>
                      <a:cubicBezTo>
                        <a:pt x="921796" y="82391"/>
                        <a:pt x="943703" y="88328"/>
                        <a:pt x="963039" y="99504"/>
                      </a:cubicBezTo>
                      <a:cubicBezTo>
                        <a:pt x="992630" y="116586"/>
                        <a:pt x="1013775" y="144145"/>
                        <a:pt x="1022602" y="177165"/>
                      </a:cubicBezTo>
                      <a:cubicBezTo>
                        <a:pt x="1031428" y="210153"/>
                        <a:pt x="1026888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303940" y="1496854"/>
                        <a:pt x="276350" y="1517999"/>
                        <a:pt x="243362" y="1526858"/>
                      </a:cubicBezTo>
                      <a:cubicBezTo>
                        <a:pt x="232345" y="1529810"/>
                        <a:pt x="221105" y="1531302"/>
                        <a:pt x="209929" y="1531302"/>
                      </a:cubicBezTo>
                      <a:cubicBezTo>
                        <a:pt x="187831" y="1531302"/>
                        <a:pt x="165828" y="1525334"/>
                        <a:pt x="146302" y="1514062"/>
                      </a:cubicBezTo>
                      <a:cubicBezTo>
                        <a:pt x="116711" y="1496981"/>
                        <a:pt x="95565" y="1469390"/>
                        <a:pt x="86707" y="1436402"/>
                      </a:cubicBezTo>
                      <a:cubicBezTo>
                        <a:pt x="77880" y="1403414"/>
                        <a:pt x="82421" y="1368933"/>
                        <a:pt x="99502" y="1339342"/>
                      </a:cubicBezTo>
                      <a:lnTo>
                        <a:pt x="788287" y="146304"/>
                      </a:lnTo>
                      <a:cubicBezTo>
                        <a:pt x="811051" y="106839"/>
                        <a:pt x="853565" y="82328"/>
                        <a:pt x="899221" y="82328"/>
                      </a:cubicBezTo>
                      <a:lnTo>
                        <a:pt x="899666" y="82328"/>
                      </a:lnTo>
                      <a:moveTo>
                        <a:pt x="899285" y="0"/>
                      </a:moveTo>
                      <a:cubicBezTo>
                        <a:pt x="899285" y="0"/>
                        <a:pt x="899253" y="0"/>
                        <a:pt x="899253" y="0"/>
                      </a:cubicBezTo>
                      <a:cubicBezTo>
                        <a:pt x="824292" y="0"/>
                        <a:pt x="754473" y="40291"/>
                        <a:pt x="717040" y="105156"/>
                      </a:cubicBezTo>
                      <a:lnTo>
                        <a:pt x="28256" y="1298194"/>
                      </a:lnTo>
                      <a:cubicBezTo>
                        <a:pt x="188" y="1346835"/>
                        <a:pt x="-7273" y="1403477"/>
                        <a:pt x="7237" y="1457706"/>
                      </a:cubicBezTo>
                      <a:cubicBezTo>
                        <a:pt x="21747" y="1511935"/>
                        <a:pt x="56545" y="1557274"/>
                        <a:pt x="105186" y="1585341"/>
                      </a:cubicBezTo>
                      <a:cubicBezTo>
                        <a:pt x="137571" y="1604042"/>
                        <a:pt x="173512" y="1613598"/>
                        <a:pt x="209961" y="1613598"/>
                      </a:cubicBezTo>
                      <a:cubicBezTo>
                        <a:pt x="228217" y="1613598"/>
                        <a:pt x="246600" y="1611185"/>
                        <a:pt x="264698" y="1606328"/>
                      </a:cubicBezTo>
                      <a:cubicBezTo>
                        <a:pt x="318926" y="1591786"/>
                        <a:pt x="364265" y="1557020"/>
                        <a:pt x="392333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58"/>
                        <a:pt x="1102104" y="155829"/>
                      </a:cubicBezTo>
                      <a:cubicBezTo>
                        <a:pt x="1087594" y="101600"/>
                        <a:pt x="1052796" y="56261"/>
                        <a:pt x="1004187" y="28194"/>
                      </a:cubicBezTo>
                      <a:cubicBezTo>
                        <a:pt x="972278" y="9747"/>
                        <a:pt x="936020" y="0"/>
                        <a:pt x="899316" y="0"/>
                      </a:cubicBezTo>
                      <a:cubicBezTo>
                        <a:pt x="899316" y="0"/>
                        <a:pt x="899285" y="0"/>
                        <a:pt x="899285" y="0"/>
                      </a:cubicBezTo>
                      <a:lnTo>
                        <a:pt x="8992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" name="Google Shape;417;p59"/>
                <p:cNvSpPr/>
                <p:nvPr/>
              </p:nvSpPr>
              <p:spPr>
                <a:xfrm>
                  <a:off x="16943321" y="4994814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0" y="514667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6"/>
                        <a:pt x="146946" y="522414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8"/>
                        <a:pt x="82430" y="377063"/>
                        <a:pt x="99576" y="347376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6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6" y="411924"/>
                        <a:pt x="7405" y="466312"/>
                      </a:cubicBezTo>
                      <a:cubicBezTo>
                        <a:pt x="22137" y="520700"/>
                        <a:pt x="57189" y="566039"/>
                        <a:pt x="106148" y="593947"/>
                      </a:cubicBezTo>
                      <a:cubicBezTo>
                        <a:pt x="138850" y="612616"/>
                        <a:pt x="174569" y="621475"/>
                        <a:pt x="209812" y="621475"/>
                      </a:cubicBezTo>
                      <a:cubicBezTo>
                        <a:pt x="282582" y="621475"/>
                        <a:pt x="353512" y="583755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6" y="89376"/>
                        <a:pt x="435586" y="30575"/>
                      </a:cubicBezTo>
                      <a:cubicBezTo>
                        <a:pt x="402693" y="10573"/>
                        <a:pt x="365037" y="0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8" name="Google Shape;418;p59"/>
              <p:cNvGrpSpPr/>
              <p:nvPr/>
            </p:nvGrpSpPr>
            <p:grpSpPr>
              <a:xfrm>
                <a:off x="17333907" y="5286946"/>
                <a:ext cx="1299049" cy="1944973"/>
                <a:chOff x="17333907" y="5286946"/>
                <a:chExt cx="1299049" cy="1944973"/>
              </a:xfrm>
            </p:grpSpPr>
            <p:sp>
              <p:nvSpPr>
                <p:cNvPr id="419" name="Google Shape;419;p59"/>
                <p:cNvSpPr/>
                <p:nvPr/>
              </p:nvSpPr>
              <p:spPr>
                <a:xfrm>
                  <a:off x="17718231" y="5286946"/>
                  <a:ext cx="914725" cy="1276381"/>
                </a:xfrm>
                <a:custGeom>
                  <a:rect b="b" l="l" r="r" t="t"/>
                  <a:pathLst>
                    <a:path extrusionOk="0" h="1276381" w="914725">
                      <a:moveTo>
                        <a:pt x="704743" y="82296"/>
                      </a:moveTo>
                      <a:cubicBezTo>
                        <a:pt x="726841" y="82296"/>
                        <a:pt x="748844" y="88265"/>
                        <a:pt x="768338" y="99536"/>
                      </a:cubicBezTo>
                      <a:cubicBezTo>
                        <a:pt x="797930" y="116618"/>
                        <a:pt x="819075" y="144208"/>
                        <a:pt x="827933" y="177197"/>
                      </a:cubicBezTo>
                      <a:cubicBezTo>
                        <a:pt x="836760" y="210217"/>
                        <a:pt x="832251" y="244665"/>
                        <a:pt x="815170" y="274257"/>
                      </a:cubicBezTo>
                      <a:lnTo>
                        <a:pt x="321045" y="1130109"/>
                      </a:lnTo>
                      <a:cubicBezTo>
                        <a:pt x="298375" y="1169416"/>
                        <a:pt x="256115" y="1193895"/>
                        <a:pt x="210682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7"/>
                        <a:pt x="95620" y="1132269"/>
                        <a:pt x="86793" y="1099280"/>
                      </a:cubicBezTo>
                      <a:cubicBezTo>
                        <a:pt x="77966" y="1066260"/>
                        <a:pt x="82475" y="1031811"/>
                        <a:pt x="99557" y="1002220"/>
                      </a:cubicBezTo>
                      <a:lnTo>
                        <a:pt x="593682" y="146367"/>
                      </a:lnTo>
                      <a:cubicBezTo>
                        <a:pt x="610763" y="116776"/>
                        <a:pt x="638354" y="95631"/>
                        <a:pt x="671342" y="86773"/>
                      </a:cubicBezTo>
                      <a:cubicBezTo>
                        <a:pt x="682295" y="83788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5" y="961041"/>
                      </a:lnTo>
                      <a:cubicBezTo>
                        <a:pt x="179" y="1009681"/>
                        <a:pt x="-7283" y="1066292"/>
                        <a:pt x="7259" y="1120553"/>
                      </a:cubicBezTo>
                      <a:cubicBezTo>
                        <a:pt x="21801" y="1174781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1"/>
                        <a:pt x="210046" y="1276381"/>
                      </a:cubicBezTo>
                      <a:cubicBezTo>
                        <a:pt x="210078" y="1276381"/>
                        <a:pt x="210110" y="1276381"/>
                        <a:pt x="210141" y="1276381"/>
                      </a:cubicBezTo>
                      <a:cubicBezTo>
                        <a:pt x="285072" y="1276381"/>
                        <a:pt x="354922" y="1236091"/>
                        <a:pt x="392355" y="1171257"/>
                      </a:cubicBezTo>
                      <a:lnTo>
                        <a:pt x="886480" y="315404"/>
                      </a:lnTo>
                      <a:cubicBezTo>
                        <a:pt x="914546" y="266795"/>
                        <a:pt x="922008" y="210153"/>
                        <a:pt x="907467" y="155892"/>
                      </a:cubicBezTo>
                      <a:cubicBezTo>
                        <a:pt x="892925" y="101663"/>
                        <a:pt x="858159" y="56324"/>
                        <a:pt x="809518" y="28257"/>
                      </a:cubicBezTo>
                      <a:cubicBezTo>
                        <a:pt x="777101" y="9556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59"/>
                <p:cNvSpPr/>
                <p:nvPr/>
              </p:nvSpPr>
              <p:spPr>
                <a:xfrm>
                  <a:off x="17333907" y="6669373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296"/>
                      </a:moveTo>
                      <a:cubicBezTo>
                        <a:pt x="313160" y="82296"/>
                        <a:pt x="334908" y="88074"/>
                        <a:pt x="354054" y="98996"/>
                      </a:cubicBezTo>
                      <a:cubicBezTo>
                        <a:pt x="383836" y="115983"/>
                        <a:pt x="405172" y="143573"/>
                        <a:pt x="414125" y="176657"/>
                      </a:cubicBezTo>
                      <a:cubicBezTo>
                        <a:pt x="423078" y="209772"/>
                        <a:pt x="418570" y="244348"/>
                        <a:pt x="401425" y="274034"/>
                      </a:cubicBezTo>
                      <a:lnTo>
                        <a:pt x="319320" y="416242"/>
                      </a:lnTo>
                      <a:cubicBezTo>
                        <a:pt x="296555" y="455708"/>
                        <a:pt x="254041" y="480219"/>
                        <a:pt x="208385" y="480219"/>
                      </a:cubicBezTo>
                      <a:lnTo>
                        <a:pt x="208322" y="480219"/>
                      </a:lnTo>
                      <a:cubicBezTo>
                        <a:pt x="185080" y="480219"/>
                        <a:pt x="162157" y="473773"/>
                        <a:pt x="142091" y="461581"/>
                      </a:cubicBezTo>
                      <a:cubicBezTo>
                        <a:pt x="114088" y="444595"/>
                        <a:pt x="94212" y="416877"/>
                        <a:pt x="86116" y="383603"/>
                      </a:cubicBezTo>
                      <a:cubicBezTo>
                        <a:pt x="77861" y="349535"/>
                        <a:pt x="82941" y="314103"/>
                        <a:pt x="100435" y="283781"/>
                      </a:cubicBezTo>
                      <a:lnTo>
                        <a:pt x="179906" y="146145"/>
                      </a:lnTo>
                      <a:cubicBezTo>
                        <a:pt x="202638" y="106775"/>
                        <a:pt x="245278" y="82296"/>
                        <a:pt x="291157" y="82296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6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3"/>
                        <a:pt x="169999" y="562546"/>
                        <a:pt x="208322" y="562546"/>
                      </a:cubicBezTo>
                      <a:cubicBezTo>
                        <a:pt x="208353" y="562546"/>
                        <a:pt x="208353" y="562546"/>
                        <a:pt x="208385" y="562546"/>
                      </a:cubicBezTo>
                      <a:cubicBezTo>
                        <a:pt x="208385" y="562546"/>
                        <a:pt x="208417" y="562546"/>
                        <a:pt x="208417" y="562546"/>
                      </a:cubicBezTo>
                      <a:cubicBezTo>
                        <a:pt x="208417" y="562546"/>
                        <a:pt x="208449" y="562546"/>
                        <a:pt x="208449" y="562546"/>
                      </a:cubicBezTo>
                      <a:cubicBezTo>
                        <a:pt x="283378" y="562546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1" name="Google Shape;421;p59"/>
              <p:cNvGrpSpPr/>
              <p:nvPr/>
            </p:nvGrpSpPr>
            <p:grpSpPr>
              <a:xfrm>
                <a:off x="14284901" y="126269"/>
                <a:ext cx="4023738" cy="6661657"/>
                <a:chOff x="14284901" y="126269"/>
                <a:chExt cx="4023738" cy="6661657"/>
              </a:xfrm>
            </p:grpSpPr>
            <p:sp>
              <p:nvSpPr>
                <p:cNvPr id="422" name="Google Shape;422;p59"/>
                <p:cNvSpPr/>
                <p:nvPr/>
              </p:nvSpPr>
              <p:spPr>
                <a:xfrm>
                  <a:off x="17199245" y="126269"/>
                  <a:ext cx="1109394" cy="1613598"/>
                </a:xfrm>
                <a:custGeom>
                  <a:rect b="b" l="l" r="r" t="t"/>
                  <a:pathLst>
                    <a:path extrusionOk="0" h="1613598" w="1109394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3030" y="99536"/>
                      </a:cubicBezTo>
                      <a:cubicBezTo>
                        <a:pt x="992620" y="116618"/>
                        <a:pt x="1013766" y="144209"/>
                        <a:pt x="1022624" y="177197"/>
                      </a:cubicBezTo>
                      <a:cubicBezTo>
                        <a:pt x="1031450" y="210185"/>
                        <a:pt x="1026910" y="244666"/>
                        <a:pt x="1009829" y="274257"/>
                      </a:cubicBezTo>
                      <a:lnTo>
                        <a:pt x="321012" y="1467263"/>
                      </a:lnTo>
                      <a:cubicBezTo>
                        <a:pt x="298279" y="1506633"/>
                        <a:pt x="255894" y="1531144"/>
                        <a:pt x="210364" y="1531239"/>
                      </a:cubicBezTo>
                      <a:lnTo>
                        <a:pt x="210078" y="1531239"/>
                      </a:lnTo>
                      <a:lnTo>
                        <a:pt x="209856" y="1531239"/>
                      </a:lnTo>
                      <a:cubicBezTo>
                        <a:pt x="187662" y="1531207"/>
                        <a:pt x="165691" y="1525270"/>
                        <a:pt x="146293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0" y="116713"/>
                        <a:pt x="832981" y="95568"/>
                        <a:pt x="865970" y="86709"/>
                      </a:cubicBezTo>
                      <a:cubicBezTo>
                        <a:pt x="876987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71"/>
                      </a:cubicBezTo>
                      <a:cubicBezTo>
                        <a:pt x="790436" y="21812"/>
                        <a:pt x="745097" y="56579"/>
                        <a:pt x="717031" y="105220"/>
                      </a:cubicBezTo>
                      <a:lnTo>
                        <a:pt x="28245" y="1298258"/>
                      </a:lnTo>
                      <a:cubicBezTo>
                        <a:pt x="179" y="1346867"/>
                        <a:pt x="-7283" y="1403509"/>
                        <a:pt x="7259" y="1457770"/>
                      </a:cubicBezTo>
                      <a:cubicBezTo>
                        <a:pt x="21800" y="1511999"/>
                        <a:pt x="56567" y="1557338"/>
                        <a:pt x="105176" y="1585405"/>
                      </a:cubicBezTo>
                      <a:cubicBezTo>
                        <a:pt x="137085" y="1603851"/>
                        <a:pt x="173344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1" y="1613599"/>
                        <a:pt x="210141" y="1613599"/>
                      </a:cubicBezTo>
                      <a:cubicBezTo>
                        <a:pt x="285103" y="1613599"/>
                        <a:pt x="354922" y="1573308"/>
                        <a:pt x="392355" y="1508443"/>
                      </a:cubicBezTo>
                      <a:lnTo>
                        <a:pt x="1081139" y="315405"/>
                      </a:lnTo>
                      <a:cubicBezTo>
                        <a:pt x="1109206" y="266764"/>
                        <a:pt x="1116667" y="210153"/>
                        <a:pt x="1102157" y="155893"/>
                      </a:cubicBezTo>
                      <a:cubicBezTo>
                        <a:pt x="1087617" y="101664"/>
                        <a:pt x="1052850" y="56324"/>
                        <a:pt x="1004209" y="28257"/>
                      </a:cubicBezTo>
                      <a:cubicBezTo>
                        <a:pt x="971793" y="9557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59"/>
                <p:cNvSpPr/>
                <p:nvPr/>
              </p:nvSpPr>
              <p:spPr>
                <a:xfrm>
                  <a:off x="16415646" y="1820608"/>
                  <a:ext cx="914512" cy="1276477"/>
                </a:xfrm>
                <a:custGeom>
                  <a:rect b="b" l="l" r="r" t="t"/>
                  <a:pathLst>
                    <a:path extrusionOk="0" h="1276477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1" y="110744"/>
                        <a:pt x="803971" y="126873"/>
                        <a:pt x="815115" y="146145"/>
                      </a:cubicBezTo>
                      <a:lnTo>
                        <a:pt x="815306" y="146463"/>
                      </a:lnTo>
                      <a:lnTo>
                        <a:pt x="815497" y="146780"/>
                      </a:lnTo>
                      <a:lnTo>
                        <a:pt x="815528" y="146844"/>
                      </a:lnTo>
                      <a:cubicBezTo>
                        <a:pt x="837975" y="186277"/>
                        <a:pt x="837881" y="235014"/>
                        <a:pt x="815211" y="274257"/>
                      </a:cubicBezTo>
                      <a:lnTo>
                        <a:pt x="321086" y="1130110"/>
                      </a:lnTo>
                      <a:cubicBezTo>
                        <a:pt x="304004" y="1159701"/>
                        <a:pt x="276445" y="1180846"/>
                        <a:pt x="243425" y="1189704"/>
                      </a:cubicBezTo>
                      <a:cubicBezTo>
                        <a:pt x="232407" y="1192657"/>
                        <a:pt x="221137" y="1194149"/>
                        <a:pt x="209961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8"/>
                        <a:pt x="95597" y="1132237"/>
                        <a:pt x="86771" y="1099249"/>
                      </a:cubicBezTo>
                      <a:cubicBezTo>
                        <a:pt x="77944" y="1066229"/>
                        <a:pt x="82484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3" y="116745"/>
                        <a:pt x="638332" y="95599"/>
                        <a:pt x="671351" y="86741"/>
                      </a:cubicBezTo>
                      <a:cubicBezTo>
                        <a:pt x="682368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4" y="2413"/>
                        <a:pt x="650015" y="7271"/>
                      </a:cubicBezTo>
                      <a:cubicBezTo>
                        <a:pt x="595787" y="21812"/>
                        <a:pt x="550448" y="56579"/>
                        <a:pt x="522380" y="105220"/>
                      </a:cubicBezTo>
                      <a:lnTo>
                        <a:pt x="28256" y="961073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6" y="1248220"/>
                      </a:cubicBezTo>
                      <a:cubicBezTo>
                        <a:pt x="137571" y="1266920"/>
                        <a:pt x="173512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8" y="1269206"/>
                      </a:cubicBezTo>
                      <a:cubicBezTo>
                        <a:pt x="318926" y="1254665"/>
                        <a:pt x="364265" y="1219899"/>
                        <a:pt x="392333" y="1171258"/>
                      </a:cubicBezTo>
                      <a:lnTo>
                        <a:pt x="886458" y="315436"/>
                      </a:lnTo>
                      <a:cubicBezTo>
                        <a:pt x="923891" y="250603"/>
                        <a:pt x="923859" y="169958"/>
                        <a:pt x="886394" y="105061"/>
                      </a:cubicBezTo>
                      <a:cubicBezTo>
                        <a:pt x="886394" y="105029"/>
                        <a:pt x="886362" y="104997"/>
                        <a:pt x="886362" y="104997"/>
                      </a:cubicBezTo>
                      <a:cubicBezTo>
                        <a:pt x="868011" y="73247"/>
                        <a:pt x="841436" y="46704"/>
                        <a:pt x="809527" y="28289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59"/>
                <p:cNvSpPr/>
                <p:nvPr/>
              </p:nvSpPr>
              <p:spPr>
                <a:xfrm>
                  <a:off x="14949976" y="3927062"/>
                  <a:ext cx="1164199" cy="1709007"/>
                </a:xfrm>
                <a:custGeom>
                  <a:rect b="b" l="l" r="r" t="t"/>
                  <a:pathLst>
                    <a:path extrusionOk="0" h="1709007" w="1164199">
                      <a:moveTo>
                        <a:pt x="954302" y="82296"/>
                      </a:moveTo>
                      <a:cubicBezTo>
                        <a:pt x="976401" y="82296"/>
                        <a:pt x="998371" y="88265"/>
                        <a:pt x="1017897" y="99536"/>
                      </a:cubicBezTo>
                      <a:cubicBezTo>
                        <a:pt x="1047488" y="116618"/>
                        <a:pt x="1068665" y="144209"/>
                        <a:pt x="1077492" y="177165"/>
                      </a:cubicBezTo>
                      <a:cubicBezTo>
                        <a:pt x="1086319" y="210185"/>
                        <a:pt x="1081779" y="244666"/>
                        <a:pt x="1064697" y="274225"/>
                      </a:cubicBezTo>
                      <a:lnTo>
                        <a:pt x="320858" y="1562608"/>
                      </a:lnTo>
                      <a:cubicBezTo>
                        <a:pt x="303776" y="1592199"/>
                        <a:pt x="276186" y="1613376"/>
                        <a:pt x="243197" y="1622203"/>
                      </a:cubicBezTo>
                      <a:cubicBezTo>
                        <a:pt x="232180" y="1625156"/>
                        <a:pt x="220940" y="1626648"/>
                        <a:pt x="209764" y="1626648"/>
                      </a:cubicBezTo>
                      <a:cubicBezTo>
                        <a:pt x="187666" y="1626648"/>
                        <a:pt x="165696" y="1620679"/>
                        <a:pt x="146138" y="1609408"/>
                      </a:cubicBezTo>
                      <a:cubicBezTo>
                        <a:pt x="126707" y="1598200"/>
                        <a:pt x="110546" y="1582103"/>
                        <a:pt x="99401" y="1562798"/>
                      </a:cubicBezTo>
                      <a:lnTo>
                        <a:pt x="99180" y="1562417"/>
                      </a:lnTo>
                      <a:lnTo>
                        <a:pt x="99180" y="1562417"/>
                      </a:lnTo>
                      <a:cubicBezTo>
                        <a:pt x="76573" y="1522921"/>
                        <a:pt x="76605" y="1474026"/>
                        <a:pt x="99338" y="1434687"/>
                      </a:cubicBezTo>
                      <a:lnTo>
                        <a:pt x="843177" y="146304"/>
                      </a:lnTo>
                      <a:cubicBezTo>
                        <a:pt x="860259" y="116713"/>
                        <a:pt x="887849" y="95536"/>
                        <a:pt x="920838" y="86709"/>
                      </a:cubicBezTo>
                      <a:cubicBezTo>
                        <a:pt x="931887" y="83788"/>
                        <a:pt x="943126" y="82296"/>
                        <a:pt x="954302" y="82296"/>
                      </a:cubicBezTo>
                      <a:moveTo>
                        <a:pt x="954302" y="0"/>
                      </a:moveTo>
                      <a:cubicBezTo>
                        <a:pt x="936046" y="0"/>
                        <a:pt x="917663" y="2413"/>
                        <a:pt x="899533" y="7271"/>
                      </a:cubicBezTo>
                      <a:cubicBezTo>
                        <a:pt x="845305" y="21812"/>
                        <a:pt x="799997" y="56578"/>
                        <a:pt x="771898" y="105220"/>
                      </a:cubicBezTo>
                      <a:lnTo>
                        <a:pt x="28059" y="1393603"/>
                      </a:lnTo>
                      <a:cubicBezTo>
                        <a:pt x="-9374" y="1458436"/>
                        <a:pt x="-9342" y="1539050"/>
                        <a:pt x="28091" y="1603979"/>
                      </a:cubicBezTo>
                      <a:cubicBezTo>
                        <a:pt x="28091" y="1604010"/>
                        <a:pt x="28123" y="1604042"/>
                        <a:pt x="28123" y="1604042"/>
                      </a:cubicBezTo>
                      <a:cubicBezTo>
                        <a:pt x="46474" y="1635792"/>
                        <a:pt x="73049" y="1662335"/>
                        <a:pt x="104989" y="1680750"/>
                      </a:cubicBezTo>
                      <a:cubicBezTo>
                        <a:pt x="137375" y="1699451"/>
                        <a:pt x="173315" y="1709007"/>
                        <a:pt x="209733" y="1709007"/>
                      </a:cubicBezTo>
                      <a:cubicBezTo>
                        <a:pt x="227989" y="1709007"/>
                        <a:pt x="246372" y="1706594"/>
                        <a:pt x="264470" y="1701768"/>
                      </a:cubicBezTo>
                      <a:cubicBezTo>
                        <a:pt x="318699" y="1687227"/>
                        <a:pt x="364006" y="1652460"/>
                        <a:pt x="392105" y="1603820"/>
                      </a:cubicBezTo>
                      <a:lnTo>
                        <a:pt x="1135944" y="315436"/>
                      </a:lnTo>
                      <a:cubicBezTo>
                        <a:pt x="1164011" y="266827"/>
                        <a:pt x="1171472" y="210185"/>
                        <a:pt x="1156962" y="155924"/>
                      </a:cubicBezTo>
                      <a:cubicBezTo>
                        <a:pt x="1142421" y="101695"/>
                        <a:pt x="1107623" y="56356"/>
                        <a:pt x="1059013" y="28289"/>
                      </a:cubicBezTo>
                      <a:cubicBezTo>
                        <a:pt x="1026660" y="9557"/>
                        <a:pt x="990719" y="0"/>
                        <a:pt x="954302" y="0"/>
                      </a:cubicBezTo>
                      <a:lnTo>
                        <a:pt x="9543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59"/>
                <p:cNvSpPr/>
                <p:nvPr/>
              </p:nvSpPr>
              <p:spPr>
                <a:xfrm>
                  <a:off x="14284901" y="5740177"/>
                  <a:ext cx="782498" cy="1047749"/>
                </a:xfrm>
                <a:custGeom>
                  <a:rect b="b" l="l" r="r" t="t"/>
                  <a:pathLst>
                    <a:path extrusionOk="0" h="1047749" w="782498">
                      <a:moveTo>
                        <a:pt x="572579" y="82296"/>
                      </a:moveTo>
                      <a:cubicBezTo>
                        <a:pt x="594677" y="82296"/>
                        <a:pt x="616681" y="88265"/>
                        <a:pt x="636175" y="99504"/>
                      </a:cubicBezTo>
                      <a:cubicBezTo>
                        <a:pt x="665734" y="116586"/>
                        <a:pt x="686911" y="144145"/>
                        <a:pt x="695738" y="177165"/>
                      </a:cubicBezTo>
                      <a:cubicBezTo>
                        <a:pt x="704596" y="210185"/>
                        <a:pt x="700056" y="244634"/>
                        <a:pt x="682974" y="274225"/>
                      </a:cubicBezTo>
                      <a:lnTo>
                        <a:pt x="320833" y="901446"/>
                      </a:lnTo>
                      <a:cubicBezTo>
                        <a:pt x="303752" y="931005"/>
                        <a:pt x="276194" y="952183"/>
                        <a:pt x="243173" y="961009"/>
                      </a:cubicBezTo>
                      <a:cubicBezTo>
                        <a:pt x="232156" y="963962"/>
                        <a:pt x="220885" y="965454"/>
                        <a:pt x="209708" y="965454"/>
                      </a:cubicBezTo>
                      <a:cubicBezTo>
                        <a:pt x="187611" y="965454"/>
                        <a:pt x="165608" y="959516"/>
                        <a:pt x="146113" y="948246"/>
                      </a:cubicBezTo>
                      <a:cubicBezTo>
                        <a:pt x="126746" y="937070"/>
                        <a:pt x="110521" y="920877"/>
                        <a:pt x="99187" y="901414"/>
                      </a:cubicBezTo>
                      <a:cubicBezTo>
                        <a:pt x="88107" y="882205"/>
                        <a:pt x="82233" y="860171"/>
                        <a:pt x="82296" y="837724"/>
                      </a:cubicBezTo>
                      <a:lnTo>
                        <a:pt x="82296" y="837565"/>
                      </a:lnTo>
                      <a:lnTo>
                        <a:pt x="82296" y="837406"/>
                      </a:lnTo>
                      <a:cubicBezTo>
                        <a:pt x="82233" y="814991"/>
                        <a:pt x="88138" y="792924"/>
                        <a:pt x="99314" y="773557"/>
                      </a:cubicBezTo>
                      <a:lnTo>
                        <a:pt x="461454" y="146336"/>
                      </a:lnTo>
                      <a:cubicBezTo>
                        <a:pt x="478536" y="116776"/>
                        <a:pt x="506127" y="95599"/>
                        <a:pt x="539115" y="86773"/>
                      </a:cubicBezTo>
                      <a:cubicBezTo>
                        <a:pt x="550132" y="83788"/>
                        <a:pt x="561403" y="82296"/>
                        <a:pt x="572579" y="82296"/>
                      </a:cubicBezTo>
                      <a:moveTo>
                        <a:pt x="572579" y="0"/>
                      </a:moveTo>
                      <a:cubicBezTo>
                        <a:pt x="554323" y="0"/>
                        <a:pt x="535940" y="2413"/>
                        <a:pt x="517811" y="7239"/>
                      </a:cubicBezTo>
                      <a:cubicBezTo>
                        <a:pt x="463581" y="21780"/>
                        <a:pt x="418243" y="56547"/>
                        <a:pt x="390176" y="105156"/>
                      </a:cubicBezTo>
                      <a:lnTo>
                        <a:pt x="28035" y="732377"/>
                      </a:lnTo>
                      <a:cubicBezTo>
                        <a:pt x="9366" y="764730"/>
                        <a:pt x="-63" y="801084"/>
                        <a:pt x="0" y="837565"/>
                      </a:cubicBezTo>
                      <a:cubicBezTo>
                        <a:pt x="-63" y="873791"/>
                        <a:pt x="9271" y="910304"/>
                        <a:pt x="27971" y="942658"/>
                      </a:cubicBezTo>
                      <a:cubicBezTo>
                        <a:pt x="46450" y="974471"/>
                        <a:pt x="73056" y="1001077"/>
                        <a:pt x="104965" y="1019524"/>
                      </a:cubicBezTo>
                      <a:cubicBezTo>
                        <a:pt x="137350" y="1038225"/>
                        <a:pt x="173291" y="1047750"/>
                        <a:pt x="209708" y="1047750"/>
                      </a:cubicBezTo>
                      <a:cubicBezTo>
                        <a:pt x="227965" y="1047750"/>
                        <a:pt x="246348" y="1045337"/>
                        <a:pt x="264477" y="1040511"/>
                      </a:cubicBezTo>
                      <a:cubicBezTo>
                        <a:pt x="318706" y="1025970"/>
                        <a:pt x="364046" y="991203"/>
                        <a:pt x="392113" y="942594"/>
                      </a:cubicBezTo>
                      <a:lnTo>
                        <a:pt x="754253" y="315373"/>
                      </a:lnTo>
                      <a:cubicBezTo>
                        <a:pt x="782320" y="266763"/>
                        <a:pt x="789782" y="210090"/>
                        <a:pt x="775240" y="155861"/>
                      </a:cubicBezTo>
                      <a:cubicBezTo>
                        <a:pt x="760698" y="101631"/>
                        <a:pt x="725932" y="56293"/>
                        <a:pt x="677323" y="28225"/>
                      </a:cubicBezTo>
                      <a:cubicBezTo>
                        <a:pt x="644938" y="9556"/>
                        <a:pt x="608997" y="0"/>
                        <a:pt x="572579" y="0"/>
                      </a:cubicBezTo>
                      <a:lnTo>
                        <a:pt x="5725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59"/>
                <p:cNvSpPr/>
                <p:nvPr/>
              </p:nvSpPr>
              <p:spPr>
                <a:xfrm>
                  <a:off x="15996766" y="3201193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0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0" y="470789"/>
                      </a:lnTo>
                      <a:cubicBezTo>
                        <a:pt x="299403" y="512540"/>
                        <a:pt x="254826" y="538480"/>
                        <a:pt x="207232" y="538480"/>
                      </a:cubicBezTo>
                      <a:cubicBezTo>
                        <a:pt x="186372" y="538480"/>
                        <a:pt x="166656" y="533495"/>
                        <a:pt x="148686" y="523621"/>
                      </a:cubicBezTo>
                      <a:cubicBezTo>
                        <a:pt x="128174" y="512382"/>
                        <a:pt x="111189" y="495840"/>
                        <a:pt x="99568" y="475837"/>
                      </a:cubicBezTo>
                      <a:lnTo>
                        <a:pt x="99409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2" y="386874"/>
                        <a:pt x="99346" y="347504"/>
                      </a:cubicBezTo>
                      <a:lnTo>
                        <a:pt x="215487" y="146336"/>
                      </a:lnTo>
                      <a:cubicBezTo>
                        <a:pt x="232632" y="116649"/>
                        <a:pt x="260318" y="95472"/>
                        <a:pt x="293465" y="86678"/>
                      </a:cubicBezTo>
                      <a:cubicBezTo>
                        <a:pt x="304387" y="83757"/>
                        <a:pt x="315531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0" y="516731"/>
                      </a:cubicBezTo>
                      <a:cubicBezTo>
                        <a:pt x="28130" y="516763"/>
                        <a:pt x="28162" y="516795"/>
                        <a:pt x="28162" y="516795"/>
                      </a:cubicBezTo>
                      <a:cubicBezTo>
                        <a:pt x="47339" y="549973"/>
                        <a:pt x="75311" y="577278"/>
                        <a:pt x="109124" y="595821"/>
                      </a:cubicBezTo>
                      <a:cubicBezTo>
                        <a:pt x="140017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79" y="511969"/>
                      </a:cubicBezTo>
                      <a:lnTo>
                        <a:pt x="508285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69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7" name="Google Shape;427;p59"/>
              <p:cNvGrpSpPr/>
              <p:nvPr/>
            </p:nvGrpSpPr>
            <p:grpSpPr>
              <a:xfrm>
                <a:off x="15448143" y="2731135"/>
                <a:ext cx="2678444" cy="4330921"/>
                <a:chOff x="15448143" y="2731135"/>
                <a:chExt cx="2678444" cy="4330921"/>
              </a:xfrm>
            </p:grpSpPr>
            <p:sp>
              <p:nvSpPr>
                <p:cNvPr id="428" name="Google Shape;428;p59"/>
                <p:cNvSpPr/>
                <p:nvPr/>
              </p:nvSpPr>
              <p:spPr>
                <a:xfrm>
                  <a:off x="15834303" y="4779327"/>
                  <a:ext cx="1109175" cy="1613630"/>
                </a:xfrm>
                <a:custGeom>
                  <a:rect b="b" l="l" r="r" t="t"/>
                  <a:pathLst>
                    <a:path extrusionOk="0" h="1613630" w="1109175">
                      <a:moveTo>
                        <a:pt x="899443" y="82328"/>
                      </a:moveTo>
                      <a:cubicBezTo>
                        <a:pt x="921542" y="82328"/>
                        <a:pt x="943544" y="88297"/>
                        <a:pt x="963039" y="99536"/>
                      </a:cubicBezTo>
                      <a:cubicBezTo>
                        <a:pt x="982406" y="110712"/>
                        <a:pt x="998504" y="126746"/>
                        <a:pt x="1009648" y="145955"/>
                      </a:cubicBezTo>
                      <a:lnTo>
                        <a:pt x="1009774" y="146145"/>
                      </a:lnTo>
                      <a:lnTo>
                        <a:pt x="1009902" y="146336"/>
                      </a:lnTo>
                      <a:cubicBezTo>
                        <a:pt x="1032635" y="185864"/>
                        <a:pt x="1032603" y="234855"/>
                        <a:pt x="1009870" y="274257"/>
                      </a:cubicBezTo>
                      <a:lnTo>
                        <a:pt x="321085" y="1467294"/>
                      </a:lnTo>
                      <a:cubicBezTo>
                        <a:pt x="304004" y="1496885"/>
                        <a:pt x="276413" y="1518063"/>
                        <a:pt x="243425" y="1526889"/>
                      </a:cubicBezTo>
                      <a:cubicBezTo>
                        <a:pt x="232408" y="1529842"/>
                        <a:pt x="221168" y="1531334"/>
                        <a:pt x="209992" y="1531334"/>
                      </a:cubicBezTo>
                      <a:cubicBezTo>
                        <a:pt x="187894" y="1531334"/>
                        <a:pt x="165892" y="1525365"/>
                        <a:pt x="146397" y="1514125"/>
                      </a:cubicBezTo>
                      <a:cubicBezTo>
                        <a:pt x="116806" y="1497044"/>
                        <a:pt x="95629" y="1469453"/>
                        <a:pt x="86802" y="1436465"/>
                      </a:cubicBezTo>
                      <a:cubicBezTo>
                        <a:pt x="77975" y="1403445"/>
                        <a:pt x="82484" y="1368996"/>
                        <a:pt x="99597" y="1339406"/>
                      </a:cubicBezTo>
                      <a:lnTo>
                        <a:pt x="788382" y="146367"/>
                      </a:lnTo>
                      <a:cubicBezTo>
                        <a:pt x="805464" y="116776"/>
                        <a:pt x="833054" y="95631"/>
                        <a:pt x="866042" y="86773"/>
                      </a:cubicBezTo>
                      <a:cubicBezTo>
                        <a:pt x="876996" y="83820"/>
                        <a:pt x="888267" y="82328"/>
                        <a:pt x="899443" y="82328"/>
                      </a:cubicBezTo>
                      <a:moveTo>
                        <a:pt x="899443" y="0"/>
                      </a:moveTo>
                      <a:cubicBezTo>
                        <a:pt x="881187" y="0"/>
                        <a:pt x="862804" y="2413"/>
                        <a:pt x="844674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5"/>
                      </a:lnTo>
                      <a:cubicBezTo>
                        <a:pt x="188" y="1346835"/>
                        <a:pt x="-7273" y="1403509"/>
                        <a:pt x="7236" y="1457738"/>
                      </a:cubicBezTo>
                      <a:cubicBezTo>
                        <a:pt x="21746" y="1511967"/>
                        <a:pt x="56544" y="1557306"/>
                        <a:pt x="105185" y="1585373"/>
                      </a:cubicBezTo>
                      <a:cubicBezTo>
                        <a:pt x="137570" y="1604073"/>
                        <a:pt x="173512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97" y="1606359"/>
                      </a:cubicBezTo>
                      <a:cubicBezTo>
                        <a:pt x="318927" y="1591818"/>
                        <a:pt x="364234" y="1557052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18550" y="250539"/>
                        <a:pt x="1118518" y="169926"/>
                        <a:pt x="1081086" y="104997"/>
                      </a:cubicBezTo>
                      <a:cubicBezTo>
                        <a:pt x="1081086" y="104965"/>
                        <a:pt x="1081054" y="104934"/>
                        <a:pt x="1081054" y="104934"/>
                      </a:cubicBezTo>
                      <a:cubicBezTo>
                        <a:pt x="1062702" y="73184"/>
                        <a:pt x="1036127" y="46641"/>
                        <a:pt x="1004218" y="28225"/>
                      </a:cubicBezTo>
                      <a:cubicBezTo>
                        <a:pt x="971802" y="9557"/>
                        <a:pt x="935860" y="0"/>
                        <a:pt x="899443" y="0"/>
                      </a:cubicBezTo>
                      <a:lnTo>
                        <a:pt x="8994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59"/>
                <p:cNvSpPr/>
                <p:nvPr/>
              </p:nvSpPr>
              <p:spPr>
                <a:xfrm>
                  <a:off x="16826046" y="3398773"/>
                  <a:ext cx="914480" cy="1276413"/>
                </a:xfrm>
                <a:custGeom>
                  <a:rect b="b" l="l" r="r" t="t"/>
                  <a:pathLst>
                    <a:path extrusionOk="0" h="1276413" w="914480">
                      <a:moveTo>
                        <a:pt x="704752" y="82328"/>
                      </a:moveTo>
                      <a:cubicBezTo>
                        <a:pt x="726850" y="82328"/>
                        <a:pt x="748854" y="88297"/>
                        <a:pt x="768348" y="99568"/>
                      </a:cubicBezTo>
                      <a:cubicBezTo>
                        <a:pt x="786985" y="110331"/>
                        <a:pt x="802638" y="125603"/>
                        <a:pt x="813687" y="143859"/>
                      </a:cubicBezTo>
                      <a:lnTo>
                        <a:pt x="813909" y="144304"/>
                      </a:lnTo>
                      <a:lnTo>
                        <a:pt x="815465" y="146876"/>
                      </a:lnTo>
                      <a:cubicBezTo>
                        <a:pt x="837912" y="186277"/>
                        <a:pt x="837785" y="235014"/>
                        <a:pt x="815147" y="274257"/>
                      </a:cubicBezTo>
                      <a:lnTo>
                        <a:pt x="321022" y="1130110"/>
                      </a:lnTo>
                      <a:cubicBezTo>
                        <a:pt x="303940" y="1159669"/>
                        <a:pt x="276382" y="1180846"/>
                        <a:pt x="243361" y="1189704"/>
                      </a:cubicBezTo>
                      <a:cubicBezTo>
                        <a:pt x="232344" y="1192657"/>
                        <a:pt x="221105" y="1194149"/>
                        <a:pt x="209929" y="1194149"/>
                      </a:cubicBezTo>
                      <a:cubicBezTo>
                        <a:pt x="187830" y="1194149"/>
                        <a:pt x="165860" y="1188180"/>
                        <a:pt x="146334" y="1176909"/>
                      </a:cubicBezTo>
                      <a:cubicBezTo>
                        <a:pt x="116742" y="1159828"/>
                        <a:pt x="95597" y="1132269"/>
                        <a:pt x="86739" y="1099280"/>
                      </a:cubicBezTo>
                      <a:cubicBezTo>
                        <a:pt x="77912" y="1066261"/>
                        <a:pt x="82452" y="1031811"/>
                        <a:pt x="99534" y="1002221"/>
                      </a:cubicBezTo>
                      <a:lnTo>
                        <a:pt x="593659" y="146367"/>
                      </a:lnTo>
                      <a:cubicBezTo>
                        <a:pt x="610741" y="116777"/>
                        <a:pt x="638300" y="95631"/>
                        <a:pt x="671319" y="86773"/>
                      </a:cubicBezTo>
                      <a:cubicBezTo>
                        <a:pt x="682305" y="83820"/>
                        <a:pt x="693576" y="82328"/>
                        <a:pt x="704752" y="82328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8" y="56547"/>
                        <a:pt x="522381" y="105188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6" y="1248156"/>
                      </a:cubicBezTo>
                      <a:cubicBezTo>
                        <a:pt x="137571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66" y="1269143"/>
                      </a:cubicBezTo>
                      <a:cubicBezTo>
                        <a:pt x="318894" y="1254601"/>
                        <a:pt x="364234" y="1219835"/>
                        <a:pt x="392301" y="1171194"/>
                      </a:cubicBezTo>
                      <a:lnTo>
                        <a:pt x="886426" y="315373"/>
                      </a:lnTo>
                      <a:cubicBezTo>
                        <a:pt x="923859" y="250539"/>
                        <a:pt x="923827" y="169894"/>
                        <a:pt x="886362" y="104997"/>
                      </a:cubicBezTo>
                      <a:cubicBezTo>
                        <a:pt x="886362" y="104966"/>
                        <a:pt x="886330" y="104934"/>
                        <a:pt x="886330" y="104934"/>
                      </a:cubicBezTo>
                      <a:cubicBezTo>
                        <a:pt x="867980" y="73184"/>
                        <a:pt x="841404" y="46641"/>
                        <a:pt x="809496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59"/>
                <p:cNvSpPr/>
                <p:nvPr/>
              </p:nvSpPr>
              <p:spPr>
                <a:xfrm>
                  <a:off x="15448143" y="6500209"/>
                  <a:ext cx="502315" cy="561847"/>
                </a:xfrm>
                <a:custGeom>
                  <a:rect b="b" l="l" r="r" t="t"/>
                  <a:pathLst>
                    <a:path extrusionOk="0" h="561847" w="502315">
                      <a:moveTo>
                        <a:pt x="295194" y="82296"/>
                      </a:moveTo>
                      <a:cubicBezTo>
                        <a:pt x="315991" y="82296"/>
                        <a:pt x="335580" y="87249"/>
                        <a:pt x="353456" y="97059"/>
                      </a:cubicBezTo>
                      <a:cubicBezTo>
                        <a:pt x="372665" y="107696"/>
                        <a:pt x="388857" y="122904"/>
                        <a:pt x="400477" y="141256"/>
                      </a:cubicBezTo>
                      <a:lnTo>
                        <a:pt x="402796" y="145288"/>
                      </a:lnTo>
                      <a:cubicBezTo>
                        <a:pt x="425655" y="184880"/>
                        <a:pt x="425719" y="233934"/>
                        <a:pt x="402954" y="273367"/>
                      </a:cubicBezTo>
                      <a:lnTo>
                        <a:pt x="320849" y="415575"/>
                      </a:lnTo>
                      <a:cubicBezTo>
                        <a:pt x="303735" y="445230"/>
                        <a:pt x="276017" y="466375"/>
                        <a:pt x="242680" y="475202"/>
                      </a:cubicBezTo>
                      <a:cubicBezTo>
                        <a:pt x="231790" y="478091"/>
                        <a:pt x="220677" y="479584"/>
                        <a:pt x="209628" y="479584"/>
                      </a:cubicBezTo>
                      <a:cubicBezTo>
                        <a:pt x="187340" y="479584"/>
                        <a:pt x="165115" y="473487"/>
                        <a:pt x="145430" y="462026"/>
                      </a:cubicBezTo>
                      <a:cubicBezTo>
                        <a:pt x="84914" y="426656"/>
                        <a:pt x="64245" y="348456"/>
                        <a:pt x="99297" y="287718"/>
                      </a:cubicBezTo>
                      <a:lnTo>
                        <a:pt x="178736" y="150114"/>
                      </a:lnTo>
                      <a:cubicBezTo>
                        <a:pt x="202929" y="108267"/>
                        <a:pt x="247538" y="82296"/>
                        <a:pt x="295194" y="82296"/>
                      </a:cubicBezTo>
                      <a:moveTo>
                        <a:pt x="295194" y="0"/>
                      </a:moveTo>
                      <a:cubicBezTo>
                        <a:pt x="220995" y="0"/>
                        <a:pt x="147620" y="39465"/>
                        <a:pt x="107521" y="108903"/>
                      </a:cubicBezTo>
                      <a:lnTo>
                        <a:pt x="28082" y="246507"/>
                      </a:lnTo>
                      <a:cubicBezTo>
                        <a:pt x="-29608" y="346424"/>
                        <a:pt x="4459" y="474884"/>
                        <a:pt x="103964" y="533019"/>
                      </a:cubicBezTo>
                      <a:cubicBezTo>
                        <a:pt x="136635" y="552069"/>
                        <a:pt x="172893" y="561848"/>
                        <a:pt x="209692" y="561848"/>
                      </a:cubicBezTo>
                      <a:cubicBezTo>
                        <a:pt x="227757" y="561848"/>
                        <a:pt x="245982" y="559498"/>
                        <a:pt x="263921" y="554704"/>
                      </a:cubicBezTo>
                      <a:cubicBezTo>
                        <a:pt x="318340" y="540290"/>
                        <a:pt x="363996" y="505523"/>
                        <a:pt x="392191" y="456692"/>
                      </a:cubicBezTo>
                      <a:lnTo>
                        <a:pt x="474296" y="314484"/>
                      </a:lnTo>
                      <a:cubicBezTo>
                        <a:pt x="511761" y="249586"/>
                        <a:pt x="511602" y="168973"/>
                        <a:pt x="474138" y="104077"/>
                      </a:cubicBezTo>
                      <a:cubicBezTo>
                        <a:pt x="474138" y="104077"/>
                        <a:pt x="474138" y="104077"/>
                        <a:pt x="474201" y="103981"/>
                      </a:cubicBezTo>
                      <a:cubicBezTo>
                        <a:pt x="454929" y="70865"/>
                        <a:pt x="426957" y="43593"/>
                        <a:pt x="393207" y="24955"/>
                      </a:cubicBezTo>
                      <a:cubicBezTo>
                        <a:pt x="362314" y="8033"/>
                        <a:pt x="328659" y="0"/>
                        <a:pt x="295194" y="0"/>
                      </a:cubicBezTo>
                      <a:lnTo>
                        <a:pt x="29519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59"/>
                <p:cNvSpPr/>
                <p:nvPr/>
              </p:nvSpPr>
              <p:spPr>
                <a:xfrm>
                  <a:off x="17624282" y="2731135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3528" y="108077"/>
                        <a:pt x="390101" y="123952"/>
                        <a:pt x="401690" y="143192"/>
                      </a:cubicBezTo>
                      <a:lnTo>
                        <a:pt x="401690" y="143224"/>
                      </a:lnTo>
                      <a:lnTo>
                        <a:pt x="403055" y="145542"/>
                      </a:lnTo>
                      <a:cubicBezTo>
                        <a:pt x="425725" y="185007"/>
                        <a:pt x="425693" y="233934"/>
                        <a:pt x="402960" y="273304"/>
                      </a:cubicBezTo>
                      <a:lnTo>
                        <a:pt x="320854" y="415544"/>
                      </a:lnTo>
                      <a:cubicBezTo>
                        <a:pt x="303710" y="445230"/>
                        <a:pt x="276024" y="466407"/>
                        <a:pt x="242876" y="475202"/>
                      </a:cubicBezTo>
                      <a:cubicBezTo>
                        <a:pt x="231954" y="478092"/>
                        <a:pt x="220810" y="479584"/>
                        <a:pt x="209729" y="479584"/>
                      </a:cubicBezTo>
                      <a:cubicBezTo>
                        <a:pt x="187441" y="479584"/>
                        <a:pt x="165247" y="473520"/>
                        <a:pt x="145594" y="462026"/>
                      </a:cubicBezTo>
                      <a:cubicBezTo>
                        <a:pt x="85015" y="426625"/>
                        <a:pt x="64250" y="348393"/>
                        <a:pt x="99334" y="287655"/>
                      </a:cubicBezTo>
                      <a:lnTo>
                        <a:pt x="178805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4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82"/>
                      </a:cubicBezTo>
                      <a:cubicBezTo>
                        <a:pt x="136672" y="552132"/>
                        <a:pt x="172963" y="561880"/>
                        <a:pt x="209729" y="561880"/>
                      </a:cubicBezTo>
                      <a:cubicBezTo>
                        <a:pt x="227827" y="561880"/>
                        <a:pt x="246019" y="559530"/>
                        <a:pt x="263990" y="554768"/>
                      </a:cubicBezTo>
                      <a:cubicBezTo>
                        <a:pt x="318473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5" y="104108"/>
                      </a:cubicBezTo>
                      <a:cubicBezTo>
                        <a:pt x="474175" y="104076"/>
                        <a:pt x="474143" y="104045"/>
                        <a:pt x="474143" y="104045"/>
                      </a:cubicBezTo>
                      <a:cubicBezTo>
                        <a:pt x="454966" y="70866"/>
                        <a:pt x="426963" y="43561"/>
                        <a:pt x="393181" y="25019"/>
                      </a:cubicBezTo>
                      <a:cubicBezTo>
                        <a:pt x="362288" y="8033"/>
                        <a:pt x="328569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2" name="Google Shape;432;p59"/>
              <p:cNvGrpSpPr/>
              <p:nvPr/>
            </p:nvGrpSpPr>
            <p:grpSpPr>
              <a:xfrm>
                <a:off x="14938169" y="1540128"/>
                <a:ext cx="3215025" cy="5260467"/>
                <a:chOff x="14938169" y="1540128"/>
                <a:chExt cx="3215025" cy="5260467"/>
              </a:xfrm>
            </p:grpSpPr>
            <p:sp>
              <p:nvSpPr>
                <p:cNvPr id="433" name="Google Shape;433;p59"/>
                <p:cNvSpPr/>
                <p:nvPr/>
              </p:nvSpPr>
              <p:spPr>
                <a:xfrm>
                  <a:off x="14938169" y="6239319"/>
                  <a:ext cx="501607" cy="561276"/>
                </a:xfrm>
                <a:custGeom>
                  <a:rect b="b" l="l" r="r" t="t"/>
                  <a:pathLst>
                    <a:path extrusionOk="0" h="561276" w="501607">
                      <a:moveTo>
                        <a:pt x="291898" y="82328"/>
                      </a:moveTo>
                      <a:cubicBezTo>
                        <a:pt x="313996" y="82328"/>
                        <a:pt x="335998" y="88265"/>
                        <a:pt x="355493" y="99536"/>
                      </a:cubicBezTo>
                      <a:cubicBezTo>
                        <a:pt x="374892" y="110744"/>
                        <a:pt x="390990" y="126841"/>
                        <a:pt x="402166" y="146209"/>
                      </a:cubicBezTo>
                      <a:cubicBezTo>
                        <a:pt x="413278" y="165417"/>
                        <a:pt x="419215" y="187674"/>
                        <a:pt x="419310" y="210407"/>
                      </a:cubicBezTo>
                      <a:cubicBezTo>
                        <a:pt x="419374" y="232823"/>
                        <a:pt x="413469" y="254889"/>
                        <a:pt x="402325" y="274257"/>
                      </a:cubicBezTo>
                      <a:lnTo>
                        <a:pt x="321076" y="415005"/>
                      </a:lnTo>
                      <a:cubicBezTo>
                        <a:pt x="303995" y="444563"/>
                        <a:pt x="276435" y="465741"/>
                        <a:pt x="243416" y="474568"/>
                      </a:cubicBezTo>
                      <a:cubicBezTo>
                        <a:pt x="232399" y="477520"/>
                        <a:pt x="221127" y="479012"/>
                        <a:pt x="209951" y="479012"/>
                      </a:cubicBezTo>
                      <a:cubicBezTo>
                        <a:pt x="187853" y="479012"/>
                        <a:pt x="165851" y="473043"/>
                        <a:pt x="146356" y="461804"/>
                      </a:cubicBezTo>
                      <a:cubicBezTo>
                        <a:pt x="116796" y="444722"/>
                        <a:pt x="95619" y="417163"/>
                        <a:pt x="86793" y="384143"/>
                      </a:cubicBezTo>
                      <a:cubicBezTo>
                        <a:pt x="77934" y="351123"/>
                        <a:pt x="82475" y="316674"/>
                        <a:pt x="99556" y="287084"/>
                      </a:cubicBezTo>
                      <a:lnTo>
                        <a:pt x="180805" y="146336"/>
                      </a:lnTo>
                      <a:cubicBezTo>
                        <a:pt x="197886" y="116777"/>
                        <a:pt x="225476" y="95599"/>
                        <a:pt x="258465" y="86773"/>
                      </a:cubicBezTo>
                      <a:cubicBezTo>
                        <a:pt x="269451" y="83820"/>
                        <a:pt x="280722" y="82328"/>
                        <a:pt x="291898" y="82328"/>
                      </a:cubicBezTo>
                      <a:moveTo>
                        <a:pt x="291898" y="0"/>
                      </a:moveTo>
                      <a:cubicBezTo>
                        <a:pt x="273642" y="0"/>
                        <a:pt x="255258" y="2413"/>
                        <a:pt x="237129" y="7239"/>
                      </a:cubicBezTo>
                      <a:cubicBezTo>
                        <a:pt x="182900" y="21780"/>
                        <a:pt x="137561" y="56547"/>
                        <a:pt x="109494" y="105156"/>
                      </a:cubicBezTo>
                      <a:lnTo>
                        <a:pt x="28246" y="245904"/>
                      </a:lnTo>
                      <a:cubicBezTo>
                        <a:pt x="179" y="294513"/>
                        <a:pt x="-7282" y="351187"/>
                        <a:pt x="7259" y="405416"/>
                      </a:cubicBezTo>
                      <a:cubicBezTo>
                        <a:pt x="21801" y="459644"/>
                        <a:pt x="56567" y="504984"/>
                        <a:pt x="105176" y="533051"/>
                      </a:cubicBezTo>
                      <a:cubicBezTo>
                        <a:pt x="137561" y="551751"/>
                        <a:pt x="173502" y="561276"/>
                        <a:pt x="209919" y="561276"/>
                      </a:cubicBezTo>
                      <a:cubicBezTo>
                        <a:pt x="228176" y="561276"/>
                        <a:pt x="246559" y="558863"/>
                        <a:pt x="264688" y="554037"/>
                      </a:cubicBezTo>
                      <a:cubicBezTo>
                        <a:pt x="318917" y="539496"/>
                        <a:pt x="364256" y="504730"/>
                        <a:pt x="392323" y="456121"/>
                      </a:cubicBezTo>
                      <a:lnTo>
                        <a:pt x="473571" y="315373"/>
                      </a:lnTo>
                      <a:cubicBezTo>
                        <a:pt x="492240" y="283020"/>
                        <a:pt x="501670" y="246634"/>
                        <a:pt x="501607" y="210185"/>
                      </a:cubicBezTo>
                      <a:cubicBezTo>
                        <a:pt x="501448" y="173831"/>
                        <a:pt x="492145" y="137319"/>
                        <a:pt x="473412" y="104965"/>
                      </a:cubicBezTo>
                      <a:cubicBezTo>
                        <a:pt x="455156" y="73279"/>
                        <a:pt x="428550" y="46641"/>
                        <a:pt x="396641" y="28226"/>
                      </a:cubicBezTo>
                      <a:cubicBezTo>
                        <a:pt x="364256" y="9557"/>
                        <a:pt x="328315" y="0"/>
                        <a:pt x="291898" y="0"/>
                      </a:cubicBezTo>
                      <a:lnTo>
                        <a:pt x="2918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59"/>
                <p:cNvSpPr/>
                <p:nvPr/>
              </p:nvSpPr>
              <p:spPr>
                <a:xfrm>
                  <a:off x="15308460" y="4698460"/>
                  <a:ext cx="1020906" cy="1460786"/>
                </a:xfrm>
                <a:custGeom>
                  <a:rect b="b" l="l" r="r" t="t"/>
                  <a:pathLst>
                    <a:path extrusionOk="0" h="1460786" w="1020906">
                      <a:moveTo>
                        <a:pt x="811210" y="82296"/>
                      </a:moveTo>
                      <a:cubicBezTo>
                        <a:pt x="833308" y="82296"/>
                        <a:pt x="855279" y="88265"/>
                        <a:pt x="874806" y="99537"/>
                      </a:cubicBezTo>
                      <a:cubicBezTo>
                        <a:pt x="894236" y="110744"/>
                        <a:pt x="910397" y="126873"/>
                        <a:pt x="921541" y="146145"/>
                      </a:cubicBezTo>
                      <a:lnTo>
                        <a:pt x="921827" y="146653"/>
                      </a:lnTo>
                      <a:cubicBezTo>
                        <a:pt x="944369" y="186118"/>
                        <a:pt x="944306" y="234950"/>
                        <a:pt x="921605" y="274257"/>
                      </a:cubicBezTo>
                      <a:lnTo>
                        <a:pt x="321054" y="1314450"/>
                      </a:lnTo>
                      <a:cubicBezTo>
                        <a:pt x="303972" y="1344041"/>
                        <a:pt x="276413" y="1365187"/>
                        <a:pt x="243393" y="1374045"/>
                      </a:cubicBezTo>
                      <a:cubicBezTo>
                        <a:pt x="232376" y="1376998"/>
                        <a:pt x="221136" y="1378490"/>
                        <a:pt x="209960" y="1378490"/>
                      </a:cubicBezTo>
                      <a:cubicBezTo>
                        <a:pt x="187862" y="1378490"/>
                        <a:pt x="165860" y="1372521"/>
                        <a:pt x="146365" y="1361281"/>
                      </a:cubicBezTo>
                      <a:cubicBezTo>
                        <a:pt x="116774" y="1344200"/>
                        <a:pt x="95629" y="1316609"/>
                        <a:pt x="86771" y="1283621"/>
                      </a:cubicBezTo>
                      <a:cubicBezTo>
                        <a:pt x="77944" y="1250601"/>
                        <a:pt x="82452" y="1216152"/>
                        <a:pt x="99566" y="1186561"/>
                      </a:cubicBezTo>
                      <a:lnTo>
                        <a:pt x="700117" y="146368"/>
                      </a:lnTo>
                      <a:cubicBezTo>
                        <a:pt x="717198" y="116777"/>
                        <a:pt x="744758" y="95631"/>
                        <a:pt x="777777" y="86773"/>
                      </a:cubicBezTo>
                      <a:cubicBezTo>
                        <a:pt x="788794" y="83820"/>
                        <a:pt x="800034" y="82296"/>
                        <a:pt x="811210" y="82296"/>
                      </a:cubicBezTo>
                      <a:moveTo>
                        <a:pt x="811210" y="0"/>
                      </a:moveTo>
                      <a:cubicBezTo>
                        <a:pt x="792954" y="0"/>
                        <a:pt x="774571" y="2413"/>
                        <a:pt x="756441" y="7271"/>
                      </a:cubicBezTo>
                      <a:cubicBezTo>
                        <a:pt x="702212" y="21812"/>
                        <a:pt x="656873" y="56579"/>
                        <a:pt x="628807" y="105220"/>
                      </a:cubicBezTo>
                      <a:lnTo>
                        <a:pt x="28255" y="1145381"/>
                      </a:lnTo>
                      <a:cubicBezTo>
                        <a:pt x="188" y="1193991"/>
                        <a:pt x="-7273" y="1250664"/>
                        <a:pt x="7237" y="1304893"/>
                      </a:cubicBezTo>
                      <a:cubicBezTo>
                        <a:pt x="21778" y="1359154"/>
                        <a:pt x="56545" y="1404462"/>
                        <a:pt x="105185" y="1432529"/>
                      </a:cubicBezTo>
                      <a:cubicBezTo>
                        <a:pt x="137571" y="1451229"/>
                        <a:pt x="173511" y="1460786"/>
                        <a:pt x="209929" y="1460786"/>
                      </a:cubicBezTo>
                      <a:cubicBezTo>
                        <a:pt x="228185" y="1460786"/>
                        <a:pt x="246568" y="1458373"/>
                        <a:pt x="264666" y="1453515"/>
                      </a:cubicBezTo>
                      <a:cubicBezTo>
                        <a:pt x="318894" y="1438974"/>
                        <a:pt x="364234" y="1404207"/>
                        <a:pt x="392301" y="1355567"/>
                      </a:cubicBezTo>
                      <a:lnTo>
                        <a:pt x="992852" y="315405"/>
                      </a:lnTo>
                      <a:cubicBezTo>
                        <a:pt x="1030285" y="250571"/>
                        <a:pt x="1030253" y="169958"/>
                        <a:pt x="992788" y="105029"/>
                      </a:cubicBezTo>
                      <a:cubicBezTo>
                        <a:pt x="992788" y="104997"/>
                        <a:pt x="992756" y="104966"/>
                        <a:pt x="992756" y="104966"/>
                      </a:cubicBezTo>
                      <a:cubicBezTo>
                        <a:pt x="974405" y="73216"/>
                        <a:pt x="947831" y="46705"/>
                        <a:pt x="915922" y="28258"/>
                      </a:cubicBezTo>
                      <a:cubicBezTo>
                        <a:pt x="883569" y="9557"/>
                        <a:pt x="847627" y="0"/>
                        <a:pt x="811210" y="0"/>
                      </a:cubicBezTo>
                      <a:lnTo>
                        <a:pt x="81121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59"/>
                <p:cNvSpPr/>
                <p:nvPr/>
              </p:nvSpPr>
              <p:spPr>
                <a:xfrm>
                  <a:off x="16596970" y="2803175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8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3" y="146463"/>
                      </a:lnTo>
                      <a:lnTo>
                        <a:pt x="727708" y="146907"/>
                      </a:lnTo>
                      <a:cubicBezTo>
                        <a:pt x="750123" y="186309"/>
                        <a:pt x="749996" y="235045"/>
                        <a:pt x="727358" y="274257"/>
                      </a:cubicBezTo>
                      <a:lnTo>
                        <a:pt x="321085" y="977932"/>
                      </a:lnTo>
                      <a:cubicBezTo>
                        <a:pt x="304004" y="1007523"/>
                        <a:pt x="276445" y="1028668"/>
                        <a:pt x="243425" y="1037527"/>
                      </a:cubicBezTo>
                      <a:cubicBezTo>
                        <a:pt x="232408" y="1040479"/>
                        <a:pt x="221168" y="1041971"/>
                        <a:pt x="209960" y="1041971"/>
                      </a:cubicBezTo>
                      <a:cubicBezTo>
                        <a:pt x="187862" y="1041971"/>
                        <a:pt x="165892" y="1036002"/>
                        <a:pt x="146365" y="1024731"/>
                      </a:cubicBezTo>
                      <a:cubicBezTo>
                        <a:pt x="116774" y="1007650"/>
                        <a:pt x="95597" y="980059"/>
                        <a:pt x="86770" y="947102"/>
                      </a:cubicBezTo>
                      <a:cubicBezTo>
                        <a:pt x="77943" y="914083"/>
                        <a:pt x="82484" y="879602"/>
                        <a:pt x="99565" y="850043"/>
                      </a:cubicBezTo>
                      <a:lnTo>
                        <a:pt x="505838" y="146367"/>
                      </a:lnTo>
                      <a:cubicBezTo>
                        <a:pt x="522920" y="116776"/>
                        <a:pt x="550479" y="95631"/>
                        <a:pt x="583499" y="86773"/>
                      </a:cubicBezTo>
                      <a:cubicBezTo>
                        <a:pt x="594517" y="83820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3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7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1" y="1124299"/>
                        <a:pt x="209928" y="1124299"/>
                      </a:cubicBezTo>
                      <a:cubicBezTo>
                        <a:pt x="228185" y="1124299"/>
                        <a:pt x="246568" y="1121886"/>
                        <a:pt x="264697" y="1117028"/>
                      </a:cubicBezTo>
                      <a:cubicBezTo>
                        <a:pt x="318926" y="1102487"/>
                        <a:pt x="364266" y="1067721"/>
                        <a:pt x="392332" y="1019080"/>
                      </a:cubicBezTo>
                      <a:lnTo>
                        <a:pt x="798606" y="315436"/>
                      </a:lnTo>
                      <a:cubicBezTo>
                        <a:pt x="836038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4997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59"/>
                <p:cNvSpPr/>
                <p:nvPr/>
              </p:nvSpPr>
              <p:spPr>
                <a:xfrm>
                  <a:off x="16212169" y="4032503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4226" y="108458"/>
                        <a:pt x="391244" y="125063"/>
                        <a:pt x="402865" y="145193"/>
                      </a:cubicBezTo>
                      <a:lnTo>
                        <a:pt x="403087" y="145574"/>
                      </a:lnTo>
                      <a:lnTo>
                        <a:pt x="403151" y="145701"/>
                      </a:lnTo>
                      <a:lnTo>
                        <a:pt x="403151" y="145701"/>
                      </a:lnTo>
                      <a:cubicBezTo>
                        <a:pt x="425693" y="185134"/>
                        <a:pt x="425629" y="233966"/>
                        <a:pt x="402928" y="273272"/>
                      </a:cubicBezTo>
                      <a:lnTo>
                        <a:pt x="320822" y="415512"/>
                      </a:lnTo>
                      <a:cubicBezTo>
                        <a:pt x="303678" y="445199"/>
                        <a:pt x="275992" y="466376"/>
                        <a:pt x="242845" y="475171"/>
                      </a:cubicBezTo>
                      <a:cubicBezTo>
                        <a:pt x="231922" y="478060"/>
                        <a:pt x="220778" y="479552"/>
                        <a:pt x="209697" y="479552"/>
                      </a:cubicBezTo>
                      <a:cubicBezTo>
                        <a:pt x="187409" y="479552"/>
                        <a:pt x="165216" y="473488"/>
                        <a:pt x="145563" y="461994"/>
                      </a:cubicBezTo>
                      <a:cubicBezTo>
                        <a:pt x="84983" y="426593"/>
                        <a:pt x="64219" y="348361"/>
                        <a:pt x="99303" y="287624"/>
                      </a:cubicBezTo>
                      <a:lnTo>
                        <a:pt x="178773" y="149987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2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1" y="540290"/>
                        <a:pt x="363971" y="505460"/>
                        <a:pt x="392133" y="456661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6" y="70834"/>
                        <a:pt x="426995" y="43530"/>
                        <a:pt x="393181" y="24987"/>
                      </a:cubicBezTo>
                      <a:cubicBezTo>
                        <a:pt x="362288" y="8033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59"/>
                <p:cNvSpPr/>
                <p:nvPr/>
              </p:nvSpPr>
              <p:spPr>
                <a:xfrm>
                  <a:off x="17294061" y="1540128"/>
                  <a:ext cx="859133" cy="1182941"/>
                </a:xfrm>
                <a:custGeom>
                  <a:rect b="b" l="l" r="r" t="t"/>
                  <a:pathLst>
                    <a:path extrusionOk="0" h="1182941" w="859133">
                      <a:moveTo>
                        <a:pt x="649329" y="82296"/>
                      </a:moveTo>
                      <a:cubicBezTo>
                        <a:pt x="671332" y="82296"/>
                        <a:pt x="693080" y="88075"/>
                        <a:pt x="712226" y="98997"/>
                      </a:cubicBezTo>
                      <a:cubicBezTo>
                        <a:pt x="742007" y="115983"/>
                        <a:pt x="763343" y="143574"/>
                        <a:pt x="772296" y="176657"/>
                      </a:cubicBezTo>
                      <a:cubicBezTo>
                        <a:pt x="781250" y="209772"/>
                        <a:pt x="776742" y="244348"/>
                        <a:pt x="759596" y="274034"/>
                      </a:cubicBezTo>
                      <a:lnTo>
                        <a:pt x="319319" y="1036638"/>
                      </a:lnTo>
                      <a:cubicBezTo>
                        <a:pt x="296587" y="1076008"/>
                        <a:pt x="254264" y="1100487"/>
                        <a:pt x="208766" y="1100614"/>
                      </a:cubicBezTo>
                      <a:lnTo>
                        <a:pt x="208321" y="1100614"/>
                      </a:lnTo>
                      <a:cubicBezTo>
                        <a:pt x="185080" y="1100614"/>
                        <a:pt x="162157" y="1094169"/>
                        <a:pt x="142091" y="1081977"/>
                      </a:cubicBezTo>
                      <a:cubicBezTo>
                        <a:pt x="114088" y="1064990"/>
                        <a:pt x="94212" y="1037273"/>
                        <a:pt x="86116" y="1003999"/>
                      </a:cubicBezTo>
                      <a:cubicBezTo>
                        <a:pt x="77860" y="969931"/>
                        <a:pt x="82941" y="934498"/>
                        <a:pt x="100435" y="904177"/>
                      </a:cubicBezTo>
                      <a:lnTo>
                        <a:pt x="538077" y="146145"/>
                      </a:lnTo>
                      <a:cubicBezTo>
                        <a:pt x="560810" y="106744"/>
                        <a:pt x="603450" y="82296"/>
                        <a:pt x="649329" y="82296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2"/>
                      </a:cubicBezTo>
                      <a:cubicBezTo>
                        <a:pt x="208321" y="1182942"/>
                        <a:pt x="208353" y="1182942"/>
                        <a:pt x="208353" y="1182942"/>
                      </a:cubicBezTo>
                      <a:cubicBezTo>
                        <a:pt x="208385" y="1182942"/>
                        <a:pt x="208385" y="1182942"/>
                        <a:pt x="208385" y="1182942"/>
                      </a:cubicBezTo>
                      <a:cubicBezTo>
                        <a:pt x="283346" y="1182942"/>
                        <a:pt x="353165" y="1142651"/>
                        <a:pt x="390598" y="1077817"/>
                      </a:cubicBezTo>
                      <a:lnTo>
                        <a:pt x="830876" y="315214"/>
                      </a:lnTo>
                      <a:cubicBezTo>
                        <a:pt x="859038" y="266414"/>
                        <a:pt x="866467" y="209582"/>
                        <a:pt x="851735" y="155194"/>
                      </a:cubicBezTo>
                      <a:cubicBezTo>
                        <a:pt x="837003" y="100806"/>
                        <a:pt x="801951" y="55467"/>
                        <a:pt x="752993" y="27559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38" name="Google Shape;438;p59"/>
            <p:cNvSpPr/>
            <p:nvPr/>
          </p:nvSpPr>
          <p:spPr>
            <a:xfrm>
              <a:off x="16931720" y="5344128"/>
              <a:ext cx="3193198" cy="4621530"/>
            </a:xfrm>
            <a:custGeom>
              <a:rect b="b" l="l" r="r" t="t"/>
              <a:pathLst>
                <a:path extrusionOk="0" h="4621530" w="3193198">
                  <a:moveTo>
                    <a:pt x="2588788" y="0"/>
                  </a:moveTo>
                  <a:cubicBezTo>
                    <a:pt x="2536209" y="0"/>
                    <a:pt x="2483315" y="6858"/>
                    <a:pt x="2431182" y="20765"/>
                  </a:cubicBezTo>
                  <a:cubicBezTo>
                    <a:pt x="2275066" y="62389"/>
                    <a:pt x="2144574" y="162020"/>
                    <a:pt x="2063737" y="301276"/>
                  </a:cubicBezTo>
                  <a:lnTo>
                    <a:pt x="80792" y="3718179"/>
                  </a:lnTo>
                  <a:cubicBezTo>
                    <a:pt x="-26999" y="3903917"/>
                    <a:pt x="-26904" y="4134771"/>
                    <a:pt x="80919" y="4320699"/>
                  </a:cubicBezTo>
                  <a:cubicBezTo>
                    <a:pt x="80951" y="4320763"/>
                    <a:pt x="81014" y="4320858"/>
                    <a:pt x="81046" y="4320922"/>
                  </a:cubicBezTo>
                  <a:cubicBezTo>
                    <a:pt x="133909" y="4411885"/>
                    <a:pt x="210395" y="4487863"/>
                    <a:pt x="302312" y="4540632"/>
                  </a:cubicBezTo>
                  <a:cubicBezTo>
                    <a:pt x="395530" y="4594162"/>
                    <a:pt x="499003" y="4621531"/>
                    <a:pt x="603873" y="4621531"/>
                  </a:cubicBezTo>
                  <a:cubicBezTo>
                    <a:pt x="656451" y="4621531"/>
                    <a:pt x="709346" y="4614672"/>
                    <a:pt x="761480" y="4600766"/>
                  </a:cubicBezTo>
                  <a:cubicBezTo>
                    <a:pt x="917595" y="4559141"/>
                    <a:pt x="1048088" y="4459510"/>
                    <a:pt x="1128923" y="4320254"/>
                  </a:cubicBezTo>
                  <a:lnTo>
                    <a:pt x="3111869" y="903351"/>
                  </a:lnTo>
                  <a:cubicBezTo>
                    <a:pt x="3192673" y="764096"/>
                    <a:pt x="3214135" y="601821"/>
                    <a:pt x="3172354" y="446500"/>
                  </a:cubicBezTo>
                  <a:cubicBezTo>
                    <a:pt x="3130537" y="291148"/>
                    <a:pt x="3030336" y="161354"/>
                    <a:pt x="2890382" y="80963"/>
                  </a:cubicBezTo>
                  <a:cubicBezTo>
                    <a:pt x="2797162" y="27337"/>
                    <a:pt x="2693659" y="0"/>
                    <a:pt x="2588788" y="0"/>
                  </a:cubicBezTo>
                  <a:moveTo>
                    <a:pt x="2588788" y="254572"/>
                  </a:moveTo>
                  <a:cubicBezTo>
                    <a:pt x="2649082" y="254572"/>
                    <a:pt x="2709120" y="270764"/>
                    <a:pt x="2762428" y="301403"/>
                  </a:cubicBezTo>
                  <a:cubicBezTo>
                    <a:pt x="2843233" y="347821"/>
                    <a:pt x="2901018" y="422720"/>
                    <a:pt x="2925116" y="512318"/>
                  </a:cubicBezTo>
                  <a:cubicBezTo>
                    <a:pt x="2949277" y="602012"/>
                    <a:pt x="2936862" y="695643"/>
                    <a:pt x="2890222" y="776002"/>
                  </a:cubicBezTo>
                  <a:lnTo>
                    <a:pt x="907276" y="4192905"/>
                  </a:lnTo>
                  <a:cubicBezTo>
                    <a:pt x="860604" y="4273297"/>
                    <a:pt x="785293" y="4330796"/>
                    <a:pt x="695186" y="4354831"/>
                  </a:cubicBezTo>
                  <a:cubicBezTo>
                    <a:pt x="665087" y="4362863"/>
                    <a:pt x="634322" y="4366927"/>
                    <a:pt x="603809" y="4366927"/>
                  </a:cubicBezTo>
                  <a:cubicBezTo>
                    <a:pt x="543516" y="4366927"/>
                    <a:pt x="483477" y="4350735"/>
                    <a:pt x="430137" y="4320096"/>
                  </a:cubicBezTo>
                  <a:cubicBezTo>
                    <a:pt x="377083" y="4289679"/>
                    <a:pt x="332982" y="4245896"/>
                    <a:pt x="302534" y="4193508"/>
                  </a:cubicBezTo>
                  <a:lnTo>
                    <a:pt x="302280" y="4193096"/>
                  </a:lnTo>
                  <a:cubicBezTo>
                    <a:pt x="240177" y="4085686"/>
                    <a:pt x="240208" y="3952526"/>
                    <a:pt x="302343" y="3845465"/>
                  </a:cubicBezTo>
                  <a:lnTo>
                    <a:pt x="2285290" y="428562"/>
                  </a:lnTo>
                  <a:cubicBezTo>
                    <a:pt x="2331930" y="348202"/>
                    <a:pt x="2407273" y="290703"/>
                    <a:pt x="2497379" y="266637"/>
                  </a:cubicBezTo>
                  <a:cubicBezTo>
                    <a:pt x="2527542" y="258636"/>
                    <a:pt x="2558276" y="254572"/>
                    <a:pt x="2588788" y="254572"/>
                  </a:cubicBezTo>
                </a:path>
              </a:pathLst>
            </a:custGeom>
            <a:solidFill>
              <a:srgbClr val="3000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0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444" name="Google Shape;444;p91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 &amp; Finance | Optimize business processes with AI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overdekt, zwart-wit, meubels, computer&#10;&#10;Automatisch gegenereerde beschrijving" id="447" name="Google Shape;44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8841" y="1074353"/>
            <a:ext cx="7063943" cy="470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ijs">
  <p:cSld name="Foto Slide Grij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2"/>
          <p:cNvSpPr/>
          <p:nvPr/>
        </p:nvSpPr>
        <p:spPr>
          <a:xfrm>
            <a:off x="4395788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395566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scherm Paars" type="title">
  <p:cSld name="TITL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9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"/>
              <a:buNone/>
              <a:defRPr b="1" i="0" sz="6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9" name="Google Shape;459;p9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0" name="Google Shape;460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1" name="Google Shape;461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2" name="Google Shape;462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3" name="Google Shape;463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93"/>
          <p:cNvSpPr/>
          <p:nvPr/>
        </p:nvSpPr>
        <p:spPr>
          <a:xfrm>
            <a:off x="5621533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scherm Paars">
  <p:cSld name="1_Startscherm Paar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pace Grotesk"/>
              <a:buNone/>
              <a:defRPr b="1" i="0" sz="6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7" name="Google Shape;467;p9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8" name="Google Shape;468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9" name="Google Shape;469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0" name="Google Shape;470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1" name="Google Shape;471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94"/>
          <p:cNvGrpSpPr/>
          <p:nvPr/>
        </p:nvGrpSpPr>
        <p:grpSpPr>
          <a:xfrm>
            <a:off x="3228148" y="-1235735"/>
            <a:ext cx="14410803" cy="11277599"/>
            <a:chOff x="5714115" y="-1311941"/>
            <a:chExt cx="14410803" cy="11277599"/>
          </a:xfrm>
        </p:grpSpPr>
        <p:grpSp>
          <p:nvGrpSpPr>
            <p:cNvPr id="473" name="Google Shape;473;p94"/>
            <p:cNvGrpSpPr/>
            <p:nvPr/>
          </p:nvGrpSpPr>
          <p:grpSpPr>
            <a:xfrm>
              <a:off x="5714115" y="-1311941"/>
              <a:ext cx="12918841" cy="9541000"/>
              <a:chOff x="5714115" y="-1311941"/>
              <a:chExt cx="12918841" cy="9541000"/>
            </a:xfrm>
          </p:grpSpPr>
          <p:grpSp>
            <p:nvGrpSpPr>
              <p:cNvPr id="474" name="Google Shape;474;p94"/>
              <p:cNvGrpSpPr/>
              <p:nvPr/>
            </p:nvGrpSpPr>
            <p:grpSpPr>
              <a:xfrm>
                <a:off x="9934257" y="-247237"/>
                <a:ext cx="4625332" cy="7703469"/>
                <a:chOff x="9934257" y="-247237"/>
                <a:chExt cx="4625332" cy="7703469"/>
              </a:xfrm>
            </p:grpSpPr>
            <p:sp>
              <p:nvSpPr>
                <p:cNvPr id="475" name="Google Shape;475;p94"/>
                <p:cNvSpPr/>
                <p:nvPr/>
              </p:nvSpPr>
              <p:spPr>
                <a:xfrm>
                  <a:off x="13774451" y="-247237"/>
                  <a:ext cx="785138" cy="1052068"/>
                </a:xfrm>
                <a:custGeom>
                  <a:rect b="b" l="l" r="r" t="t"/>
                  <a:pathLst>
                    <a:path extrusionOk="0" h="1052068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5"/>
                        <a:pt x="702791" y="244666"/>
                        <a:pt x="685710" y="274257"/>
                      </a:cubicBezTo>
                      <a:lnTo>
                        <a:pt x="321093" y="905796"/>
                      </a:lnTo>
                      <a:cubicBezTo>
                        <a:pt x="298360" y="945166"/>
                        <a:pt x="256037" y="969645"/>
                        <a:pt x="210475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8" y="907955"/>
                        <a:pt x="86809" y="874967"/>
                      </a:cubicBezTo>
                      <a:cubicBezTo>
                        <a:pt x="77983" y="841947"/>
                        <a:pt x="82492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631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80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2010"/>
                        <a:pt x="7243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70" y="1042289"/>
                        <a:pt x="173328" y="1052036"/>
                        <a:pt x="209999" y="1052068"/>
                      </a:cubicBezTo>
                      <a:cubicBezTo>
                        <a:pt x="209999" y="1052068"/>
                        <a:pt x="210031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84993" y="1052068"/>
                        <a:pt x="354843" y="1011777"/>
                        <a:pt x="392276" y="946944"/>
                      </a:cubicBezTo>
                      <a:lnTo>
                        <a:pt x="756893" y="315405"/>
                      </a:lnTo>
                      <a:cubicBezTo>
                        <a:pt x="784960" y="266795"/>
                        <a:pt x="792421" y="210153"/>
                        <a:pt x="777880" y="155893"/>
                      </a:cubicBezTo>
                      <a:cubicBezTo>
                        <a:pt x="763338" y="101664"/>
                        <a:pt x="728572" y="56325"/>
                        <a:pt x="679931" y="28258"/>
                      </a:cubicBezTo>
                      <a:cubicBezTo>
                        <a:pt x="647642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76" name="Google Shape;476;p94"/>
                <p:cNvSpPr/>
                <p:nvPr/>
              </p:nvSpPr>
              <p:spPr>
                <a:xfrm>
                  <a:off x="12721653" y="1576260"/>
                  <a:ext cx="785180" cy="1052068"/>
                </a:xfrm>
                <a:custGeom>
                  <a:rect b="b" l="l" r="r" t="t"/>
                  <a:pathLst>
                    <a:path extrusionOk="0" h="1052068" w="785180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217"/>
                        <a:pt x="702791" y="244666"/>
                        <a:pt x="685678" y="274257"/>
                      </a:cubicBezTo>
                      <a:lnTo>
                        <a:pt x="321060" y="905796"/>
                      </a:lnTo>
                      <a:cubicBezTo>
                        <a:pt x="298359" y="945134"/>
                        <a:pt x="256005" y="969645"/>
                        <a:pt x="210476" y="969772"/>
                      </a:cubicBezTo>
                      <a:lnTo>
                        <a:pt x="210094" y="969772"/>
                      </a:lnTo>
                      <a:cubicBezTo>
                        <a:pt x="187837" y="969772"/>
                        <a:pt x="165803" y="963835"/>
                        <a:pt x="146373" y="952595"/>
                      </a:cubicBezTo>
                      <a:cubicBezTo>
                        <a:pt x="116781" y="935514"/>
                        <a:pt x="95635" y="907955"/>
                        <a:pt x="86810" y="874966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1" y="146368"/>
                      </a:lnTo>
                      <a:cubicBezTo>
                        <a:pt x="481303" y="116777"/>
                        <a:pt x="508894" y="95631"/>
                        <a:pt x="541882" y="86773"/>
                      </a:cubicBezTo>
                      <a:cubicBezTo>
                        <a:pt x="552835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1" y="2413"/>
                        <a:pt x="520514" y="7239"/>
                      </a:cubicBezTo>
                      <a:cubicBezTo>
                        <a:pt x="466286" y="21781"/>
                        <a:pt x="420946" y="56547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4" y="785368"/>
                        <a:pt x="-7266" y="841978"/>
                        <a:pt x="7244" y="896239"/>
                      </a:cubicBezTo>
                      <a:cubicBezTo>
                        <a:pt x="21786" y="950468"/>
                        <a:pt x="56552" y="995807"/>
                        <a:pt x="105192" y="1023874"/>
                      </a:cubicBezTo>
                      <a:cubicBezTo>
                        <a:pt x="137101" y="1042289"/>
                        <a:pt x="173360" y="1052068"/>
                        <a:pt x="210031" y="1052068"/>
                      </a:cubicBezTo>
                      <a:cubicBezTo>
                        <a:pt x="210031" y="1052068"/>
                        <a:pt x="210062" y="1052068"/>
                        <a:pt x="210062" y="1052068"/>
                      </a:cubicBezTo>
                      <a:cubicBezTo>
                        <a:pt x="210062" y="1052068"/>
                        <a:pt x="210094" y="1052068"/>
                        <a:pt x="210094" y="1052068"/>
                      </a:cubicBezTo>
                      <a:cubicBezTo>
                        <a:pt x="285025" y="1052068"/>
                        <a:pt x="354875" y="1011777"/>
                        <a:pt x="392308" y="946944"/>
                      </a:cubicBezTo>
                      <a:lnTo>
                        <a:pt x="756924" y="315405"/>
                      </a:lnTo>
                      <a:cubicBezTo>
                        <a:pt x="784992" y="266763"/>
                        <a:pt x="792453" y="210153"/>
                        <a:pt x="777943" y="155893"/>
                      </a:cubicBezTo>
                      <a:cubicBezTo>
                        <a:pt x="763402" y="101663"/>
                        <a:pt x="728635" y="56325"/>
                        <a:pt x="679994" y="28257"/>
                      </a:cubicBezTo>
                      <a:cubicBezTo>
                        <a:pt x="647641" y="9557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77" name="Google Shape;477;p94"/>
                <p:cNvSpPr/>
                <p:nvPr/>
              </p:nvSpPr>
              <p:spPr>
                <a:xfrm>
                  <a:off x="11978417" y="2732500"/>
                  <a:ext cx="860872" cy="1183163"/>
                </a:xfrm>
                <a:custGeom>
                  <a:rect b="b" l="l" r="r" t="t"/>
                  <a:pathLst>
                    <a:path extrusionOk="0" h="1183163" w="860872">
                      <a:moveTo>
                        <a:pt x="650943" y="82296"/>
                      </a:moveTo>
                      <a:cubicBezTo>
                        <a:pt x="673041" y="82296"/>
                        <a:pt x="695013" y="88265"/>
                        <a:pt x="714538" y="99536"/>
                      </a:cubicBezTo>
                      <a:cubicBezTo>
                        <a:pt x="744130" y="116618"/>
                        <a:pt x="765275" y="144208"/>
                        <a:pt x="774133" y="177197"/>
                      </a:cubicBezTo>
                      <a:cubicBezTo>
                        <a:pt x="782960" y="210185"/>
                        <a:pt x="778452" y="244666"/>
                        <a:pt x="761338" y="274257"/>
                      </a:cubicBezTo>
                      <a:lnTo>
                        <a:pt x="321029" y="1036891"/>
                      </a:lnTo>
                      <a:cubicBezTo>
                        <a:pt x="298327" y="1076230"/>
                        <a:pt x="256037" y="1100709"/>
                        <a:pt x="210539" y="1100868"/>
                      </a:cubicBezTo>
                      <a:lnTo>
                        <a:pt x="210063" y="1100868"/>
                      </a:lnTo>
                      <a:cubicBezTo>
                        <a:pt x="187806" y="1100868"/>
                        <a:pt x="165771" y="1094931"/>
                        <a:pt x="146341" y="1083723"/>
                      </a:cubicBezTo>
                      <a:cubicBezTo>
                        <a:pt x="116749" y="1066641"/>
                        <a:pt x="95604" y="1039051"/>
                        <a:pt x="86746" y="1006062"/>
                      </a:cubicBezTo>
                      <a:cubicBezTo>
                        <a:pt x="77919" y="973042"/>
                        <a:pt x="82428" y="938594"/>
                        <a:pt x="99541" y="909003"/>
                      </a:cubicBezTo>
                      <a:lnTo>
                        <a:pt x="539850" y="146367"/>
                      </a:lnTo>
                      <a:cubicBezTo>
                        <a:pt x="556932" y="116776"/>
                        <a:pt x="584522" y="95631"/>
                        <a:pt x="617510" y="86773"/>
                      </a:cubicBezTo>
                      <a:cubicBezTo>
                        <a:pt x="628527" y="83788"/>
                        <a:pt x="639767" y="82296"/>
                        <a:pt x="650943" y="82296"/>
                      </a:cubicBezTo>
                      <a:moveTo>
                        <a:pt x="650943" y="0"/>
                      </a:moveTo>
                      <a:cubicBezTo>
                        <a:pt x="632687" y="0"/>
                        <a:pt x="614304" y="2413"/>
                        <a:pt x="596206" y="7239"/>
                      </a:cubicBezTo>
                      <a:cubicBezTo>
                        <a:pt x="541978" y="21780"/>
                        <a:pt x="496639" y="56547"/>
                        <a:pt x="468571" y="105188"/>
                      </a:cubicBezTo>
                      <a:lnTo>
                        <a:pt x="28262" y="867823"/>
                      </a:lnTo>
                      <a:cubicBezTo>
                        <a:pt x="163" y="916464"/>
                        <a:pt x="-7266" y="973074"/>
                        <a:pt x="7244" y="1027335"/>
                      </a:cubicBezTo>
                      <a:cubicBezTo>
                        <a:pt x="21785" y="1081564"/>
                        <a:pt x="56551" y="1126903"/>
                        <a:pt x="105161" y="1154970"/>
                      </a:cubicBezTo>
                      <a:cubicBezTo>
                        <a:pt x="137069" y="1173385"/>
                        <a:pt x="173328" y="1183132"/>
                        <a:pt x="209999" y="1183164"/>
                      </a:cubicBezTo>
                      <a:cubicBezTo>
                        <a:pt x="209999" y="1183164"/>
                        <a:pt x="210031" y="1183164"/>
                        <a:pt x="210063" y="1183164"/>
                      </a:cubicBezTo>
                      <a:cubicBezTo>
                        <a:pt x="210063" y="1183164"/>
                        <a:pt x="210095" y="1183164"/>
                        <a:pt x="210095" y="1183164"/>
                      </a:cubicBezTo>
                      <a:cubicBezTo>
                        <a:pt x="285024" y="1183164"/>
                        <a:pt x="354874" y="1142873"/>
                        <a:pt x="392308" y="1078040"/>
                      </a:cubicBezTo>
                      <a:lnTo>
                        <a:pt x="832617" y="315404"/>
                      </a:lnTo>
                      <a:cubicBezTo>
                        <a:pt x="860684" y="266764"/>
                        <a:pt x="868145" y="210121"/>
                        <a:pt x="853635" y="155892"/>
                      </a:cubicBezTo>
                      <a:cubicBezTo>
                        <a:pt x="839094" y="101664"/>
                        <a:pt x="804328" y="56324"/>
                        <a:pt x="755686" y="28258"/>
                      </a:cubicBezTo>
                      <a:cubicBezTo>
                        <a:pt x="723302" y="9557"/>
                        <a:pt x="687360" y="0"/>
                        <a:pt x="650943" y="0"/>
                      </a:cubicBezTo>
                      <a:lnTo>
                        <a:pt x="6509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78" name="Google Shape;478;p94"/>
                <p:cNvSpPr/>
                <p:nvPr/>
              </p:nvSpPr>
              <p:spPr>
                <a:xfrm>
                  <a:off x="13390907" y="909542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1" y="244348"/>
                        <a:pt x="401457" y="274034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385" y="480251"/>
                      </a:lnTo>
                      <a:lnTo>
                        <a:pt x="208353" y="480251"/>
                      </a:lnTo>
                      <a:cubicBezTo>
                        <a:pt x="185081" y="480251"/>
                        <a:pt x="162188" y="473805"/>
                        <a:pt x="142091" y="461582"/>
                      </a:cubicBezTo>
                      <a:cubicBezTo>
                        <a:pt x="114087" y="444595"/>
                        <a:pt x="94180" y="416877"/>
                        <a:pt x="86115" y="383604"/>
                      </a:cubicBezTo>
                      <a:cubicBezTo>
                        <a:pt x="77861" y="349536"/>
                        <a:pt x="82940" y="314103"/>
                        <a:pt x="100435" y="283782"/>
                      </a:cubicBezTo>
                      <a:lnTo>
                        <a:pt x="179905" y="146145"/>
                      </a:lnTo>
                      <a:cubicBezTo>
                        <a:pt x="202670" y="106775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30" y="266446"/>
                        <a:pt x="508327" y="209613"/>
                        <a:pt x="493595" y="155226"/>
                      </a:cubicBezTo>
                      <a:cubicBezTo>
                        <a:pt x="478864" y="100838"/>
                        <a:pt x="443811" y="55499"/>
                        <a:pt x="394852" y="27559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79" name="Google Shape;479;p94"/>
                <p:cNvSpPr/>
                <p:nvPr/>
              </p:nvSpPr>
              <p:spPr>
                <a:xfrm>
                  <a:off x="11595063" y="402002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328"/>
                      </a:moveTo>
                      <a:cubicBezTo>
                        <a:pt x="313191" y="82328"/>
                        <a:pt x="334941" y="88106"/>
                        <a:pt x="354086" y="99028"/>
                      </a:cubicBezTo>
                      <a:cubicBezTo>
                        <a:pt x="383867" y="116014"/>
                        <a:pt x="405203" y="143605"/>
                        <a:pt x="414157" y="176689"/>
                      </a:cubicBezTo>
                      <a:cubicBezTo>
                        <a:pt x="423110" y="209804"/>
                        <a:pt x="418602" y="244380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86" y="455739"/>
                        <a:pt x="254073" y="480251"/>
                        <a:pt x="208416" y="480251"/>
                      </a:cubicBezTo>
                      <a:lnTo>
                        <a:pt x="208067" y="480251"/>
                      </a:lnTo>
                      <a:cubicBezTo>
                        <a:pt x="184922" y="480187"/>
                        <a:pt x="162125" y="473742"/>
                        <a:pt x="142154" y="461613"/>
                      </a:cubicBezTo>
                      <a:cubicBezTo>
                        <a:pt x="114151" y="444627"/>
                        <a:pt x="94275" y="416909"/>
                        <a:pt x="86179" y="383635"/>
                      </a:cubicBezTo>
                      <a:cubicBezTo>
                        <a:pt x="77924" y="349567"/>
                        <a:pt x="83004" y="314134"/>
                        <a:pt x="100498" y="283813"/>
                      </a:cubicBezTo>
                      <a:lnTo>
                        <a:pt x="179969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6" y="562578"/>
                      </a:cubicBezTo>
                      <a:cubicBezTo>
                        <a:pt x="208416" y="562578"/>
                        <a:pt x="208448" y="562578"/>
                        <a:pt x="208448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50" y="8890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0" name="Google Shape;480;p94"/>
                <p:cNvSpPr/>
                <p:nvPr/>
              </p:nvSpPr>
              <p:spPr>
                <a:xfrm>
                  <a:off x="10601840" y="4686395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12" y="82328"/>
                      </a:moveTo>
                      <a:cubicBezTo>
                        <a:pt x="921509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08"/>
                        <a:pt x="1022633" y="177228"/>
                      </a:cubicBezTo>
                      <a:cubicBezTo>
                        <a:pt x="1031460" y="210217"/>
                        <a:pt x="1026920" y="244697"/>
                        <a:pt x="1009870" y="274288"/>
                      </a:cubicBezTo>
                      <a:lnTo>
                        <a:pt x="321053" y="1467326"/>
                      </a:lnTo>
                      <a:cubicBezTo>
                        <a:pt x="298289" y="1506791"/>
                        <a:pt x="255776" y="1531302"/>
                        <a:pt x="210119" y="1531302"/>
                      </a:cubicBezTo>
                      <a:lnTo>
                        <a:pt x="210087" y="1531302"/>
                      </a:lnTo>
                      <a:lnTo>
                        <a:pt x="210087" y="1531302"/>
                      </a:lnTo>
                      <a:cubicBezTo>
                        <a:pt x="187831" y="1531302"/>
                        <a:pt x="165796" y="1525365"/>
                        <a:pt x="146365" y="1514126"/>
                      </a:cubicBezTo>
                      <a:cubicBezTo>
                        <a:pt x="116774" y="1497044"/>
                        <a:pt x="95628" y="1469453"/>
                        <a:pt x="86770" y="1436465"/>
                      </a:cubicBezTo>
                      <a:cubicBezTo>
                        <a:pt x="77944" y="1403477"/>
                        <a:pt x="82484" y="1368996"/>
                        <a:pt x="99565" y="1339406"/>
                      </a:cubicBezTo>
                      <a:lnTo>
                        <a:pt x="788350" y="146367"/>
                      </a:lnTo>
                      <a:cubicBezTo>
                        <a:pt x="805432" y="116777"/>
                        <a:pt x="833022" y="95631"/>
                        <a:pt x="866042" y="86773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70"/>
                      </a:cubicBezTo>
                      <a:cubicBezTo>
                        <a:pt x="790446" y="21812"/>
                        <a:pt x="745107" y="56578"/>
                        <a:pt x="717039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3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56" y="1613598"/>
                        <a:pt x="210087" y="1613598"/>
                      </a:cubicBezTo>
                      <a:cubicBezTo>
                        <a:pt x="210087" y="1613598"/>
                        <a:pt x="210119" y="1613598"/>
                        <a:pt x="210119" y="1613598"/>
                      </a:cubicBezTo>
                      <a:cubicBezTo>
                        <a:pt x="285081" y="1613567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95"/>
                        <a:pt x="1116645" y="210121"/>
                        <a:pt x="1102104" y="155892"/>
                      </a:cubicBezTo>
                      <a:cubicBezTo>
                        <a:pt x="1087562" y="101664"/>
                        <a:pt x="1052796" y="56324"/>
                        <a:pt x="1004155" y="28258"/>
                      </a:cubicBezTo>
                      <a:cubicBezTo>
                        <a:pt x="971802" y="9589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1" name="Google Shape;481;p94"/>
                <p:cNvSpPr/>
                <p:nvPr/>
              </p:nvSpPr>
              <p:spPr>
                <a:xfrm>
                  <a:off x="9934257" y="6404165"/>
                  <a:ext cx="785211" cy="1052067"/>
                </a:xfrm>
                <a:custGeom>
                  <a:rect b="b" l="l" r="r" t="t"/>
                  <a:pathLst>
                    <a:path extrusionOk="0" h="1052067" w="785211">
                      <a:moveTo>
                        <a:pt x="575251" y="82296"/>
                      </a:moveTo>
                      <a:cubicBezTo>
                        <a:pt x="597349" y="82296"/>
                        <a:pt x="619320" y="88265"/>
                        <a:pt x="638878" y="99536"/>
                      </a:cubicBezTo>
                      <a:cubicBezTo>
                        <a:pt x="668469" y="116618"/>
                        <a:pt x="689615" y="144176"/>
                        <a:pt x="698473" y="177197"/>
                      </a:cubicBezTo>
                      <a:cubicBezTo>
                        <a:pt x="707299" y="210217"/>
                        <a:pt x="702791" y="244666"/>
                        <a:pt x="685678" y="274256"/>
                      </a:cubicBezTo>
                      <a:lnTo>
                        <a:pt x="321061" y="905796"/>
                      </a:lnTo>
                      <a:cubicBezTo>
                        <a:pt x="298296" y="945261"/>
                        <a:pt x="255783" y="969772"/>
                        <a:pt x="210126" y="969772"/>
                      </a:cubicBezTo>
                      <a:lnTo>
                        <a:pt x="210094" y="969772"/>
                      </a:lnTo>
                      <a:lnTo>
                        <a:pt x="210063" y="969772"/>
                      </a:lnTo>
                      <a:cubicBezTo>
                        <a:pt x="187806" y="969772"/>
                        <a:pt x="165772" y="963834"/>
                        <a:pt x="146341" y="952595"/>
                      </a:cubicBezTo>
                      <a:cubicBezTo>
                        <a:pt x="116749" y="935513"/>
                        <a:pt x="95604" y="907955"/>
                        <a:pt x="86746" y="874966"/>
                      </a:cubicBezTo>
                      <a:cubicBezTo>
                        <a:pt x="77919" y="841946"/>
                        <a:pt x="82428" y="807497"/>
                        <a:pt x="99541" y="777907"/>
                      </a:cubicBezTo>
                      <a:lnTo>
                        <a:pt x="464158" y="146367"/>
                      </a:lnTo>
                      <a:cubicBezTo>
                        <a:pt x="481240" y="116777"/>
                        <a:pt x="508830" y="95631"/>
                        <a:pt x="541818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0"/>
                        <a:pt x="420946" y="56578"/>
                        <a:pt x="392879" y="105187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8"/>
                        <a:pt x="7244" y="896239"/>
                      </a:cubicBezTo>
                      <a:cubicBezTo>
                        <a:pt x="21785" y="950468"/>
                        <a:pt x="56551" y="995807"/>
                        <a:pt x="105192" y="1023874"/>
                      </a:cubicBezTo>
                      <a:cubicBezTo>
                        <a:pt x="137101" y="1042289"/>
                        <a:pt x="173359" y="1052068"/>
                        <a:pt x="210031" y="1052068"/>
                      </a:cubicBezTo>
                      <a:cubicBezTo>
                        <a:pt x="210031" y="1052068"/>
                        <a:pt x="210063" y="1052068"/>
                        <a:pt x="210063" y="1052068"/>
                      </a:cubicBezTo>
                      <a:cubicBezTo>
                        <a:pt x="210094" y="1052068"/>
                        <a:pt x="210094" y="1052068"/>
                        <a:pt x="210126" y="1052068"/>
                      </a:cubicBezTo>
                      <a:cubicBezTo>
                        <a:pt x="285056" y="1052068"/>
                        <a:pt x="354906" y="1011777"/>
                        <a:pt x="392340" y="946944"/>
                      </a:cubicBezTo>
                      <a:lnTo>
                        <a:pt x="756956" y="315404"/>
                      </a:lnTo>
                      <a:cubicBezTo>
                        <a:pt x="785023" y="266764"/>
                        <a:pt x="792484" y="210153"/>
                        <a:pt x="777975" y="155892"/>
                      </a:cubicBezTo>
                      <a:cubicBezTo>
                        <a:pt x="763434" y="101664"/>
                        <a:pt x="728667" y="56324"/>
                        <a:pt x="680026" y="28257"/>
                      </a:cubicBezTo>
                      <a:cubicBezTo>
                        <a:pt x="647641" y="9556"/>
                        <a:pt x="611668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482" name="Google Shape;482;p94"/>
              <p:cNvGrpSpPr/>
              <p:nvPr/>
            </p:nvGrpSpPr>
            <p:grpSpPr>
              <a:xfrm>
                <a:off x="7855553" y="-80232"/>
                <a:ext cx="4625301" cy="7703470"/>
                <a:chOff x="7855553" y="-80232"/>
                <a:chExt cx="4625301" cy="7703470"/>
              </a:xfrm>
            </p:grpSpPr>
            <p:sp>
              <p:nvSpPr>
                <p:cNvPr id="483" name="Google Shape;483;p94"/>
                <p:cNvSpPr/>
                <p:nvPr/>
              </p:nvSpPr>
              <p:spPr>
                <a:xfrm>
                  <a:off x="11695716" y="-80232"/>
                  <a:ext cx="785138" cy="1052036"/>
                </a:xfrm>
                <a:custGeom>
                  <a:rect b="b" l="l" r="r" t="t"/>
                  <a:pathLst>
                    <a:path extrusionOk="0" h="1052036" w="785138">
                      <a:moveTo>
                        <a:pt x="575251" y="82296"/>
                      </a:moveTo>
                      <a:cubicBezTo>
                        <a:pt x="597349" y="82296"/>
                        <a:pt x="619352" y="88265"/>
                        <a:pt x="638879" y="99536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299" y="210185"/>
                        <a:pt x="702791" y="244666"/>
                        <a:pt x="685710" y="274257"/>
                      </a:cubicBezTo>
                      <a:lnTo>
                        <a:pt x="321092" y="905796"/>
                      </a:lnTo>
                      <a:cubicBezTo>
                        <a:pt x="298391" y="945134"/>
                        <a:pt x="256037" y="969645"/>
                        <a:pt x="210507" y="969772"/>
                      </a:cubicBezTo>
                      <a:lnTo>
                        <a:pt x="210126" y="969772"/>
                      </a:lnTo>
                      <a:cubicBezTo>
                        <a:pt x="187870" y="969772"/>
                        <a:pt x="165835" y="963835"/>
                        <a:pt x="146404" y="952627"/>
                      </a:cubicBezTo>
                      <a:cubicBezTo>
                        <a:pt x="116813" y="935546"/>
                        <a:pt x="95667" y="907955"/>
                        <a:pt x="86809" y="874967"/>
                      </a:cubicBezTo>
                      <a:cubicBezTo>
                        <a:pt x="77983" y="841947"/>
                        <a:pt x="82491" y="807498"/>
                        <a:pt x="99604" y="777907"/>
                      </a:cubicBezTo>
                      <a:lnTo>
                        <a:pt x="464222" y="146368"/>
                      </a:lnTo>
                      <a:cubicBezTo>
                        <a:pt x="481303" y="116777"/>
                        <a:pt x="508893" y="95599"/>
                        <a:pt x="541882" y="86773"/>
                      </a:cubicBezTo>
                      <a:cubicBezTo>
                        <a:pt x="552836" y="83788"/>
                        <a:pt x="564075" y="82296"/>
                        <a:pt x="575251" y="82296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695"/>
                      </a:lnTo>
                      <a:cubicBezTo>
                        <a:pt x="164" y="785336"/>
                        <a:pt x="-7266" y="841978"/>
                        <a:pt x="7244" y="896207"/>
                      </a:cubicBezTo>
                      <a:cubicBezTo>
                        <a:pt x="21785" y="950436"/>
                        <a:pt x="56551" y="995775"/>
                        <a:pt x="105161" y="1023842"/>
                      </a:cubicBezTo>
                      <a:cubicBezTo>
                        <a:pt x="137070" y="1042257"/>
                        <a:pt x="173328" y="1052005"/>
                        <a:pt x="209999" y="1052036"/>
                      </a:cubicBezTo>
                      <a:cubicBezTo>
                        <a:pt x="209999" y="1052036"/>
                        <a:pt x="210031" y="1052036"/>
                        <a:pt x="210031" y="1052036"/>
                      </a:cubicBezTo>
                      <a:cubicBezTo>
                        <a:pt x="210031" y="1052036"/>
                        <a:pt x="210063" y="1052036"/>
                        <a:pt x="210063" y="1052036"/>
                      </a:cubicBezTo>
                      <a:cubicBezTo>
                        <a:pt x="284993" y="1052036"/>
                        <a:pt x="354843" y="1011746"/>
                        <a:pt x="392276" y="946912"/>
                      </a:cubicBezTo>
                      <a:lnTo>
                        <a:pt x="756893" y="315373"/>
                      </a:lnTo>
                      <a:cubicBezTo>
                        <a:pt x="784960" y="266764"/>
                        <a:pt x="792421" y="210122"/>
                        <a:pt x="777879" y="155861"/>
                      </a:cubicBezTo>
                      <a:cubicBezTo>
                        <a:pt x="763338" y="101632"/>
                        <a:pt x="728572" y="56293"/>
                        <a:pt x="679931" y="28226"/>
                      </a:cubicBezTo>
                      <a:cubicBezTo>
                        <a:pt x="647642" y="9557"/>
                        <a:pt x="611700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4" name="Google Shape;484;p94"/>
                <p:cNvSpPr/>
                <p:nvPr/>
              </p:nvSpPr>
              <p:spPr>
                <a:xfrm>
                  <a:off x="9933907" y="2971323"/>
                  <a:ext cx="785157" cy="1052036"/>
                </a:xfrm>
                <a:custGeom>
                  <a:rect b="b" l="l" r="r" t="t"/>
                  <a:pathLst>
                    <a:path extrusionOk="0" h="1052036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79" y="99505"/>
                      </a:cubicBezTo>
                      <a:cubicBezTo>
                        <a:pt x="668439" y="116586"/>
                        <a:pt x="689616" y="144145"/>
                        <a:pt x="698442" y="177165"/>
                      </a:cubicBezTo>
                      <a:cubicBezTo>
                        <a:pt x="707301" y="210185"/>
                        <a:pt x="702760" y="244634"/>
                        <a:pt x="685679" y="274193"/>
                      </a:cubicBezTo>
                      <a:lnTo>
                        <a:pt x="321030" y="905764"/>
                      </a:lnTo>
                      <a:cubicBezTo>
                        <a:pt x="309886" y="925068"/>
                        <a:pt x="293662" y="941229"/>
                        <a:pt x="274040" y="952532"/>
                      </a:cubicBezTo>
                      <a:cubicBezTo>
                        <a:pt x="254578" y="963803"/>
                        <a:pt x="232638" y="969740"/>
                        <a:pt x="210604" y="969740"/>
                      </a:cubicBezTo>
                      <a:lnTo>
                        <a:pt x="210318" y="969740"/>
                      </a:lnTo>
                      <a:lnTo>
                        <a:pt x="210000" y="969740"/>
                      </a:lnTo>
                      <a:lnTo>
                        <a:pt x="209778" y="969740"/>
                      </a:lnTo>
                      <a:cubicBezTo>
                        <a:pt x="187712" y="969740"/>
                        <a:pt x="165773" y="963803"/>
                        <a:pt x="146342" y="952595"/>
                      </a:cubicBezTo>
                      <a:cubicBezTo>
                        <a:pt x="116782" y="935514"/>
                        <a:pt x="95605" y="907955"/>
                        <a:pt x="86779" y="874935"/>
                      </a:cubicBezTo>
                      <a:cubicBezTo>
                        <a:pt x="77921" y="841915"/>
                        <a:pt x="82461" y="807466"/>
                        <a:pt x="99542" y="777907"/>
                      </a:cubicBezTo>
                      <a:lnTo>
                        <a:pt x="464191" y="146336"/>
                      </a:lnTo>
                      <a:cubicBezTo>
                        <a:pt x="481273" y="116777"/>
                        <a:pt x="508831" y="95599"/>
                        <a:pt x="541852" y="86773"/>
                      </a:cubicBezTo>
                      <a:cubicBezTo>
                        <a:pt x="552837" y="83820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3"/>
                        <a:pt x="520516" y="7239"/>
                      </a:cubicBezTo>
                      <a:cubicBezTo>
                        <a:pt x="466286" y="21781"/>
                        <a:pt x="420948" y="56547"/>
                        <a:pt x="392880" y="105156"/>
                      </a:cubicBezTo>
                      <a:lnTo>
                        <a:pt x="28232" y="736727"/>
                      </a:lnTo>
                      <a:cubicBezTo>
                        <a:pt x="165" y="785336"/>
                        <a:pt x="-7265" y="842010"/>
                        <a:pt x="7245" y="896207"/>
                      </a:cubicBezTo>
                      <a:cubicBezTo>
                        <a:pt x="21755" y="950436"/>
                        <a:pt x="56553" y="995775"/>
                        <a:pt x="105162" y="1023842"/>
                      </a:cubicBezTo>
                      <a:cubicBezTo>
                        <a:pt x="136975" y="1042194"/>
                        <a:pt x="173139" y="1052036"/>
                        <a:pt x="209747" y="1052036"/>
                      </a:cubicBezTo>
                      <a:cubicBezTo>
                        <a:pt x="209873" y="1052036"/>
                        <a:pt x="209969" y="1052036"/>
                        <a:pt x="210096" y="1052036"/>
                      </a:cubicBezTo>
                      <a:cubicBezTo>
                        <a:pt x="210254" y="1052036"/>
                        <a:pt x="210413" y="1052036"/>
                        <a:pt x="210572" y="1052036"/>
                      </a:cubicBezTo>
                      <a:cubicBezTo>
                        <a:pt x="247910" y="1052036"/>
                        <a:pt x="283851" y="1041908"/>
                        <a:pt x="315220" y="1023779"/>
                      </a:cubicBezTo>
                      <a:cubicBezTo>
                        <a:pt x="346653" y="1005681"/>
                        <a:pt x="373577" y="979361"/>
                        <a:pt x="392277" y="946912"/>
                      </a:cubicBezTo>
                      <a:lnTo>
                        <a:pt x="756926" y="315341"/>
                      </a:lnTo>
                      <a:cubicBezTo>
                        <a:pt x="784993" y="266732"/>
                        <a:pt x="792423" y="210058"/>
                        <a:pt x="777913" y="155861"/>
                      </a:cubicBezTo>
                      <a:cubicBezTo>
                        <a:pt x="763371" y="101632"/>
                        <a:pt x="728605" y="56293"/>
                        <a:pt x="679996" y="28226"/>
                      </a:cubicBezTo>
                      <a:cubicBezTo>
                        <a:pt x="647642" y="9557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5" name="Google Shape;485;p94"/>
                <p:cNvSpPr/>
                <p:nvPr/>
              </p:nvSpPr>
              <p:spPr>
                <a:xfrm>
                  <a:off x="10601515" y="1742916"/>
                  <a:ext cx="826835" cy="1124204"/>
                </a:xfrm>
                <a:custGeom>
                  <a:rect b="b" l="l" r="r" t="t"/>
                  <a:pathLst>
                    <a:path extrusionOk="0" h="1124204" w="826835">
                      <a:moveTo>
                        <a:pt x="616876" y="82296"/>
                      </a:moveTo>
                      <a:cubicBezTo>
                        <a:pt x="638973" y="82296"/>
                        <a:pt x="660976" y="88265"/>
                        <a:pt x="680471" y="99536"/>
                      </a:cubicBezTo>
                      <a:cubicBezTo>
                        <a:pt x="710062" y="116618"/>
                        <a:pt x="731207" y="144208"/>
                        <a:pt x="740065" y="177197"/>
                      </a:cubicBezTo>
                      <a:cubicBezTo>
                        <a:pt x="748892" y="210185"/>
                        <a:pt x="744383" y="244666"/>
                        <a:pt x="727270" y="274257"/>
                      </a:cubicBezTo>
                      <a:lnTo>
                        <a:pt x="320997" y="977932"/>
                      </a:lnTo>
                      <a:cubicBezTo>
                        <a:pt x="298328" y="1017207"/>
                        <a:pt x="256100" y="1041686"/>
                        <a:pt x="210698" y="1041908"/>
                      </a:cubicBezTo>
                      <a:lnTo>
                        <a:pt x="210031" y="1041908"/>
                      </a:lnTo>
                      <a:cubicBezTo>
                        <a:pt x="187774" y="1041908"/>
                        <a:pt x="165740" y="1035971"/>
                        <a:pt x="146309" y="1024731"/>
                      </a:cubicBezTo>
                      <a:cubicBezTo>
                        <a:pt x="116718" y="1007650"/>
                        <a:pt x="95572" y="980091"/>
                        <a:pt x="86714" y="947102"/>
                      </a:cubicBezTo>
                      <a:cubicBezTo>
                        <a:pt x="77888" y="914082"/>
                        <a:pt x="82396" y="879634"/>
                        <a:pt x="99509" y="850043"/>
                      </a:cubicBezTo>
                      <a:lnTo>
                        <a:pt x="505782" y="146367"/>
                      </a:lnTo>
                      <a:cubicBezTo>
                        <a:pt x="522864" y="116776"/>
                        <a:pt x="550454" y="95631"/>
                        <a:pt x="583443" y="86773"/>
                      </a:cubicBezTo>
                      <a:cubicBezTo>
                        <a:pt x="594460" y="83788"/>
                        <a:pt x="605700" y="82296"/>
                        <a:pt x="616876" y="82296"/>
                      </a:cubicBezTo>
                      <a:moveTo>
                        <a:pt x="616876" y="0"/>
                      </a:moveTo>
                      <a:cubicBezTo>
                        <a:pt x="598619" y="0"/>
                        <a:pt x="580236" y="2413"/>
                        <a:pt x="562139" y="7239"/>
                      </a:cubicBezTo>
                      <a:cubicBezTo>
                        <a:pt x="507909" y="21780"/>
                        <a:pt x="462570" y="56547"/>
                        <a:pt x="434503" y="105188"/>
                      </a:cubicBezTo>
                      <a:lnTo>
                        <a:pt x="28262" y="808863"/>
                      </a:lnTo>
                      <a:cubicBezTo>
                        <a:pt x="164" y="857504"/>
                        <a:pt x="-7266" y="914114"/>
                        <a:pt x="7244" y="968375"/>
                      </a:cubicBezTo>
                      <a:cubicBezTo>
                        <a:pt x="21785" y="1022604"/>
                        <a:pt x="56552" y="1067943"/>
                        <a:pt x="105192" y="1096010"/>
                      </a:cubicBezTo>
                      <a:cubicBezTo>
                        <a:pt x="137101" y="1114425"/>
                        <a:pt x="173360" y="1124204"/>
                        <a:pt x="210031" y="1124204"/>
                      </a:cubicBezTo>
                      <a:cubicBezTo>
                        <a:pt x="210063" y="1124204"/>
                        <a:pt x="210095" y="1124204"/>
                        <a:pt x="210126" y="1124204"/>
                      </a:cubicBezTo>
                      <a:cubicBezTo>
                        <a:pt x="285056" y="1124204"/>
                        <a:pt x="354906" y="1083913"/>
                        <a:pt x="392339" y="1019080"/>
                      </a:cubicBezTo>
                      <a:lnTo>
                        <a:pt x="798581" y="315404"/>
                      </a:lnTo>
                      <a:cubicBezTo>
                        <a:pt x="826648" y="266763"/>
                        <a:pt x="834109" y="210121"/>
                        <a:pt x="819599" y="155892"/>
                      </a:cubicBezTo>
                      <a:cubicBezTo>
                        <a:pt x="805058" y="101663"/>
                        <a:pt x="770291" y="56324"/>
                        <a:pt x="721651" y="28257"/>
                      </a:cubicBezTo>
                      <a:cubicBezTo>
                        <a:pt x="689234" y="9557"/>
                        <a:pt x="653293" y="0"/>
                        <a:pt x="616876" y="0"/>
                      </a:cubicBezTo>
                      <a:lnTo>
                        <a:pt x="6168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6" name="Google Shape;486;p94"/>
                <p:cNvSpPr/>
                <p:nvPr/>
              </p:nvSpPr>
              <p:spPr>
                <a:xfrm>
                  <a:off x="11312393" y="1076197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328"/>
                      </a:moveTo>
                      <a:cubicBezTo>
                        <a:pt x="313192" y="82328"/>
                        <a:pt x="334941" y="88106"/>
                        <a:pt x="354086" y="99028"/>
                      </a:cubicBezTo>
                      <a:cubicBezTo>
                        <a:pt x="383867" y="116015"/>
                        <a:pt x="405203" y="143605"/>
                        <a:pt x="414157" y="176689"/>
                      </a:cubicBezTo>
                      <a:cubicBezTo>
                        <a:pt x="423110" y="209772"/>
                        <a:pt x="418602" y="244348"/>
                        <a:pt x="401457" y="274066"/>
                      </a:cubicBezTo>
                      <a:lnTo>
                        <a:pt x="319351" y="416274"/>
                      </a:lnTo>
                      <a:cubicBezTo>
                        <a:pt x="296555" y="455740"/>
                        <a:pt x="254073" y="480251"/>
                        <a:pt x="208417" y="480251"/>
                      </a:cubicBezTo>
                      <a:lnTo>
                        <a:pt x="208099" y="480251"/>
                      </a:lnTo>
                      <a:cubicBezTo>
                        <a:pt x="184922" y="480187"/>
                        <a:pt x="162125" y="473742"/>
                        <a:pt x="142123" y="461613"/>
                      </a:cubicBezTo>
                      <a:cubicBezTo>
                        <a:pt x="114119" y="444627"/>
                        <a:pt x="94244" y="416909"/>
                        <a:pt x="86148" y="383635"/>
                      </a:cubicBezTo>
                      <a:cubicBezTo>
                        <a:pt x="77893" y="349568"/>
                        <a:pt x="82973" y="314135"/>
                        <a:pt x="100467" y="283813"/>
                      </a:cubicBezTo>
                      <a:lnTo>
                        <a:pt x="179937" y="146177"/>
                      </a:lnTo>
                      <a:cubicBezTo>
                        <a:pt x="202670" y="106775"/>
                        <a:pt x="245310" y="82328"/>
                        <a:pt x="291189" y="82328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47"/>
                      </a:cubicBezTo>
                      <a:cubicBezTo>
                        <a:pt x="208353" y="562547"/>
                        <a:pt x="208385" y="562547"/>
                        <a:pt x="208417" y="562547"/>
                      </a:cubicBezTo>
                      <a:cubicBezTo>
                        <a:pt x="283379" y="562547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30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7" name="Google Shape;487;p94"/>
                <p:cNvSpPr/>
                <p:nvPr/>
              </p:nvSpPr>
              <p:spPr>
                <a:xfrm>
                  <a:off x="8523104" y="4853432"/>
                  <a:ext cx="1109371" cy="1613598"/>
                </a:xfrm>
                <a:custGeom>
                  <a:rect b="b" l="l" r="r" t="t"/>
                  <a:pathLst>
                    <a:path extrusionOk="0" h="1613598" w="1109371">
                      <a:moveTo>
                        <a:pt x="899412" y="82296"/>
                      </a:moveTo>
                      <a:cubicBezTo>
                        <a:pt x="921510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97"/>
                      </a:cubicBezTo>
                      <a:cubicBezTo>
                        <a:pt x="1031460" y="210185"/>
                        <a:pt x="1026919" y="244665"/>
                        <a:pt x="1009838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516" y="1531271"/>
                      </a:lnTo>
                      <a:cubicBezTo>
                        <a:pt x="187450" y="1531176"/>
                        <a:pt x="165606" y="1525238"/>
                        <a:pt x="146333" y="1514094"/>
                      </a:cubicBezTo>
                      <a:cubicBezTo>
                        <a:pt x="116742" y="1497013"/>
                        <a:pt x="95597" y="1469422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9" y="146336"/>
                      </a:lnTo>
                      <a:cubicBezTo>
                        <a:pt x="805400" y="116745"/>
                        <a:pt x="832991" y="95599"/>
                        <a:pt x="866011" y="86741"/>
                      </a:cubicBezTo>
                      <a:cubicBezTo>
                        <a:pt x="876996" y="83788"/>
                        <a:pt x="888267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6" y="0"/>
                        <a:pt x="862772" y="2413"/>
                        <a:pt x="844675" y="7271"/>
                      </a:cubicBezTo>
                      <a:cubicBezTo>
                        <a:pt x="790446" y="21812"/>
                        <a:pt x="745107" y="56578"/>
                        <a:pt x="717040" y="105220"/>
                      </a:cubicBezTo>
                      <a:lnTo>
                        <a:pt x="28255" y="1298258"/>
                      </a:lnTo>
                      <a:cubicBezTo>
                        <a:pt x="188" y="1346898"/>
                        <a:pt x="-7273" y="1403540"/>
                        <a:pt x="7237" y="1457770"/>
                      </a:cubicBezTo>
                      <a:cubicBezTo>
                        <a:pt x="21778" y="1511998"/>
                        <a:pt x="56544" y="1557338"/>
                        <a:pt x="105154" y="1585404"/>
                      </a:cubicBezTo>
                      <a:cubicBezTo>
                        <a:pt x="137062" y="1603851"/>
                        <a:pt x="173321" y="1613598"/>
                        <a:pt x="210024" y="1613598"/>
                      </a:cubicBezTo>
                      <a:cubicBezTo>
                        <a:pt x="210056" y="1613598"/>
                        <a:pt x="210087" y="1613598"/>
                        <a:pt x="210119" y="1613598"/>
                      </a:cubicBezTo>
                      <a:cubicBezTo>
                        <a:pt x="285081" y="1613598"/>
                        <a:pt x="354899" y="1573308"/>
                        <a:pt x="392332" y="1508442"/>
                      </a:cubicBezTo>
                      <a:lnTo>
                        <a:pt x="1081117" y="315404"/>
                      </a:lnTo>
                      <a:cubicBezTo>
                        <a:pt x="1109184" y="266764"/>
                        <a:pt x="1116645" y="210121"/>
                        <a:pt x="1102135" y="155892"/>
                      </a:cubicBezTo>
                      <a:cubicBezTo>
                        <a:pt x="1087594" y="101664"/>
                        <a:pt x="1052828" y="56324"/>
                        <a:pt x="1004187" y="28258"/>
                      </a:cubicBezTo>
                      <a:cubicBezTo>
                        <a:pt x="971802" y="9557"/>
                        <a:pt x="935861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8" name="Google Shape;488;p94"/>
                <p:cNvSpPr/>
                <p:nvPr/>
              </p:nvSpPr>
              <p:spPr>
                <a:xfrm>
                  <a:off x="7855553" y="6571170"/>
                  <a:ext cx="785170" cy="1052068"/>
                </a:xfrm>
                <a:custGeom>
                  <a:rect b="b" l="l" r="r" t="t"/>
                  <a:pathLst>
                    <a:path extrusionOk="0" h="1052068" w="785170">
                      <a:moveTo>
                        <a:pt x="575251" y="82297"/>
                      </a:moveTo>
                      <a:cubicBezTo>
                        <a:pt x="597349" y="82297"/>
                        <a:pt x="619320" y="88265"/>
                        <a:pt x="638878" y="99537"/>
                      </a:cubicBezTo>
                      <a:cubicBezTo>
                        <a:pt x="668469" y="116618"/>
                        <a:pt x="689615" y="144177"/>
                        <a:pt x="698473" y="177197"/>
                      </a:cubicBezTo>
                      <a:cubicBezTo>
                        <a:pt x="707300" y="210186"/>
                        <a:pt x="702791" y="244666"/>
                        <a:pt x="685709" y="274257"/>
                      </a:cubicBezTo>
                      <a:lnTo>
                        <a:pt x="321093" y="905796"/>
                      </a:lnTo>
                      <a:cubicBezTo>
                        <a:pt x="298423" y="945071"/>
                        <a:pt x="256195" y="969550"/>
                        <a:pt x="210761" y="969773"/>
                      </a:cubicBezTo>
                      <a:lnTo>
                        <a:pt x="210094" y="969773"/>
                      </a:lnTo>
                      <a:cubicBezTo>
                        <a:pt x="187838" y="969773"/>
                        <a:pt x="165803" y="963835"/>
                        <a:pt x="146372" y="952627"/>
                      </a:cubicBezTo>
                      <a:cubicBezTo>
                        <a:pt x="116781" y="935546"/>
                        <a:pt x="95636" y="907955"/>
                        <a:pt x="86778" y="874967"/>
                      </a:cubicBezTo>
                      <a:cubicBezTo>
                        <a:pt x="77951" y="841947"/>
                        <a:pt x="82459" y="807498"/>
                        <a:pt x="99573" y="777907"/>
                      </a:cubicBezTo>
                      <a:lnTo>
                        <a:pt x="464190" y="146368"/>
                      </a:lnTo>
                      <a:cubicBezTo>
                        <a:pt x="481271" y="116777"/>
                        <a:pt x="508862" y="95631"/>
                        <a:pt x="541850" y="86773"/>
                      </a:cubicBezTo>
                      <a:cubicBezTo>
                        <a:pt x="552804" y="83820"/>
                        <a:pt x="564075" y="82297"/>
                        <a:pt x="575251" y="82297"/>
                      </a:cubicBezTo>
                      <a:moveTo>
                        <a:pt x="575251" y="0"/>
                      </a:moveTo>
                      <a:cubicBezTo>
                        <a:pt x="556995" y="0"/>
                        <a:pt x="538612" y="2413"/>
                        <a:pt x="520514" y="7239"/>
                      </a:cubicBezTo>
                      <a:cubicBezTo>
                        <a:pt x="466285" y="21781"/>
                        <a:pt x="420946" y="56579"/>
                        <a:pt x="392879" y="105188"/>
                      </a:cubicBezTo>
                      <a:lnTo>
                        <a:pt x="28262" y="736727"/>
                      </a:lnTo>
                      <a:cubicBezTo>
                        <a:pt x="163" y="785368"/>
                        <a:pt x="-7266" y="841979"/>
                        <a:pt x="7244" y="896239"/>
                      </a:cubicBezTo>
                      <a:cubicBezTo>
                        <a:pt x="21785" y="950468"/>
                        <a:pt x="56551" y="995807"/>
                        <a:pt x="105161" y="1023874"/>
                      </a:cubicBezTo>
                      <a:cubicBezTo>
                        <a:pt x="137069" y="1042289"/>
                        <a:pt x="173328" y="1052037"/>
                        <a:pt x="209999" y="1052068"/>
                      </a:cubicBezTo>
                      <a:cubicBezTo>
                        <a:pt x="210031" y="1052068"/>
                        <a:pt x="210063" y="1052068"/>
                        <a:pt x="210094" y="1052068"/>
                      </a:cubicBezTo>
                      <a:cubicBezTo>
                        <a:pt x="285025" y="1052068"/>
                        <a:pt x="354875" y="1011778"/>
                        <a:pt x="392308" y="946944"/>
                      </a:cubicBezTo>
                      <a:lnTo>
                        <a:pt x="756925" y="315405"/>
                      </a:lnTo>
                      <a:cubicBezTo>
                        <a:pt x="784992" y="266764"/>
                        <a:pt x="792453" y="210154"/>
                        <a:pt x="777912" y="155893"/>
                      </a:cubicBezTo>
                      <a:cubicBezTo>
                        <a:pt x="763370" y="101664"/>
                        <a:pt x="728604" y="56324"/>
                        <a:pt x="679963" y="28258"/>
                      </a:cubicBezTo>
                      <a:cubicBezTo>
                        <a:pt x="647609" y="9557"/>
                        <a:pt x="611669" y="0"/>
                        <a:pt x="575251" y="0"/>
                      </a:cubicBezTo>
                      <a:lnTo>
                        <a:pt x="57525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89" name="Google Shape;489;p94"/>
                <p:cNvSpPr/>
                <p:nvPr/>
              </p:nvSpPr>
              <p:spPr>
                <a:xfrm>
                  <a:off x="9516549" y="4127785"/>
                  <a:ext cx="535036" cy="621506"/>
                </a:xfrm>
                <a:custGeom>
                  <a:rect b="b" l="l" r="r" t="t"/>
                  <a:pathLst>
                    <a:path extrusionOk="0" h="621506" w="535036">
                      <a:moveTo>
                        <a:pt x="325193" y="82296"/>
                      </a:moveTo>
                      <a:cubicBezTo>
                        <a:pt x="347196" y="82296"/>
                        <a:pt x="368945" y="88074"/>
                        <a:pt x="388090" y="98997"/>
                      </a:cubicBezTo>
                      <a:cubicBezTo>
                        <a:pt x="417872" y="115983"/>
                        <a:pt x="439207" y="143574"/>
                        <a:pt x="448161" y="176657"/>
                      </a:cubicBezTo>
                      <a:cubicBezTo>
                        <a:pt x="457114" y="209772"/>
                        <a:pt x="452606" y="244348"/>
                        <a:pt x="435461" y="274034"/>
                      </a:cubicBezTo>
                      <a:lnTo>
                        <a:pt x="319319" y="475202"/>
                      </a:lnTo>
                      <a:cubicBezTo>
                        <a:pt x="296523" y="514667"/>
                        <a:pt x="254042" y="539179"/>
                        <a:pt x="208385" y="539179"/>
                      </a:cubicBezTo>
                      <a:lnTo>
                        <a:pt x="208068" y="539179"/>
                      </a:lnTo>
                      <a:cubicBezTo>
                        <a:pt x="184890" y="539115"/>
                        <a:pt x="162093" y="532670"/>
                        <a:pt x="142091" y="520541"/>
                      </a:cubicBezTo>
                      <a:cubicBezTo>
                        <a:pt x="114087" y="503555"/>
                        <a:pt x="94212" y="475837"/>
                        <a:pt x="86116" y="442563"/>
                      </a:cubicBezTo>
                      <a:cubicBezTo>
                        <a:pt x="77861" y="408496"/>
                        <a:pt x="82941" y="373063"/>
                        <a:pt x="100435" y="342741"/>
                      </a:cubicBezTo>
                      <a:lnTo>
                        <a:pt x="213941" y="146145"/>
                      </a:lnTo>
                      <a:cubicBezTo>
                        <a:pt x="236674" y="106743"/>
                        <a:pt x="279314" y="82296"/>
                        <a:pt x="325193" y="82296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94" y="104997"/>
                      </a:cubicBezTo>
                      <a:lnTo>
                        <a:pt x="29188" y="301561"/>
                      </a:lnTo>
                      <a:cubicBezTo>
                        <a:pt x="-28978" y="402305"/>
                        <a:pt x="2518" y="532099"/>
                        <a:pt x="99419" y="590899"/>
                      </a:cubicBezTo>
                      <a:cubicBezTo>
                        <a:pt x="132344" y="610902"/>
                        <a:pt x="169999" y="621475"/>
                        <a:pt x="208322" y="621506"/>
                      </a:cubicBezTo>
                      <a:cubicBezTo>
                        <a:pt x="208353" y="621506"/>
                        <a:pt x="208385" y="621506"/>
                        <a:pt x="208417" y="621506"/>
                      </a:cubicBezTo>
                      <a:cubicBezTo>
                        <a:pt x="283379" y="621506"/>
                        <a:pt x="353197" y="581216"/>
                        <a:pt x="390630" y="516382"/>
                      </a:cubicBezTo>
                      <a:lnTo>
                        <a:pt x="506772" y="315214"/>
                      </a:lnTo>
                      <a:cubicBezTo>
                        <a:pt x="534966" y="266414"/>
                        <a:pt x="542363" y="209582"/>
                        <a:pt x="527631" y="155194"/>
                      </a:cubicBezTo>
                      <a:cubicBezTo>
                        <a:pt x="512899" y="100806"/>
                        <a:pt x="477847" y="55468"/>
                        <a:pt x="428889" y="27559"/>
                      </a:cubicBezTo>
                      <a:cubicBezTo>
                        <a:pt x="396186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490" name="Google Shape;490;p94"/>
              <p:cNvGrpSpPr/>
              <p:nvPr/>
            </p:nvGrpSpPr>
            <p:grpSpPr>
              <a:xfrm>
                <a:off x="9564037" y="-1311941"/>
                <a:ext cx="4949515" cy="8264967"/>
                <a:chOff x="9564037" y="-1311941"/>
                <a:chExt cx="4949515" cy="8264967"/>
              </a:xfrm>
            </p:grpSpPr>
            <p:sp>
              <p:nvSpPr>
                <p:cNvPr id="491" name="Google Shape;491;p94"/>
                <p:cNvSpPr/>
                <p:nvPr/>
              </p:nvSpPr>
              <p:spPr>
                <a:xfrm>
                  <a:off x="13404190" y="-1311941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444" y="82328"/>
                      </a:moveTo>
                      <a:cubicBezTo>
                        <a:pt x="921541" y="82328"/>
                        <a:pt x="943544" y="88297"/>
                        <a:pt x="963071" y="99568"/>
                      </a:cubicBezTo>
                      <a:cubicBezTo>
                        <a:pt x="992661" y="116649"/>
                        <a:pt x="1013807" y="144208"/>
                        <a:pt x="1022634" y="177197"/>
                      </a:cubicBezTo>
                      <a:cubicBezTo>
                        <a:pt x="1031460" y="210185"/>
                        <a:pt x="1026919" y="244666"/>
                        <a:pt x="1009870" y="274257"/>
                      </a:cubicBezTo>
                      <a:lnTo>
                        <a:pt x="321054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09104" y="1531271"/>
                      </a:lnTo>
                      <a:cubicBezTo>
                        <a:pt x="187164" y="1531080"/>
                        <a:pt x="165479" y="1525175"/>
                        <a:pt x="146334" y="1514094"/>
                      </a:cubicBezTo>
                      <a:cubicBezTo>
                        <a:pt x="116742" y="1497013"/>
                        <a:pt x="95597" y="1469422"/>
                        <a:pt x="86771" y="1436434"/>
                      </a:cubicBezTo>
                      <a:cubicBezTo>
                        <a:pt x="77944" y="1403445"/>
                        <a:pt x="82484" y="1368965"/>
                        <a:pt x="99566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99"/>
                        <a:pt x="866042" y="86741"/>
                      </a:cubicBezTo>
                      <a:cubicBezTo>
                        <a:pt x="877028" y="83820"/>
                        <a:pt x="888267" y="82328"/>
                        <a:pt x="899444" y="82328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707" y="7239"/>
                      </a:cubicBezTo>
                      <a:cubicBezTo>
                        <a:pt x="790477" y="21780"/>
                        <a:pt x="745138" y="56547"/>
                        <a:pt x="717072" y="105188"/>
                      </a:cubicBezTo>
                      <a:lnTo>
                        <a:pt x="28255" y="1298258"/>
                      </a:lnTo>
                      <a:cubicBezTo>
                        <a:pt x="188" y="1346899"/>
                        <a:pt x="-7273" y="1403509"/>
                        <a:pt x="7237" y="1457770"/>
                      </a:cubicBezTo>
                      <a:cubicBezTo>
                        <a:pt x="21778" y="1511999"/>
                        <a:pt x="56545" y="1557338"/>
                        <a:pt x="105154" y="1585405"/>
                      </a:cubicBezTo>
                      <a:cubicBezTo>
                        <a:pt x="137062" y="1603851"/>
                        <a:pt x="173321" y="1613599"/>
                        <a:pt x="210024" y="1613599"/>
                      </a:cubicBezTo>
                      <a:cubicBezTo>
                        <a:pt x="210055" y="1613599"/>
                        <a:pt x="210087" y="1613599"/>
                        <a:pt x="210119" y="1613599"/>
                      </a:cubicBezTo>
                      <a:cubicBezTo>
                        <a:pt x="285081" y="1613599"/>
                        <a:pt x="354899" y="1573308"/>
                        <a:pt x="392333" y="1508474"/>
                      </a:cubicBezTo>
                      <a:lnTo>
                        <a:pt x="1081117" y="315436"/>
                      </a:lnTo>
                      <a:cubicBezTo>
                        <a:pt x="1109184" y="266795"/>
                        <a:pt x="1116645" y="210185"/>
                        <a:pt x="1102104" y="155924"/>
                      </a:cubicBezTo>
                      <a:cubicBezTo>
                        <a:pt x="1087562" y="101695"/>
                        <a:pt x="1052796" y="56356"/>
                        <a:pt x="1004155" y="28289"/>
                      </a:cubicBezTo>
                      <a:cubicBezTo>
                        <a:pt x="971834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2" name="Google Shape;492;p94"/>
                <p:cNvSpPr/>
                <p:nvPr/>
              </p:nvSpPr>
              <p:spPr>
                <a:xfrm>
                  <a:off x="10974848" y="2895949"/>
                  <a:ext cx="1109321" cy="1613566"/>
                </a:xfrm>
                <a:custGeom>
                  <a:rect b="b" l="l" r="r" t="t"/>
                  <a:pathLst>
                    <a:path extrusionOk="0" h="1613566" w="1109321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2998" y="99505"/>
                      </a:cubicBezTo>
                      <a:cubicBezTo>
                        <a:pt x="992588" y="116586"/>
                        <a:pt x="1013734" y="144145"/>
                        <a:pt x="1022592" y="177165"/>
                      </a:cubicBezTo>
                      <a:cubicBezTo>
                        <a:pt x="1031450" y="210185"/>
                        <a:pt x="1026910" y="244634"/>
                        <a:pt x="1009829" y="274225"/>
                      </a:cubicBezTo>
                      <a:lnTo>
                        <a:pt x="321044" y="1467231"/>
                      </a:lnTo>
                      <a:cubicBezTo>
                        <a:pt x="298280" y="1506696"/>
                        <a:pt x="255766" y="1531207"/>
                        <a:pt x="210142" y="1531207"/>
                      </a:cubicBezTo>
                      <a:lnTo>
                        <a:pt x="206744" y="1531207"/>
                      </a:lnTo>
                      <a:cubicBezTo>
                        <a:pt x="185631" y="1530636"/>
                        <a:pt x="164834" y="1524730"/>
                        <a:pt x="146356" y="1514062"/>
                      </a:cubicBezTo>
                      <a:cubicBezTo>
                        <a:pt x="116796" y="1496981"/>
                        <a:pt x="95619" y="1469390"/>
                        <a:pt x="86793" y="1436402"/>
                      </a:cubicBezTo>
                      <a:cubicBezTo>
                        <a:pt x="77934" y="1403382"/>
                        <a:pt x="82475" y="1368933"/>
                        <a:pt x="99556" y="1339342"/>
                      </a:cubicBezTo>
                      <a:lnTo>
                        <a:pt x="788341" y="146336"/>
                      </a:lnTo>
                      <a:cubicBezTo>
                        <a:pt x="805422" y="116777"/>
                        <a:pt x="833013" y="95599"/>
                        <a:pt x="866001" y="86741"/>
                      </a:cubicBezTo>
                      <a:cubicBezTo>
                        <a:pt x="876955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56"/>
                      </a:cubicBezTo>
                      <a:lnTo>
                        <a:pt x="28246" y="1298162"/>
                      </a:lnTo>
                      <a:cubicBezTo>
                        <a:pt x="179" y="1346772"/>
                        <a:pt x="-7282" y="1403445"/>
                        <a:pt x="7259" y="1457674"/>
                      </a:cubicBezTo>
                      <a:cubicBezTo>
                        <a:pt x="21800" y="1511904"/>
                        <a:pt x="56567" y="1557242"/>
                        <a:pt x="105176" y="1585309"/>
                      </a:cubicBezTo>
                      <a:cubicBezTo>
                        <a:pt x="137085" y="1603724"/>
                        <a:pt x="173280" y="1613504"/>
                        <a:pt x="209951" y="1613535"/>
                      </a:cubicBezTo>
                      <a:cubicBezTo>
                        <a:pt x="209951" y="1613535"/>
                        <a:pt x="209983" y="1613567"/>
                        <a:pt x="210014" y="1613567"/>
                      </a:cubicBezTo>
                      <a:cubicBezTo>
                        <a:pt x="210046" y="1613567"/>
                        <a:pt x="210078" y="1613567"/>
                        <a:pt x="210110" y="1613504"/>
                      </a:cubicBezTo>
                      <a:cubicBezTo>
                        <a:pt x="210110" y="1613504"/>
                        <a:pt x="210142" y="1613504"/>
                        <a:pt x="210142" y="1613504"/>
                      </a:cubicBezTo>
                      <a:cubicBezTo>
                        <a:pt x="285071" y="1613504"/>
                        <a:pt x="354826" y="1573276"/>
                        <a:pt x="392291" y="1508379"/>
                      </a:cubicBezTo>
                      <a:lnTo>
                        <a:pt x="1081076" y="315373"/>
                      </a:lnTo>
                      <a:cubicBezTo>
                        <a:pt x="1109143" y="266764"/>
                        <a:pt x="1116604" y="210090"/>
                        <a:pt x="1102062" y="155861"/>
                      </a:cubicBezTo>
                      <a:cubicBezTo>
                        <a:pt x="1087521" y="101632"/>
                        <a:pt x="1052755" y="56293"/>
                        <a:pt x="1004145" y="28226"/>
                      </a:cubicBezTo>
                      <a:cubicBezTo>
                        <a:pt x="971761" y="9525"/>
                        <a:pt x="935819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3" name="Google Shape;493;p94"/>
                <p:cNvSpPr/>
                <p:nvPr/>
              </p:nvSpPr>
              <p:spPr>
                <a:xfrm>
                  <a:off x="12736656" y="405796"/>
                  <a:ext cx="785217" cy="1052099"/>
                </a:xfrm>
                <a:custGeom>
                  <a:rect b="b" l="l" r="r" t="t"/>
                  <a:pathLst>
                    <a:path extrusionOk="0" h="1052099" w="785217">
                      <a:moveTo>
                        <a:pt x="575235" y="82328"/>
                      </a:moveTo>
                      <a:cubicBezTo>
                        <a:pt x="597333" y="82328"/>
                        <a:pt x="619304" y="88297"/>
                        <a:pt x="638830" y="99568"/>
                      </a:cubicBezTo>
                      <a:cubicBezTo>
                        <a:pt x="668421" y="116650"/>
                        <a:pt x="689566" y="144240"/>
                        <a:pt x="698425" y="177229"/>
                      </a:cubicBezTo>
                      <a:cubicBezTo>
                        <a:pt x="707251" y="210217"/>
                        <a:pt x="702743" y="244697"/>
                        <a:pt x="685661" y="274288"/>
                      </a:cubicBezTo>
                      <a:lnTo>
                        <a:pt x="321045" y="905796"/>
                      </a:lnTo>
                      <a:cubicBezTo>
                        <a:pt x="298438" y="944944"/>
                        <a:pt x="256401" y="969391"/>
                        <a:pt x="211189" y="969772"/>
                      </a:cubicBezTo>
                      <a:lnTo>
                        <a:pt x="210078" y="969772"/>
                      </a:lnTo>
                      <a:cubicBezTo>
                        <a:pt x="187821" y="969772"/>
                        <a:pt x="165787" y="963835"/>
                        <a:pt x="146356" y="952595"/>
                      </a:cubicBezTo>
                      <a:cubicBezTo>
                        <a:pt x="116765" y="935514"/>
                        <a:pt x="95620" y="907923"/>
                        <a:pt x="86761" y="874935"/>
                      </a:cubicBezTo>
                      <a:cubicBezTo>
                        <a:pt x="77935" y="841947"/>
                        <a:pt x="82443" y="807466"/>
                        <a:pt x="99525" y="777875"/>
                      </a:cubicBezTo>
                      <a:lnTo>
                        <a:pt x="464141" y="146336"/>
                      </a:lnTo>
                      <a:cubicBezTo>
                        <a:pt x="481223" y="116745"/>
                        <a:pt x="508782" y="95599"/>
                        <a:pt x="541802" y="86741"/>
                      </a:cubicBezTo>
                      <a:cubicBezTo>
                        <a:pt x="552820" y="83820"/>
                        <a:pt x="564059" y="82328"/>
                        <a:pt x="575235" y="82328"/>
                      </a:cubicBezTo>
                      <a:moveTo>
                        <a:pt x="575235" y="0"/>
                      </a:moveTo>
                      <a:cubicBezTo>
                        <a:pt x="556978" y="0"/>
                        <a:pt x="538596" y="2413"/>
                        <a:pt x="520498" y="7271"/>
                      </a:cubicBezTo>
                      <a:cubicBezTo>
                        <a:pt x="466269" y="21812"/>
                        <a:pt x="420930" y="56579"/>
                        <a:pt x="392863" y="105220"/>
                      </a:cubicBezTo>
                      <a:lnTo>
                        <a:pt x="28245" y="736759"/>
                      </a:lnTo>
                      <a:cubicBezTo>
                        <a:pt x="179" y="785368"/>
                        <a:pt x="-7283" y="842010"/>
                        <a:pt x="7259" y="896271"/>
                      </a:cubicBezTo>
                      <a:cubicBezTo>
                        <a:pt x="21801" y="950500"/>
                        <a:pt x="56567" y="995839"/>
                        <a:pt x="105208" y="1023906"/>
                      </a:cubicBezTo>
                      <a:cubicBezTo>
                        <a:pt x="137116" y="1042321"/>
                        <a:pt x="173375" y="1052068"/>
                        <a:pt x="210046" y="1052100"/>
                      </a:cubicBezTo>
                      <a:cubicBezTo>
                        <a:pt x="210078" y="1052100"/>
                        <a:pt x="210110" y="1052100"/>
                        <a:pt x="210141" y="1052100"/>
                      </a:cubicBezTo>
                      <a:cubicBezTo>
                        <a:pt x="285072" y="1052100"/>
                        <a:pt x="354922" y="1011809"/>
                        <a:pt x="392355" y="946976"/>
                      </a:cubicBezTo>
                      <a:lnTo>
                        <a:pt x="756972" y="315436"/>
                      </a:lnTo>
                      <a:cubicBezTo>
                        <a:pt x="785039" y="266827"/>
                        <a:pt x="792500" y="210185"/>
                        <a:pt x="777959" y="155924"/>
                      </a:cubicBezTo>
                      <a:cubicBezTo>
                        <a:pt x="763417" y="101695"/>
                        <a:pt x="728651" y="56356"/>
                        <a:pt x="680010" y="28289"/>
                      </a:cubicBezTo>
                      <a:cubicBezTo>
                        <a:pt x="647625" y="9589"/>
                        <a:pt x="611684" y="0"/>
                        <a:pt x="575235" y="0"/>
                      </a:cubicBezTo>
                      <a:lnTo>
                        <a:pt x="57523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4" name="Google Shape;494;p94"/>
                <p:cNvSpPr/>
                <p:nvPr/>
              </p:nvSpPr>
              <p:spPr>
                <a:xfrm>
                  <a:off x="12353285" y="1562258"/>
                  <a:ext cx="500968" cy="562546"/>
                </a:xfrm>
                <a:custGeom>
                  <a:rect b="b" l="l" r="r" t="t"/>
                  <a:pathLst>
                    <a:path extrusionOk="0" h="562546" w="500968">
                      <a:moveTo>
                        <a:pt x="291189" y="82296"/>
                      </a:moveTo>
                      <a:cubicBezTo>
                        <a:pt x="313191" y="82296"/>
                        <a:pt x="334940" y="88074"/>
                        <a:pt x="354086" y="98996"/>
                      </a:cubicBezTo>
                      <a:cubicBezTo>
                        <a:pt x="383867" y="115983"/>
                        <a:pt x="405203" y="143574"/>
                        <a:pt x="414156" y="176657"/>
                      </a:cubicBezTo>
                      <a:cubicBezTo>
                        <a:pt x="423110" y="209772"/>
                        <a:pt x="418602" y="244348"/>
                        <a:pt x="401456" y="274034"/>
                      </a:cubicBezTo>
                      <a:lnTo>
                        <a:pt x="319351" y="416243"/>
                      </a:lnTo>
                      <a:cubicBezTo>
                        <a:pt x="296745" y="455422"/>
                        <a:pt x="254708" y="479838"/>
                        <a:pt x="209464" y="480219"/>
                      </a:cubicBezTo>
                      <a:lnTo>
                        <a:pt x="208385" y="480219"/>
                      </a:lnTo>
                      <a:cubicBezTo>
                        <a:pt x="185144" y="480219"/>
                        <a:pt x="162221" y="473774"/>
                        <a:pt x="142154" y="461582"/>
                      </a:cubicBezTo>
                      <a:cubicBezTo>
                        <a:pt x="114151" y="444595"/>
                        <a:pt x="94275" y="416877"/>
                        <a:pt x="86179" y="383604"/>
                      </a:cubicBezTo>
                      <a:cubicBezTo>
                        <a:pt x="77924" y="349536"/>
                        <a:pt x="83004" y="314103"/>
                        <a:pt x="100498" y="283782"/>
                      </a:cubicBezTo>
                      <a:lnTo>
                        <a:pt x="179968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3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85" y="562547"/>
                        <a:pt x="208385" y="562547"/>
                      </a:cubicBezTo>
                      <a:cubicBezTo>
                        <a:pt x="208385" y="562547"/>
                        <a:pt x="208385" y="562547"/>
                        <a:pt x="208385" y="562547"/>
                      </a:cubicBezTo>
                      <a:cubicBezTo>
                        <a:pt x="283347" y="562547"/>
                        <a:pt x="353165" y="522256"/>
                        <a:pt x="390598" y="457422"/>
                      </a:cubicBezTo>
                      <a:lnTo>
                        <a:pt x="472704" y="315214"/>
                      </a:lnTo>
                      <a:cubicBezTo>
                        <a:pt x="500898" y="266414"/>
                        <a:pt x="508296" y="209582"/>
                        <a:pt x="493563" y="155194"/>
                      </a:cubicBezTo>
                      <a:cubicBezTo>
                        <a:pt x="478831" y="100806"/>
                        <a:pt x="443779" y="55467"/>
                        <a:pt x="394821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5" name="Google Shape;495;p94"/>
                <p:cNvSpPr/>
                <p:nvPr/>
              </p:nvSpPr>
              <p:spPr>
                <a:xfrm>
                  <a:off x="11968253" y="2229167"/>
                  <a:ext cx="500993" cy="562546"/>
                </a:xfrm>
                <a:custGeom>
                  <a:rect b="b" l="l" r="r" t="t"/>
                  <a:pathLst>
                    <a:path extrusionOk="0" h="562546" w="500993">
                      <a:moveTo>
                        <a:pt x="291189" y="82296"/>
                      </a:moveTo>
                      <a:cubicBezTo>
                        <a:pt x="313192" y="82296"/>
                        <a:pt x="334940" y="88075"/>
                        <a:pt x="354086" y="98997"/>
                      </a:cubicBezTo>
                      <a:cubicBezTo>
                        <a:pt x="383868" y="115983"/>
                        <a:pt x="405203" y="143574"/>
                        <a:pt x="414156" y="176657"/>
                      </a:cubicBezTo>
                      <a:cubicBezTo>
                        <a:pt x="423110" y="209741"/>
                        <a:pt x="418602" y="244316"/>
                        <a:pt x="401456" y="274003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8353" y="480219"/>
                      </a:lnTo>
                      <a:cubicBezTo>
                        <a:pt x="185112" y="480219"/>
                        <a:pt x="162221" y="473774"/>
                        <a:pt x="142123" y="461550"/>
                      </a:cubicBezTo>
                      <a:cubicBezTo>
                        <a:pt x="114119" y="444564"/>
                        <a:pt x="94244" y="416846"/>
                        <a:pt x="86147" y="383572"/>
                      </a:cubicBezTo>
                      <a:cubicBezTo>
                        <a:pt x="77892" y="349504"/>
                        <a:pt x="82972" y="314071"/>
                        <a:pt x="100467" y="283750"/>
                      </a:cubicBezTo>
                      <a:lnTo>
                        <a:pt x="179937" y="146114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9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40"/>
                      </a:cubicBezTo>
                      <a:cubicBezTo>
                        <a:pt x="132344" y="551942"/>
                        <a:pt x="169999" y="562515"/>
                        <a:pt x="208322" y="562547"/>
                      </a:cubicBezTo>
                      <a:cubicBezTo>
                        <a:pt x="208353" y="562547"/>
                        <a:pt x="208353" y="562547"/>
                        <a:pt x="208385" y="562547"/>
                      </a:cubicBezTo>
                      <a:cubicBezTo>
                        <a:pt x="208385" y="562547"/>
                        <a:pt x="208417" y="562547"/>
                        <a:pt x="208417" y="562547"/>
                      </a:cubicBezTo>
                      <a:cubicBezTo>
                        <a:pt x="283378" y="562547"/>
                        <a:pt x="353197" y="522256"/>
                        <a:pt x="390630" y="457422"/>
                      </a:cubicBezTo>
                      <a:lnTo>
                        <a:pt x="472736" y="315182"/>
                      </a:lnTo>
                      <a:cubicBezTo>
                        <a:pt x="500898" y="266383"/>
                        <a:pt x="508327" y="209550"/>
                        <a:pt x="493595" y="155162"/>
                      </a:cubicBezTo>
                      <a:cubicBezTo>
                        <a:pt x="478863" y="100775"/>
                        <a:pt x="443811" y="55436"/>
                        <a:pt x="394853" y="27496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6" name="Google Shape;496;p94"/>
                <p:cNvSpPr/>
                <p:nvPr/>
              </p:nvSpPr>
              <p:spPr>
                <a:xfrm>
                  <a:off x="9564037" y="5339460"/>
                  <a:ext cx="1109384" cy="1613566"/>
                </a:xfrm>
                <a:custGeom>
                  <a:rect b="b" l="l" r="r" t="t"/>
                  <a:pathLst>
                    <a:path extrusionOk="0" h="1613566" w="1109384">
                      <a:moveTo>
                        <a:pt x="899402" y="82328"/>
                      </a:moveTo>
                      <a:cubicBezTo>
                        <a:pt x="921500" y="82328"/>
                        <a:pt x="943503" y="88297"/>
                        <a:pt x="963029" y="99568"/>
                      </a:cubicBezTo>
                      <a:cubicBezTo>
                        <a:pt x="992620" y="116649"/>
                        <a:pt x="1013766" y="144240"/>
                        <a:pt x="1022624" y="177229"/>
                      </a:cubicBezTo>
                      <a:cubicBezTo>
                        <a:pt x="1031451" y="210217"/>
                        <a:pt x="1026910" y="244697"/>
                        <a:pt x="1009861" y="274288"/>
                      </a:cubicBezTo>
                      <a:lnTo>
                        <a:pt x="321076" y="1467327"/>
                      </a:lnTo>
                      <a:cubicBezTo>
                        <a:pt x="298311" y="1506792"/>
                        <a:pt x="255798" y="1531303"/>
                        <a:pt x="210110" y="1531303"/>
                      </a:cubicBezTo>
                      <a:cubicBezTo>
                        <a:pt x="187821" y="1531303"/>
                        <a:pt x="165818" y="1525365"/>
                        <a:pt x="146356" y="1514126"/>
                      </a:cubicBezTo>
                      <a:cubicBezTo>
                        <a:pt x="116765" y="1497044"/>
                        <a:pt x="95619" y="1469486"/>
                        <a:pt x="86793" y="1436465"/>
                      </a:cubicBezTo>
                      <a:cubicBezTo>
                        <a:pt x="77966" y="1403477"/>
                        <a:pt x="82506" y="1368996"/>
                        <a:pt x="99588" y="1339406"/>
                      </a:cubicBezTo>
                      <a:lnTo>
                        <a:pt x="788404" y="146367"/>
                      </a:lnTo>
                      <a:cubicBezTo>
                        <a:pt x="805486" y="116777"/>
                        <a:pt x="833077" y="95631"/>
                        <a:pt x="866065" y="86773"/>
                      </a:cubicBezTo>
                      <a:cubicBezTo>
                        <a:pt x="876987" y="83820"/>
                        <a:pt x="888226" y="82328"/>
                        <a:pt x="899402" y="82328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7"/>
                        <a:pt x="7259" y="1457738"/>
                      </a:cubicBezTo>
                      <a:cubicBezTo>
                        <a:pt x="21800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103" y="1613567"/>
                        <a:pt x="354922" y="1573276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7" y="210122"/>
                        <a:pt x="1102126" y="155861"/>
                      </a:cubicBezTo>
                      <a:cubicBezTo>
                        <a:pt x="1087585" y="101632"/>
                        <a:pt x="1052818" y="56293"/>
                        <a:pt x="1004209" y="28226"/>
                      </a:cubicBezTo>
                      <a:cubicBezTo>
                        <a:pt x="971793" y="9589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497" name="Google Shape;497;p94"/>
                <p:cNvSpPr/>
                <p:nvPr/>
              </p:nvSpPr>
              <p:spPr>
                <a:xfrm>
                  <a:off x="10557473" y="4613814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5193" y="82328"/>
                      </a:moveTo>
                      <a:cubicBezTo>
                        <a:pt x="347196" y="82328"/>
                        <a:pt x="368945" y="88106"/>
                        <a:pt x="388090" y="99028"/>
                      </a:cubicBezTo>
                      <a:cubicBezTo>
                        <a:pt x="417871" y="116014"/>
                        <a:pt x="439207" y="143573"/>
                        <a:pt x="448161" y="176688"/>
                      </a:cubicBezTo>
                      <a:cubicBezTo>
                        <a:pt x="457114" y="209804"/>
                        <a:pt x="452606" y="244380"/>
                        <a:pt x="435461" y="274066"/>
                      </a:cubicBezTo>
                      <a:lnTo>
                        <a:pt x="319319" y="475234"/>
                      </a:lnTo>
                      <a:cubicBezTo>
                        <a:pt x="296523" y="514699"/>
                        <a:pt x="254042" y="539210"/>
                        <a:pt x="208385" y="539210"/>
                      </a:cubicBezTo>
                      <a:lnTo>
                        <a:pt x="208321" y="539210"/>
                      </a:lnTo>
                      <a:cubicBezTo>
                        <a:pt x="185081" y="539210"/>
                        <a:pt x="162189" y="532765"/>
                        <a:pt x="142091" y="520573"/>
                      </a:cubicBezTo>
                      <a:cubicBezTo>
                        <a:pt x="114088" y="503587"/>
                        <a:pt x="94212" y="475869"/>
                        <a:pt x="86116" y="442595"/>
                      </a:cubicBezTo>
                      <a:cubicBezTo>
                        <a:pt x="77861" y="408527"/>
                        <a:pt x="82941" y="373094"/>
                        <a:pt x="100435" y="342773"/>
                      </a:cubicBezTo>
                      <a:lnTo>
                        <a:pt x="213909" y="146209"/>
                      </a:lnTo>
                      <a:cubicBezTo>
                        <a:pt x="236674" y="106775"/>
                        <a:pt x="279283" y="82328"/>
                        <a:pt x="325193" y="82328"/>
                      </a:cubicBezTo>
                      <a:moveTo>
                        <a:pt x="325193" y="0"/>
                      </a:moveTo>
                      <a:cubicBezTo>
                        <a:pt x="252422" y="0"/>
                        <a:pt x="181493" y="37719"/>
                        <a:pt x="142663" y="104997"/>
                      </a:cubicBezTo>
                      <a:lnTo>
                        <a:pt x="29188" y="301561"/>
                      </a:lnTo>
                      <a:cubicBezTo>
                        <a:pt x="-28978" y="402304"/>
                        <a:pt x="2518" y="532098"/>
                        <a:pt x="99419" y="590867"/>
                      </a:cubicBezTo>
                      <a:cubicBezTo>
                        <a:pt x="132344" y="610870"/>
                        <a:pt x="169999" y="621443"/>
                        <a:pt x="208321" y="621475"/>
                      </a:cubicBezTo>
                      <a:cubicBezTo>
                        <a:pt x="208321" y="621475"/>
                        <a:pt x="208353" y="621475"/>
                        <a:pt x="208385" y="621475"/>
                      </a:cubicBezTo>
                      <a:cubicBezTo>
                        <a:pt x="208385" y="621475"/>
                        <a:pt x="208417" y="621475"/>
                        <a:pt x="208417" y="621475"/>
                      </a:cubicBezTo>
                      <a:cubicBezTo>
                        <a:pt x="283378" y="621475"/>
                        <a:pt x="353197" y="581184"/>
                        <a:pt x="390630" y="516350"/>
                      </a:cubicBezTo>
                      <a:lnTo>
                        <a:pt x="506771" y="315182"/>
                      </a:lnTo>
                      <a:cubicBezTo>
                        <a:pt x="534965" y="266382"/>
                        <a:pt x="542363" y="209550"/>
                        <a:pt x="527631" y="155162"/>
                      </a:cubicBezTo>
                      <a:cubicBezTo>
                        <a:pt x="512899" y="100774"/>
                        <a:pt x="477847" y="55435"/>
                        <a:pt x="428889" y="27527"/>
                      </a:cubicBezTo>
                      <a:cubicBezTo>
                        <a:pt x="396155" y="8858"/>
                        <a:pt x="360468" y="0"/>
                        <a:pt x="325193" y="0"/>
                      </a:cubicBezTo>
                      <a:lnTo>
                        <a:pt x="32519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498" name="Google Shape;498;p94"/>
              <p:cNvGrpSpPr/>
              <p:nvPr/>
            </p:nvGrpSpPr>
            <p:grpSpPr>
              <a:xfrm>
                <a:off x="7079781" y="-442499"/>
                <a:ext cx="4949566" cy="8265000"/>
                <a:chOff x="7079781" y="-442499"/>
                <a:chExt cx="4949566" cy="8265000"/>
              </a:xfrm>
            </p:grpSpPr>
            <p:sp>
              <p:nvSpPr>
                <p:cNvPr id="499" name="Google Shape;499;p94"/>
                <p:cNvSpPr/>
                <p:nvPr/>
              </p:nvSpPr>
              <p:spPr>
                <a:xfrm>
                  <a:off x="9703832" y="2001075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43" y="82296"/>
                      </a:moveTo>
                      <a:cubicBezTo>
                        <a:pt x="726841" y="82296"/>
                        <a:pt x="748812" y="88265"/>
                        <a:pt x="768338" y="99536"/>
                      </a:cubicBezTo>
                      <a:cubicBezTo>
                        <a:pt x="797929" y="116618"/>
                        <a:pt x="819075" y="144208"/>
                        <a:pt x="827933" y="177197"/>
                      </a:cubicBezTo>
                      <a:cubicBezTo>
                        <a:pt x="836760" y="210185"/>
                        <a:pt x="832251" y="244666"/>
                        <a:pt x="815138" y="274257"/>
                      </a:cubicBezTo>
                      <a:lnTo>
                        <a:pt x="321044" y="1130110"/>
                      </a:lnTo>
                      <a:cubicBezTo>
                        <a:pt x="298343" y="1169448"/>
                        <a:pt x="255989" y="1193959"/>
                        <a:pt x="210459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8"/>
                        <a:pt x="95619" y="1132269"/>
                        <a:pt x="86761" y="1099280"/>
                      </a:cubicBezTo>
                      <a:cubicBezTo>
                        <a:pt x="77935" y="1066260"/>
                        <a:pt x="82443" y="1031811"/>
                        <a:pt x="99525" y="1002220"/>
                      </a:cubicBezTo>
                      <a:lnTo>
                        <a:pt x="593650" y="146367"/>
                      </a:lnTo>
                      <a:cubicBezTo>
                        <a:pt x="610731" y="116776"/>
                        <a:pt x="638290" y="95631"/>
                        <a:pt x="671310" y="86773"/>
                      </a:cubicBezTo>
                      <a:cubicBezTo>
                        <a:pt x="682328" y="83820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6" y="961041"/>
                      </a:lnTo>
                      <a:cubicBezTo>
                        <a:pt x="179" y="1009682"/>
                        <a:pt x="-7283" y="1066324"/>
                        <a:pt x="7259" y="1120553"/>
                      </a:cubicBezTo>
                      <a:cubicBezTo>
                        <a:pt x="21801" y="1174782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2"/>
                        <a:pt x="210046" y="1276382"/>
                      </a:cubicBezTo>
                      <a:cubicBezTo>
                        <a:pt x="210046" y="1276382"/>
                        <a:pt x="210078" y="1276382"/>
                        <a:pt x="210078" y="1276382"/>
                      </a:cubicBezTo>
                      <a:cubicBezTo>
                        <a:pt x="210078" y="1276382"/>
                        <a:pt x="210110" y="1276382"/>
                        <a:pt x="210110" y="1276382"/>
                      </a:cubicBezTo>
                      <a:cubicBezTo>
                        <a:pt x="285040" y="1276382"/>
                        <a:pt x="354890" y="1236091"/>
                        <a:pt x="392323" y="1171257"/>
                      </a:cubicBezTo>
                      <a:lnTo>
                        <a:pt x="886448" y="315404"/>
                      </a:lnTo>
                      <a:cubicBezTo>
                        <a:pt x="914515" y="266764"/>
                        <a:pt x="921977" y="210121"/>
                        <a:pt x="907467" y="155892"/>
                      </a:cubicBezTo>
                      <a:cubicBezTo>
                        <a:pt x="892925" y="101664"/>
                        <a:pt x="858159" y="56324"/>
                        <a:pt x="809518" y="28257"/>
                      </a:cubicBezTo>
                      <a:cubicBezTo>
                        <a:pt x="777101" y="9557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0" name="Google Shape;500;p94"/>
                <p:cNvSpPr/>
                <p:nvPr/>
              </p:nvSpPr>
              <p:spPr>
                <a:xfrm>
                  <a:off x="10919975" y="-442499"/>
                  <a:ext cx="1109372" cy="1613566"/>
                </a:xfrm>
                <a:custGeom>
                  <a:rect b="b" l="l" r="r" t="t"/>
                  <a:pathLst>
                    <a:path extrusionOk="0" h="1613566" w="1109372">
                      <a:moveTo>
                        <a:pt x="898904" y="82296"/>
                      </a:moveTo>
                      <a:lnTo>
                        <a:pt x="899317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45"/>
                        <a:pt x="1022634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1" y="1496822"/>
                        <a:pt x="276350" y="1517968"/>
                        <a:pt x="243361" y="1526826"/>
                      </a:cubicBezTo>
                      <a:cubicBezTo>
                        <a:pt x="232344" y="1529779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1"/>
                      </a:cubicBezTo>
                      <a:cubicBezTo>
                        <a:pt x="116711" y="1496949"/>
                        <a:pt x="95565" y="1469358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50" y="146304"/>
                      </a:lnTo>
                      <a:cubicBezTo>
                        <a:pt x="811051" y="106934"/>
                        <a:pt x="853406" y="82455"/>
                        <a:pt x="898904" y="82296"/>
                      </a:cubicBezTo>
                      <a:moveTo>
                        <a:pt x="899253" y="0"/>
                      </a:moveTo>
                      <a:cubicBezTo>
                        <a:pt x="824323" y="0"/>
                        <a:pt x="754473" y="40291"/>
                        <a:pt x="717040" y="105156"/>
                      </a:cubicBezTo>
                      <a:lnTo>
                        <a:pt x="28255" y="1298162"/>
                      </a:lnTo>
                      <a:cubicBezTo>
                        <a:pt x="188" y="1346803"/>
                        <a:pt x="-7273" y="1403445"/>
                        <a:pt x="7237" y="1457674"/>
                      </a:cubicBezTo>
                      <a:cubicBezTo>
                        <a:pt x="21747" y="1511903"/>
                        <a:pt x="56544" y="1557242"/>
                        <a:pt x="105186" y="1585309"/>
                      </a:cubicBezTo>
                      <a:cubicBezTo>
                        <a:pt x="137570" y="1604010"/>
                        <a:pt x="173511" y="1613567"/>
                        <a:pt x="209961" y="1613567"/>
                      </a:cubicBezTo>
                      <a:cubicBezTo>
                        <a:pt x="228217" y="1613567"/>
                        <a:pt x="246600" y="1611154"/>
                        <a:pt x="264698" y="1606328"/>
                      </a:cubicBezTo>
                      <a:cubicBezTo>
                        <a:pt x="318926" y="1591786"/>
                        <a:pt x="364266" y="1557020"/>
                        <a:pt x="392332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90"/>
                        <a:pt x="1102136" y="155829"/>
                      </a:cubicBezTo>
                      <a:cubicBezTo>
                        <a:pt x="1087594" y="101600"/>
                        <a:pt x="1052828" y="56261"/>
                        <a:pt x="1004218" y="28194"/>
                      </a:cubicBezTo>
                      <a:cubicBezTo>
                        <a:pt x="972310" y="9747"/>
                        <a:pt x="936051" y="0"/>
                        <a:pt x="899348" y="0"/>
                      </a:cubicBezTo>
                      <a:cubicBezTo>
                        <a:pt x="899348" y="0"/>
                        <a:pt x="899317" y="0"/>
                        <a:pt x="899317" y="0"/>
                      </a:cubicBezTo>
                      <a:cubicBezTo>
                        <a:pt x="899285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1" name="Google Shape;501;p94"/>
                <p:cNvSpPr/>
                <p:nvPr/>
              </p:nvSpPr>
              <p:spPr>
                <a:xfrm>
                  <a:off x="10500865" y="1275238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1" y="514668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7"/>
                        <a:pt x="146947" y="522415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9"/>
                        <a:pt x="82431" y="377063"/>
                        <a:pt x="99576" y="347377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5"/>
                        <a:pt x="7405" y="466312"/>
                      </a:cubicBezTo>
                      <a:cubicBezTo>
                        <a:pt x="22137" y="520700"/>
                        <a:pt x="57190" y="566039"/>
                        <a:pt x="106148" y="593947"/>
                      </a:cubicBezTo>
                      <a:cubicBezTo>
                        <a:pt x="138851" y="612616"/>
                        <a:pt x="174569" y="621475"/>
                        <a:pt x="209843" y="621475"/>
                      </a:cubicBezTo>
                      <a:cubicBezTo>
                        <a:pt x="282615" y="621475"/>
                        <a:pt x="353544" y="583756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7" y="89376"/>
                        <a:pt x="435586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2" name="Google Shape;502;p94"/>
                <p:cNvSpPr/>
                <p:nvPr/>
              </p:nvSpPr>
              <p:spPr>
                <a:xfrm>
                  <a:off x="7079781" y="6208903"/>
                  <a:ext cx="1109372" cy="1613598"/>
                </a:xfrm>
                <a:custGeom>
                  <a:rect b="b" l="l" r="r" t="t"/>
                  <a:pathLst>
                    <a:path extrusionOk="0" h="1613598" w="1109372">
                      <a:moveTo>
                        <a:pt x="898142" y="82296"/>
                      </a:moveTo>
                      <a:lnTo>
                        <a:pt x="899316" y="82296"/>
                      </a:lnTo>
                      <a:cubicBezTo>
                        <a:pt x="921573" y="82296"/>
                        <a:pt x="943608" y="88233"/>
                        <a:pt x="963070" y="99473"/>
                      </a:cubicBezTo>
                      <a:cubicBezTo>
                        <a:pt x="992661" y="116554"/>
                        <a:pt x="1013807" y="144113"/>
                        <a:pt x="1022633" y="177133"/>
                      </a:cubicBezTo>
                      <a:cubicBezTo>
                        <a:pt x="1031460" y="210121"/>
                        <a:pt x="1026920" y="244602"/>
                        <a:pt x="1009838" y="274193"/>
                      </a:cubicBezTo>
                      <a:lnTo>
                        <a:pt x="321022" y="1467231"/>
                      </a:lnTo>
                      <a:cubicBezTo>
                        <a:pt x="303940" y="1496822"/>
                        <a:pt x="276350" y="1517967"/>
                        <a:pt x="243361" y="1526825"/>
                      </a:cubicBezTo>
                      <a:cubicBezTo>
                        <a:pt x="232344" y="1529778"/>
                        <a:pt x="221105" y="1531271"/>
                        <a:pt x="209929" y="1531271"/>
                      </a:cubicBezTo>
                      <a:cubicBezTo>
                        <a:pt x="187831" y="1531271"/>
                        <a:pt x="165828" y="1525302"/>
                        <a:pt x="146302" y="1514030"/>
                      </a:cubicBezTo>
                      <a:cubicBezTo>
                        <a:pt x="116711" y="1496949"/>
                        <a:pt x="95565" y="1469390"/>
                        <a:pt x="86707" y="1436370"/>
                      </a:cubicBezTo>
                      <a:cubicBezTo>
                        <a:pt x="77880" y="1403382"/>
                        <a:pt x="82421" y="1368901"/>
                        <a:pt x="99502" y="1339310"/>
                      </a:cubicBezTo>
                      <a:lnTo>
                        <a:pt x="788318" y="146272"/>
                      </a:lnTo>
                      <a:cubicBezTo>
                        <a:pt x="810924" y="107156"/>
                        <a:pt x="852930" y="82709"/>
                        <a:pt x="898142" y="82296"/>
                      </a:cubicBezTo>
                      <a:moveTo>
                        <a:pt x="899253" y="0"/>
                      </a:moveTo>
                      <a:cubicBezTo>
                        <a:pt x="824291" y="31"/>
                        <a:pt x="754473" y="40291"/>
                        <a:pt x="717040" y="105156"/>
                      </a:cubicBezTo>
                      <a:lnTo>
                        <a:pt x="28255" y="1298194"/>
                      </a:lnTo>
                      <a:cubicBezTo>
                        <a:pt x="188" y="1346835"/>
                        <a:pt x="-7273" y="1403445"/>
                        <a:pt x="7237" y="1457706"/>
                      </a:cubicBezTo>
                      <a:cubicBezTo>
                        <a:pt x="21778" y="1511935"/>
                        <a:pt x="56544" y="1557274"/>
                        <a:pt x="105185" y="1585341"/>
                      </a:cubicBezTo>
                      <a:cubicBezTo>
                        <a:pt x="137570" y="1604042"/>
                        <a:pt x="173511" y="1613598"/>
                        <a:pt x="209960" y="1613598"/>
                      </a:cubicBezTo>
                      <a:cubicBezTo>
                        <a:pt x="228217" y="1613598"/>
                        <a:pt x="246600" y="1611185"/>
                        <a:pt x="264697" y="1606359"/>
                      </a:cubicBezTo>
                      <a:cubicBezTo>
                        <a:pt x="318926" y="1591818"/>
                        <a:pt x="364265" y="1557020"/>
                        <a:pt x="392332" y="1508410"/>
                      </a:cubicBezTo>
                      <a:lnTo>
                        <a:pt x="1081117" y="315372"/>
                      </a:lnTo>
                      <a:cubicBezTo>
                        <a:pt x="1109184" y="266731"/>
                        <a:pt x="1116645" y="210121"/>
                        <a:pt x="1102135" y="155861"/>
                      </a:cubicBezTo>
                      <a:cubicBezTo>
                        <a:pt x="1087594" y="101631"/>
                        <a:pt x="1052828" y="56293"/>
                        <a:pt x="1004218" y="28225"/>
                      </a:cubicBezTo>
                      <a:cubicBezTo>
                        <a:pt x="972310" y="9779"/>
                        <a:pt x="936051" y="31"/>
                        <a:pt x="899348" y="31"/>
                      </a:cubicBezTo>
                      <a:cubicBezTo>
                        <a:pt x="899316" y="0"/>
                        <a:pt x="899285" y="0"/>
                        <a:pt x="899253" y="0"/>
                      </a:cubicBezTo>
                      <a:lnTo>
                        <a:pt x="89925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3" name="Google Shape;503;p94"/>
                <p:cNvSpPr/>
                <p:nvPr/>
              </p:nvSpPr>
              <p:spPr>
                <a:xfrm>
                  <a:off x="8071501" y="5052663"/>
                  <a:ext cx="785185" cy="1052036"/>
                </a:xfrm>
                <a:custGeom>
                  <a:rect b="b" l="l" r="r" t="t"/>
                  <a:pathLst>
                    <a:path extrusionOk="0" h="1052036" w="785185">
                      <a:moveTo>
                        <a:pt x="576092" y="82328"/>
                      </a:moveTo>
                      <a:cubicBezTo>
                        <a:pt x="598031" y="82518"/>
                        <a:pt x="619717" y="88424"/>
                        <a:pt x="638894" y="99504"/>
                      </a:cubicBezTo>
                      <a:cubicBezTo>
                        <a:pt x="668485" y="116586"/>
                        <a:pt x="689630" y="144145"/>
                        <a:pt x="698488" y="177165"/>
                      </a:cubicBezTo>
                      <a:cubicBezTo>
                        <a:pt x="707315" y="210153"/>
                        <a:pt x="702806" y="244634"/>
                        <a:pt x="685725" y="274225"/>
                      </a:cubicBezTo>
                      <a:lnTo>
                        <a:pt x="321108" y="905764"/>
                      </a:lnTo>
                      <a:cubicBezTo>
                        <a:pt x="304026" y="935355"/>
                        <a:pt x="276436" y="956501"/>
                        <a:pt x="243447" y="965359"/>
                      </a:cubicBezTo>
                      <a:cubicBezTo>
                        <a:pt x="232430" y="968311"/>
                        <a:pt x="221191" y="969804"/>
                        <a:pt x="210014" y="969804"/>
                      </a:cubicBezTo>
                      <a:cubicBezTo>
                        <a:pt x="187917" y="969804"/>
                        <a:pt x="165914" y="963835"/>
                        <a:pt x="146388" y="952564"/>
                      </a:cubicBezTo>
                      <a:cubicBezTo>
                        <a:pt x="116797" y="935482"/>
                        <a:pt x="95651" y="907891"/>
                        <a:pt x="86793" y="874903"/>
                      </a:cubicBezTo>
                      <a:cubicBezTo>
                        <a:pt x="77966" y="841883"/>
                        <a:pt x="82475" y="807434"/>
                        <a:pt x="99556" y="777843"/>
                      </a:cubicBezTo>
                      <a:lnTo>
                        <a:pt x="464173" y="146304"/>
                      </a:lnTo>
                      <a:cubicBezTo>
                        <a:pt x="486938" y="106839"/>
                        <a:pt x="529451" y="82328"/>
                        <a:pt x="575108" y="82328"/>
                      </a:cubicBezTo>
                      <a:lnTo>
                        <a:pt x="576092" y="82328"/>
                      </a:lnTo>
                      <a:moveTo>
                        <a:pt x="575171" y="0"/>
                      </a:moveTo>
                      <a:cubicBezTo>
                        <a:pt x="575140" y="0"/>
                        <a:pt x="575108" y="0"/>
                        <a:pt x="575076" y="0"/>
                      </a:cubicBezTo>
                      <a:cubicBezTo>
                        <a:pt x="500146" y="0"/>
                        <a:pt x="430296" y="40291"/>
                        <a:pt x="392863" y="105124"/>
                      </a:cubicBezTo>
                      <a:lnTo>
                        <a:pt x="28246" y="736632"/>
                      </a:lnTo>
                      <a:cubicBezTo>
                        <a:pt x="179" y="785273"/>
                        <a:pt x="-7283" y="841915"/>
                        <a:pt x="7259" y="896144"/>
                      </a:cubicBezTo>
                      <a:cubicBezTo>
                        <a:pt x="21801" y="950373"/>
                        <a:pt x="56567" y="995712"/>
                        <a:pt x="105176" y="1023779"/>
                      </a:cubicBezTo>
                      <a:cubicBezTo>
                        <a:pt x="137561" y="1042479"/>
                        <a:pt x="173502" y="1052036"/>
                        <a:pt x="209951" y="1052036"/>
                      </a:cubicBezTo>
                      <a:cubicBezTo>
                        <a:pt x="228207" y="1052036"/>
                        <a:pt x="246591" y="1049623"/>
                        <a:pt x="264688" y="1044765"/>
                      </a:cubicBezTo>
                      <a:cubicBezTo>
                        <a:pt x="318917" y="1030224"/>
                        <a:pt x="364256" y="995458"/>
                        <a:pt x="392323" y="946817"/>
                      </a:cubicBezTo>
                      <a:lnTo>
                        <a:pt x="756940" y="315277"/>
                      </a:lnTo>
                      <a:cubicBezTo>
                        <a:pt x="785007" y="266668"/>
                        <a:pt x="792468" y="210026"/>
                        <a:pt x="777927" y="155765"/>
                      </a:cubicBezTo>
                      <a:cubicBezTo>
                        <a:pt x="763385" y="101536"/>
                        <a:pt x="728619" y="56197"/>
                        <a:pt x="679978" y="28130"/>
                      </a:cubicBezTo>
                      <a:cubicBezTo>
                        <a:pt x="648101" y="9779"/>
                        <a:pt x="611843" y="32"/>
                        <a:pt x="575171" y="0"/>
                      </a:cubicBezTo>
                      <a:lnTo>
                        <a:pt x="57517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4" name="Google Shape;504;p94"/>
                <p:cNvSpPr/>
                <p:nvPr/>
              </p:nvSpPr>
              <p:spPr>
                <a:xfrm>
                  <a:off x="8739057" y="4385754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3632" y="82296"/>
                      </a:moveTo>
                      <a:cubicBezTo>
                        <a:pt x="316555" y="82486"/>
                        <a:pt x="339066" y="88932"/>
                        <a:pt x="358846" y="100933"/>
                      </a:cubicBezTo>
                      <a:cubicBezTo>
                        <a:pt x="386850" y="117920"/>
                        <a:pt x="406757" y="145637"/>
                        <a:pt x="414822" y="178911"/>
                      </a:cubicBezTo>
                      <a:cubicBezTo>
                        <a:pt x="423076" y="212979"/>
                        <a:pt x="417997" y="248412"/>
                        <a:pt x="400502" y="278733"/>
                      </a:cubicBezTo>
                      <a:lnTo>
                        <a:pt x="321032" y="416370"/>
                      </a:lnTo>
                      <a:cubicBezTo>
                        <a:pt x="298299" y="455740"/>
                        <a:pt x="255691" y="480187"/>
                        <a:pt x="209812" y="480187"/>
                      </a:cubicBezTo>
                      <a:cubicBezTo>
                        <a:pt x="187809" y="480187"/>
                        <a:pt x="166060" y="474409"/>
                        <a:pt x="146915" y="463486"/>
                      </a:cubicBezTo>
                      <a:cubicBezTo>
                        <a:pt x="117133" y="446500"/>
                        <a:pt x="95797" y="418910"/>
                        <a:pt x="86844" y="385826"/>
                      </a:cubicBezTo>
                      <a:cubicBezTo>
                        <a:pt x="77890" y="352711"/>
                        <a:pt x="82399" y="318135"/>
                        <a:pt x="99544" y="288449"/>
                      </a:cubicBezTo>
                      <a:lnTo>
                        <a:pt x="181649" y="146241"/>
                      </a:lnTo>
                      <a:cubicBezTo>
                        <a:pt x="204446" y="106775"/>
                        <a:pt x="246928" y="82264"/>
                        <a:pt x="292584" y="82264"/>
                      </a:cubicBezTo>
                      <a:lnTo>
                        <a:pt x="293632" y="82296"/>
                      </a:lnTo>
                      <a:moveTo>
                        <a:pt x="292679" y="0"/>
                      </a:moveTo>
                      <a:cubicBezTo>
                        <a:pt x="292647" y="0"/>
                        <a:pt x="292616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3"/>
                      </a:lnTo>
                      <a:cubicBezTo>
                        <a:pt x="71" y="296132"/>
                        <a:pt x="-7327" y="352965"/>
                        <a:pt x="7405" y="407353"/>
                      </a:cubicBezTo>
                      <a:cubicBezTo>
                        <a:pt x="22137" y="461740"/>
                        <a:pt x="57189" y="507080"/>
                        <a:pt x="106148" y="535019"/>
                      </a:cubicBezTo>
                      <a:cubicBezTo>
                        <a:pt x="138850" y="553657"/>
                        <a:pt x="174569" y="562547"/>
                        <a:pt x="209843" y="562547"/>
                      </a:cubicBezTo>
                      <a:cubicBezTo>
                        <a:pt x="282614" y="562547"/>
                        <a:pt x="353544" y="524828"/>
                        <a:pt x="392342" y="457549"/>
                      </a:cubicBezTo>
                      <a:lnTo>
                        <a:pt x="471813" y="319913"/>
                      </a:lnTo>
                      <a:cubicBezTo>
                        <a:pt x="529978" y="219170"/>
                        <a:pt x="498483" y="89376"/>
                        <a:pt x="401582" y="30575"/>
                      </a:cubicBezTo>
                      <a:cubicBezTo>
                        <a:pt x="368625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5" name="Google Shape;505;p94"/>
                <p:cNvSpPr/>
                <p:nvPr/>
              </p:nvSpPr>
              <p:spPr>
                <a:xfrm>
                  <a:off x="9124121" y="3381724"/>
                  <a:ext cx="695628" cy="899667"/>
                </a:xfrm>
                <a:custGeom>
                  <a:rect b="b" l="l" r="r" t="t"/>
                  <a:pathLst>
                    <a:path extrusionOk="0" h="899667" w="695628">
                      <a:moveTo>
                        <a:pt x="487529" y="82296"/>
                      </a:moveTo>
                      <a:cubicBezTo>
                        <a:pt x="510675" y="82360"/>
                        <a:pt x="533471" y="88805"/>
                        <a:pt x="553474" y="100965"/>
                      </a:cubicBezTo>
                      <a:cubicBezTo>
                        <a:pt x="581477" y="117951"/>
                        <a:pt x="601384" y="145669"/>
                        <a:pt x="609449" y="178943"/>
                      </a:cubicBezTo>
                      <a:cubicBezTo>
                        <a:pt x="617704" y="213011"/>
                        <a:pt x="612624" y="248444"/>
                        <a:pt x="595130" y="278765"/>
                      </a:cubicBezTo>
                      <a:lnTo>
                        <a:pt x="321032" y="753523"/>
                      </a:lnTo>
                      <a:cubicBezTo>
                        <a:pt x="298299" y="792893"/>
                        <a:pt x="255690" y="817340"/>
                        <a:pt x="209812" y="817340"/>
                      </a:cubicBezTo>
                      <a:cubicBezTo>
                        <a:pt x="187809" y="817340"/>
                        <a:pt x="166060" y="811562"/>
                        <a:pt x="146915" y="800640"/>
                      </a:cubicBezTo>
                      <a:cubicBezTo>
                        <a:pt x="117133" y="783654"/>
                        <a:pt x="95797" y="756063"/>
                        <a:pt x="86844" y="722979"/>
                      </a:cubicBezTo>
                      <a:cubicBezTo>
                        <a:pt x="77890" y="689864"/>
                        <a:pt x="82399" y="655288"/>
                        <a:pt x="99544" y="625602"/>
                      </a:cubicBezTo>
                      <a:lnTo>
                        <a:pt x="376309" y="146241"/>
                      </a:lnTo>
                      <a:cubicBezTo>
                        <a:pt x="399105" y="106775"/>
                        <a:pt x="441587" y="82264"/>
                        <a:pt x="487243" y="82264"/>
                      </a:cubicBezTo>
                      <a:lnTo>
                        <a:pt x="487529" y="82264"/>
                      </a:lnTo>
                      <a:moveTo>
                        <a:pt x="487307" y="0"/>
                      </a:moveTo>
                      <a:cubicBezTo>
                        <a:pt x="487275" y="0"/>
                        <a:pt x="487243" y="0"/>
                        <a:pt x="487211" y="0"/>
                      </a:cubicBezTo>
                      <a:cubicBezTo>
                        <a:pt x="412250" y="0"/>
                        <a:pt x="342432" y="40291"/>
                        <a:pt x="304998" y="105124"/>
                      </a:cubicBezTo>
                      <a:lnTo>
                        <a:pt x="28265" y="584486"/>
                      </a:lnTo>
                      <a:cubicBezTo>
                        <a:pt x="71" y="633285"/>
                        <a:pt x="-7327" y="690118"/>
                        <a:pt x="7405" y="744506"/>
                      </a:cubicBezTo>
                      <a:cubicBezTo>
                        <a:pt x="22137" y="798894"/>
                        <a:pt x="57189" y="844233"/>
                        <a:pt x="106148" y="872141"/>
                      </a:cubicBezTo>
                      <a:cubicBezTo>
                        <a:pt x="138851" y="890810"/>
                        <a:pt x="174569" y="899668"/>
                        <a:pt x="209843" y="899668"/>
                      </a:cubicBezTo>
                      <a:cubicBezTo>
                        <a:pt x="282614" y="899668"/>
                        <a:pt x="353544" y="861949"/>
                        <a:pt x="392342" y="794671"/>
                      </a:cubicBezTo>
                      <a:lnTo>
                        <a:pt x="666440" y="319913"/>
                      </a:lnTo>
                      <a:cubicBezTo>
                        <a:pt x="724606" y="219170"/>
                        <a:pt x="693110" y="89408"/>
                        <a:pt x="596209" y="30607"/>
                      </a:cubicBezTo>
                      <a:cubicBezTo>
                        <a:pt x="563253" y="10604"/>
                        <a:pt x="525597" y="0"/>
                        <a:pt x="487307" y="0"/>
                      </a:cubicBezTo>
                      <a:lnTo>
                        <a:pt x="48730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06" name="Google Shape;506;p94"/>
              <p:cNvGrpSpPr/>
              <p:nvPr/>
            </p:nvGrpSpPr>
            <p:grpSpPr>
              <a:xfrm>
                <a:off x="8232632" y="-150368"/>
                <a:ext cx="4949525" cy="8264969"/>
                <a:chOff x="8232632" y="-150368"/>
                <a:chExt cx="4949525" cy="8264969"/>
              </a:xfrm>
            </p:grpSpPr>
            <p:sp>
              <p:nvSpPr>
                <p:cNvPr id="507" name="Google Shape;507;p94"/>
                <p:cNvSpPr/>
                <p:nvPr/>
              </p:nvSpPr>
              <p:spPr>
                <a:xfrm>
                  <a:off x="12072817" y="-150368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1" y="82296"/>
                      </a:moveTo>
                      <a:cubicBezTo>
                        <a:pt x="921509" y="82296"/>
                        <a:pt x="943513" y="88265"/>
                        <a:pt x="963039" y="99536"/>
                      </a:cubicBezTo>
                      <a:cubicBezTo>
                        <a:pt x="992630" y="116618"/>
                        <a:pt x="1013775" y="144177"/>
                        <a:pt x="1022633" y="177165"/>
                      </a:cubicBezTo>
                      <a:cubicBezTo>
                        <a:pt x="1031460" y="210153"/>
                        <a:pt x="1026920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298289" y="1506633"/>
                        <a:pt x="255903" y="1531144"/>
                        <a:pt x="210373" y="1531239"/>
                      </a:cubicBezTo>
                      <a:lnTo>
                        <a:pt x="210088" y="1531239"/>
                      </a:lnTo>
                      <a:lnTo>
                        <a:pt x="209135" y="1531239"/>
                      </a:lnTo>
                      <a:cubicBezTo>
                        <a:pt x="187164" y="1531080"/>
                        <a:pt x="165479" y="1525143"/>
                        <a:pt x="146302" y="1514062"/>
                      </a:cubicBezTo>
                      <a:cubicBezTo>
                        <a:pt x="116710" y="1496981"/>
                        <a:pt x="95565" y="1469422"/>
                        <a:pt x="86739" y="1436402"/>
                      </a:cubicBezTo>
                      <a:cubicBezTo>
                        <a:pt x="77912" y="1403382"/>
                        <a:pt x="82453" y="1368933"/>
                        <a:pt x="99534" y="1339342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7" y="83788"/>
                        <a:pt x="888235" y="82296"/>
                        <a:pt x="899411" y="82296"/>
                      </a:cubicBezTo>
                      <a:moveTo>
                        <a:pt x="899411" y="0"/>
                      </a:moveTo>
                      <a:cubicBezTo>
                        <a:pt x="881155" y="0"/>
                        <a:pt x="862772" y="2413"/>
                        <a:pt x="844674" y="7239"/>
                      </a:cubicBezTo>
                      <a:cubicBezTo>
                        <a:pt x="790446" y="21781"/>
                        <a:pt x="745107" y="56579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3" y="1603820"/>
                        <a:pt x="173321" y="1613567"/>
                        <a:pt x="210024" y="1613567"/>
                      </a:cubicBezTo>
                      <a:cubicBezTo>
                        <a:pt x="210056" y="1613567"/>
                        <a:pt x="210088" y="1613567"/>
                        <a:pt x="210088" y="1613567"/>
                      </a:cubicBezTo>
                      <a:cubicBezTo>
                        <a:pt x="210088" y="1613567"/>
                        <a:pt x="210088" y="1613567"/>
                        <a:pt x="210088" y="1613567"/>
                      </a:cubicBezTo>
                      <a:cubicBezTo>
                        <a:pt x="285017" y="1613535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4" y="210122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60" y="0"/>
                        <a:pt x="899411" y="0"/>
                      </a:cubicBezTo>
                      <a:lnTo>
                        <a:pt x="89941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8" name="Google Shape;508;p94"/>
                <p:cNvSpPr/>
                <p:nvPr/>
              </p:nvSpPr>
              <p:spPr>
                <a:xfrm>
                  <a:off x="10278190" y="3616610"/>
                  <a:ext cx="729101" cy="954976"/>
                </a:xfrm>
                <a:custGeom>
                  <a:rect b="b" l="l" r="r" t="t"/>
                  <a:pathLst>
                    <a:path extrusionOk="0" h="954976" w="729101">
                      <a:moveTo>
                        <a:pt x="519228" y="82296"/>
                      </a:moveTo>
                      <a:cubicBezTo>
                        <a:pt x="541326" y="82296"/>
                        <a:pt x="563297" y="88233"/>
                        <a:pt x="582823" y="99505"/>
                      </a:cubicBezTo>
                      <a:cubicBezTo>
                        <a:pt x="612414" y="116586"/>
                        <a:pt x="633559" y="144145"/>
                        <a:pt x="642386" y="177165"/>
                      </a:cubicBezTo>
                      <a:cubicBezTo>
                        <a:pt x="651244" y="210185"/>
                        <a:pt x="646704" y="244634"/>
                        <a:pt x="629623" y="274193"/>
                      </a:cubicBezTo>
                      <a:lnTo>
                        <a:pt x="321044" y="808641"/>
                      </a:lnTo>
                      <a:cubicBezTo>
                        <a:pt x="298915" y="846995"/>
                        <a:pt x="258147" y="871220"/>
                        <a:pt x="213952" y="872554"/>
                      </a:cubicBezTo>
                      <a:lnTo>
                        <a:pt x="210110" y="872554"/>
                      </a:lnTo>
                      <a:cubicBezTo>
                        <a:pt x="187694" y="872522"/>
                        <a:pt x="165660" y="866617"/>
                        <a:pt x="146324" y="855472"/>
                      </a:cubicBezTo>
                      <a:cubicBezTo>
                        <a:pt x="116765" y="838391"/>
                        <a:pt x="95588" y="810832"/>
                        <a:pt x="86761" y="777811"/>
                      </a:cubicBezTo>
                      <a:cubicBezTo>
                        <a:pt x="77903" y="744792"/>
                        <a:pt x="82443" y="710343"/>
                        <a:pt x="99525" y="680752"/>
                      </a:cubicBezTo>
                      <a:lnTo>
                        <a:pt x="408103" y="146304"/>
                      </a:lnTo>
                      <a:cubicBezTo>
                        <a:pt x="425184" y="116745"/>
                        <a:pt x="452743" y="95567"/>
                        <a:pt x="485763" y="86741"/>
                      </a:cubicBezTo>
                      <a:cubicBezTo>
                        <a:pt x="496781" y="83788"/>
                        <a:pt x="508052" y="82296"/>
                        <a:pt x="519228" y="82296"/>
                      </a:cubicBezTo>
                      <a:moveTo>
                        <a:pt x="519228" y="0"/>
                      </a:moveTo>
                      <a:cubicBezTo>
                        <a:pt x="500971" y="0"/>
                        <a:pt x="482588" y="2413"/>
                        <a:pt x="464459" y="7271"/>
                      </a:cubicBezTo>
                      <a:cubicBezTo>
                        <a:pt x="410230" y="21812"/>
                        <a:pt x="364891" y="56579"/>
                        <a:pt x="336824" y="105188"/>
                      </a:cubicBezTo>
                      <a:lnTo>
                        <a:pt x="28246" y="639636"/>
                      </a:lnTo>
                      <a:cubicBezTo>
                        <a:pt x="179" y="688245"/>
                        <a:pt x="-7282" y="744919"/>
                        <a:pt x="7259" y="799148"/>
                      </a:cubicBezTo>
                      <a:cubicBezTo>
                        <a:pt x="21801" y="853377"/>
                        <a:pt x="56567" y="898716"/>
                        <a:pt x="105176" y="926783"/>
                      </a:cubicBezTo>
                      <a:cubicBezTo>
                        <a:pt x="137085" y="945198"/>
                        <a:pt x="173343" y="954850"/>
                        <a:pt x="210015" y="954913"/>
                      </a:cubicBezTo>
                      <a:cubicBezTo>
                        <a:pt x="210110" y="954977"/>
                        <a:pt x="210110" y="954977"/>
                        <a:pt x="210110" y="954977"/>
                      </a:cubicBezTo>
                      <a:cubicBezTo>
                        <a:pt x="210110" y="954977"/>
                        <a:pt x="210142" y="954977"/>
                        <a:pt x="210142" y="954977"/>
                      </a:cubicBezTo>
                      <a:cubicBezTo>
                        <a:pt x="285071" y="954977"/>
                        <a:pt x="354890" y="914622"/>
                        <a:pt x="392291" y="849852"/>
                      </a:cubicBezTo>
                      <a:lnTo>
                        <a:pt x="700870" y="315405"/>
                      </a:lnTo>
                      <a:cubicBezTo>
                        <a:pt x="728937" y="266795"/>
                        <a:pt x="736366" y="210122"/>
                        <a:pt x="721856" y="155924"/>
                      </a:cubicBezTo>
                      <a:cubicBezTo>
                        <a:pt x="707346" y="101695"/>
                        <a:pt x="672549" y="56356"/>
                        <a:pt x="623940" y="28289"/>
                      </a:cubicBezTo>
                      <a:cubicBezTo>
                        <a:pt x="591586" y="9525"/>
                        <a:pt x="555645" y="0"/>
                        <a:pt x="519228" y="0"/>
                      </a:cubicBezTo>
                      <a:lnTo>
                        <a:pt x="5192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09" name="Google Shape;509;p94"/>
                <p:cNvSpPr/>
                <p:nvPr/>
              </p:nvSpPr>
              <p:spPr>
                <a:xfrm>
                  <a:off x="11275734" y="1567370"/>
                  <a:ext cx="914703" cy="1276381"/>
                </a:xfrm>
                <a:custGeom>
                  <a:rect b="b" l="l" r="r" t="t"/>
                  <a:pathLst>
                    <a:path extrusionOk="0" h="1276381" w="914703">
                      <a:moveTo>
                        <a:pt x="704752" y="82296"/>
                      </a:moveTo>
                      <a:cubicBezTo>
                        <a:pt x="726850" y="82296"/>
                        <a:pt x="748853" y="88265"/>
                        <a:pt x="768379" y="99536"/>
                      </a:cubicBezTo>
                      <a:cubicBezTo>
                        <a:pt x="797970" y="116618"/>
                        <a:pt x="819116" y="144209"/>
                        <a:pt x="827974" y="177197"/>
                      </a:cubicBezTo>
                      <a:cubicBezTo>
                        <a:pt x="836801" y="210217"/>
                        <a:pt x="832292" y="244665"/>
                        <a:pt x="815211" y="274256"/>
                      </a:cubicBezTo>
                      <a:lnTo>
                        <a:pt x="321053" y="1130109"/>
                      </a:lnTo>
                      <a:cubicBezTo>
                        <a:pt x="298321" y="1169480"/>
                        <a:pt x="255966" y="1193990"/>
                        <a:pt x="210437" y="1194086"/>
                      </a:cubicBezTo>
                      <a:lnTo>
                        <a:pt x="210087" y="1194086"/>
                      </a:lnTo>
                      <a:lnTo>
                        <a:pt x="209643" y="1194086"/>
                      </a:lnTo>
                      <a:cubicBezTo>
                        <a:pt x="187545" y="1193990"/>
                        <a:pt x="165669" y="1188053"/>
                        <a:pt x="146333" y="1176909"/>
                      </a:cubicBezTo>
                      <a:cubicBezTo>
                        <a:pt x="116742" y="1159828"/>
                        <a:pt x="95597" y="1132269"/>
                        <a:pt x="86739" y="1099249"/>
                      </a:cubicBezTo>
                      <a:cubicBezTo>
                        <a:pt x="77912" y="1066228"/>
                        <a:pt x="82421" y="1031780"/>
                        <a:pt x="99534" y="1002189"/>
                      </a:cubicBezTo>
                      <a:lnTo>
                        <a:pt x="593659" y="146336"/>
                      </a:lnTo>
                      <a:cubicBezTo>
                        <a:pt x="610740" y="116745"/>
                        <a:pt x="638331" y="95599"/>
                        <a:pt x="671320" y="86741"/>
                      </a:cubicBezTo>
                      <a:cubicBezTo>
                        <a:pt x="682337" y="83820"/>
                        <a:pt x="693608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7" y="56547"/>
                        <a:pt x="522380" y="105188"/>
                      </a:cubicBezTo>
                      <a:lnTo>
                        <a:pt x="28255" y="961041"/>
                      </a:lnTo>
                      <a:cubicBezTo>
                        <a:pt x="188" y="1009682"/>
                        <a:pt x="-7273" y="1066292"/>
                        <a:pt x="7237" y="1120553"/>
                      </a:cubicBezTo>
                      <a:cubicBezTo>
                        <a:pt x="21778" y="1174782"/>
                        <a:pt x="56544" y="1220121"/>
                        <a:pt x="105185" y="1248188"/>
                      </a:cubicBezTo>
                      <a:cubicBezTo>
                        <a:pt x="137094" y="1266603"/>
                        <a:pt x="173352" y="1276350"/>
                        <a:pt x="210024" y="1276382"/>
                      </a:cubicBezTo>
                      <a:cubicBezTo>
                        <a:pt x="210024" y="1276382"/>
                        <a:pt x="210056" y="1276382"/>
                        <a:pt x="210056" y="1276382"/>
                      </a:cubicBezTo>
                      <a:cubicBezTo>
                        <a:pt x="210056" y="1276382"/>
                        <a:pt x="210087" y="1276382"/>
                        <a:pt x="210087" y="1276382"/>
                      </a:cubicBezTo>
                      <a:cubicBezTo>
                        <a:pt x="285017" y="1276382"/>
                        <a:pt x="354867" y="1236091"/>
                        <a:pt x="392301" y="1171258"/>
                      </a:cubicBezTo>
                      <a:lnTo>
                        <a:pt x="886458" y="315405"/>
                      </a:lnTo>
                      <a:cubicBezTo>
                        <a:pt x="914524" y="266795"/>
                        <a:pt x="921986" y="210153"/>
                        <a:pt x="907444" y="155893"/>
                      </a:cubicBezTo>
                      <a:cubicBezTo>
                        <a:pt x="892903" y="101663"/>
                        <a:pt x="858136" y="56324"/>
                        <a:pt x="809527" y="28257"/>
                      </a:cubicBezTo>
                      <a:cubicBezTo>
                        <a:pt x="777142" y="9557"/>
                        <a:pt x="741201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0" name="Google Shape;510;p94"/>
                <p:cNvSpPr/>
                <p:nvPr/>
              </p:nvSpPr>
              <p:spPr>
                <a:xfrm>
                  <a:off x="10891420" y="2949829"/>
                  <a:ext cx="500968" cy="562578"/>
                </a:xfrm>
                <a:custGeom>
                  <a:rect b="b" l="l" r="r" t="t"/>
                  <a:pathLst>
                    <a:path extrusionOk="0" h="562578" w="500968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618" y="455644"/>
                        <a:pt x="254232" y="480124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5" y="473710"/>
                        <a:pt x="142122" y="461581"/>
                      </a:cubicBezTo>
                      <a:cubicBezTo>
                        <a:pt x="114119" y="444595"/>
                        <a:pt x="94212" y="416877"/>
                        <a:pt x="86147" y="383604"/>
                      </a:cubicBezTo>
                      <a:cubicBezTo>
                        <a:pt x="77892" y="349536"/>
                        <a:pt x="82972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7"/>
                        <a:pt x="208322" y="562578"/>
                      </a:cubicBezTo>
                      <a:cubicBezTo>
                        <a:pt x="208322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7"/>
                        <a:pt x="390598" y="457454"/>
                      </a:cubicBezTo>
                      <a:lnTo>
                        <a:pt x="472703" y="315246"/>
                      </a:lnTo>
                      <a:cubicBezTo>
                        <a:pt x="500897" y="266446"/>
                        <a:pt x="508295" y="209613"/>
                        <a:pt x="493563" y="155226"/>
                      </a:cubicBezTo>
                      <a:cubicBezTo>
                        <a:pt x="478831" y="100838"/>
                        <a:pt x="443779" y="55499"/>
                        <a:pt x="394821" y="27591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1" name="Google Shape;511;p94"/>
                <p:cNvSpPr/>
                <p:nvPr/>
              </p:nvSpPr>
              <p:spPr>
                <a:xfrm>
                  <a:off x="8232632" y="6501034"/>
                  <a:ext cx="1109394" cy="1613567"/>
                </a:xfrm>
                <a:custGeom>
                  <a:rect b="b" l="l" r="r" t="t"/>
                  <a:pathLst>
                    <a:path extrusionOk="0" h="1613567" w="1109394">
                      <a:moveTo>
                        <a:pt x="899402" y="82296"/>
                      </a:moveTo>
                      <a:cubicBezTo>
                        <a:pt x="921500" y="82296"/>
                        <a:pt x="943503" y="88266"/>
                        <a:pt x="963029" y="99536"/>
                      </a:cubicBezTo>
                      <a:cubicBezTo>
                        <a:pt x="992620" y="116618"/>
                        <a:pt x="1013766" y="144177"/>
                        <a:pt x="1022624" y="177166"/>
                      </a:cubicBezTo>
                      <a:cubicBezTo>
                        <a:pt x="1031451" y="210153"/>
                        <a:pt x="1026910" y="244634"/>
                        <a:pt x="1009829" y="274225"/>
                      </a:cubicBezTo>
                      <a:lnTo>
                        <a:pt x="321013" y="1467263"/>
                      </a:lnTo>
                      <a:cubicBezTo>
                        <a:pt x="298311" y="1506570"/>
                        <a:pt x="256052" y="1531049"/>
                        <a:pt x="210618" y="1531240"/>
                      </a:cubicBezTo>
                      <a:lnTo>
                        <a:pt x="210046" y="1531240"/>
                      </a:lnTo>
                      <a:cubicBezTo>
                        <a:pt x="187789" y="1531240"/>
                        <a:pt x="165755" y="1525302"/>
                        <a:pt x="146292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1" y="116713"/>
                        <a:pt x="832981" y="95567"/>
                        <a:pt x="865970" y="86709"/>
                      </a:cubicBezTo>
                      <a:cubicBezTo>
                        <a:pt x="876987" y="83820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6" y="7239"/>
                      </a:cubicBezTo>
                      <a:cubicBezTo>
                        <a:pt x="790436" y="21780"/>
                        <a:pt x="745097" y="56547"/>
                        <a:pt x="717030" y="105188"/>
                      </a:cubicBezTo>
                      <a:lnTo>
                        <a:pt x="28246" y="1298226"/>
                      </a:lnTo>
                      <a:cubicBezTo>
                        <a:pt x="179" y="1346835"/>
                        <a:pt x="-7283" y="1403478"/>
                        <a:pt x="7259" y="1457738"/>
                      </a:cubicBezTo>
                      <a:cubicBezTo>
                        <a:pt x="21801" y="1511967"/>
                        <a:pt x="56567" y="1557306"/>
                        <a:pt x="105176" y="1585373"/>
                      </a:cubicBezTo>
                      <a:cubicBezTo>
                        <a:pt x="137085" y="1603820"/>
                        <a:pt x="173343" y="1613567"/>
                        <a:pt x="210046" y="1613567"/>
                      </a:cubicBezTo>
                      <a:cubicBezTo>
                        <a:pt x="210078" y="1613567"/>
                        <a:pt x="210110" y="1613567"/>
                        <a:pt x="210142" y="1613567"/>
                      </a:cubicBezTo>
                      <a:cubicBezTo>
                        <a:pt x="285072" y="1613535"/>
                        <a:pt x="354922" y="1573277"/>
                        <a:pt x="392355" y="1508411"/>
                      </a:cubicBezTo>
                      <a:lnTo>
                        <a:pt x="1081139" y="315373"/>
                      </a:lnTo>
                      <a:cubicBezTo>
                        <a:pt x="1109206" y="266732"/>
                        <a:pt x="1116668" y="210122"/>
                        <a:pt x="1102158" y="155861"/>
                      </a:cubicBezTo>
                      <a:cubicBezTo>
                        <a:pt x="1087616" y="101632"/>
                        <a:pt x="1052850" y="56293"/>
                        <a:pt x="1004209" y="28226"/>
                      </a:cubicBezTo>
                      <a:cubicBezTo>
                        <a:pt x="971792" y="9557"/>
                        <a:pt x="935851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2" name="Google Shape;512;p94"/>
                <p:cNvSpPr/>
                <p:nvPr/>
              </p:nvSpPr>
              <p:spPr>
                <a:xfrm>
                  <a:off x="9610668" y="4675695"/>
                  <a:ext cx="785195" cy="1052036"/>
                </a:xfrm>
                <a:custGeom>
                  <a:rect b="b" l="l" r="r" t="t"/>
                  <a:pathLst>
                    <a:path extrusionOk="0" h="1052036" w="785195">
                      <a:moveTo>
                        <a:pt x="575244" y="82296"/>
                      </a:moveTo>
                      <a:cubicBezTo>
                        <a:pt x="597342" y="82296"/>
                        <a:pt x="619345" y="88265"/>
                        <a:pt x="638871" y="99536"/>
                      </a:cubicBezTo>
                      <a:cubicBezTo>
                        <a:pt x="668462" y="116618"/>
                        <a:pt x="689608" y="144176"/>
                        <a:pt x="698434" y="177197"/>
                      </a:cubicBezTo>
                      <a:cubicBezTo>
                        <a:pt x="707261" y="210217"/>
                        <a:pt x="702752" y="244665"/>
                        <a:pt x="685671" y="274257"/>
                      </a:cubicBezTo>
                      <a:lnTo>
                        <a:pt x="321054" y="905796"/>
                      </a:lnTo>
                      <a:cubicBezTo>
                        <a:pt x="298289" y="945261"/>
                        <a:pt x="255776" y="969772"/>
                        <a:pt x="210119" y="969772"/>
                      </a:cubicBezTo>
                      <a:lnTo>
                        <a:pt x="209580" y="969772"/>
                      </a:lnTo>
                      <a:cubicBezTo>
                        <a:pt x="187481" y="969677"/>
                        <a:pt x="165606" y="963739"/>
                        <a:pt x="146334" y="952627"/>
                      </a:cubicBezTo>
                      <a:cubicBezTo>
                        <a:pt x="116742" y="935545"/>
                        <a:pt x="95597" y="907955"/>
                        <a:pt x="86739" y="874966"/>
                      </a:cubicBezTo>
                      <a:cubicBezTo>
                        <a:pt x="77912" y="841978"/>
                        <a:pt x="82421" y="807498"/>
                        <a:pt x="99534" y="777907"/>
                      </a:cubicBezTo>
                      <a:lnTo>
                        <a:pt x="464151" y="146367"/>
                      </a:lnTo>
                      <a:cubicBezTo>
                        <a:pt x="481232" y="116776"/>
                        <a:pt x="508823" y="95599"/>
                        <a:pt x="541811" y="86773"/>
                      </a:cubicBezTo>
                      <a:cubicBezTo>
                        <a:pt x="552829" y="83788"/>
                        <a:pt x="564068" y="82296"/>
                        <a:pt x="575244" y="82296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5" y="2413"/>
                        <a:pt x="520507" y="7239"/>
                      </a:cubicBezTo>
                      <a:cubicBezTo>
                        <a:pt x="466278" y="21780"/>
                        <a:pt x="420939" y="56578"/>
                        <a:pt x="392872" y="105188"/>
                      </a:cubicBezTo>
                      <a:lnTo>
                        <a:pt x="28255" y="736695"/>
                      </a:lnTo>
                      <a:cubicBezTo>
                        <a:pt x="188" y="785336"/>
                        <a:pt x="-7273" y="841978"/>
                        <a:pt x="7237" y="896207"/>
                      </a:cubicBezTo>
                      <a:cubicBezTo>
                        <a:pt x="21778" y="950436"/>
                        <a:pt x="56544" y="995775"/>
                        <a:pt x="105186" y="1023842"/>
                      </a:cubicBezTo>
                      <a:cubicBezTo>
                        <a:pt x="137094" y="1042257"/>
                        <a:pt x="173353" y="1052004"/>
                        <a:pt x="210024" y="1052036"/>
                      </a:cubicBezTo>
                      <a:cubicBezTo>
                        <a:pt x="210056" y="1052036"/>
                        <a:pt x="210087" y="1052036"/>
                        <a:pt x="210119" y="1052036"/>
                      </a:cubicBezTo>
                      <a:cubicBezTo>
                        <a:pt x="285049" y="1052036"/>
                        <a:pt x="354899" y="1011745"/>
                        <a:pt x="392332" y="946912"/>
                      </a:cubicBezTo>
                      <a:lnTo>
                        <a:pt x="756949" y="315373"/>
                      </a:lnTo>
                      <a:cubicBezTo>
                        <a:pt x="785017" y="266764"/>
                        <a:pt x="792478" y="210121"/>
                        <a:pt x="777936" y="155861"/>
                      </a:cubicBezTo>
                      <a:cubicBezTo>
                        <a:pt x="763426" y="101632"/>
                        <a:pt x="728629" y="56293"/>
                        <a:pt x="680019" y="28226"/>
                      </a:cubicBezTo>
                      <a:cubicBezTo>
                        <a:pt x="647634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3" name="Google Shape;513;p94"/>
                <p:cNvSpPr/>
                <p:nvPr/>
              </p:nvSpPr>
              <p:spPr>
                <a:xfrm>
                  <a:off x="9227307" y="5832125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89" y="82296"/>
                      </a:moveTo>
                      <a:cubicBezTo>
                        <a:pt x="313191" y="82296"/>
                        <a:pt x="334941" y="88074"/>
                        <a:pt x="354086" y="98996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2"/>
                      </a:lnTo>
                      <a:cubicBezTo>
                        <a:pt x="296650" y="455613"/>
                        <a:pt x="254327" y="480092"/>
                        <a:pt x="208797" y="480219"/>
                      </a:cubicBezTo>
                      <a:lnTo>
                        <a:pt x="208353" y="480219"/>
                      </a:lnTo>
                      <a:lnTo>
                        <a:pt x="208035" y="480219"/>
                      </a:lnTo>
                      <a:cubicBezTo>
                        <a:pt x="184890" y="480155"/>
                        <a:pt x="162093" y="473710"/>
                        <a:pt x="142122" y="461582"/>
                      </a:cubicBezTo>
                      <a:cubicBezTo>
                        <a:pt x="114119" y="444595"/>
                        <a:pt x="94212" y="416877"/>
                        <a:pt x="86148" y="383603"/>
                      </a:cubicBezTo>
                      <a:cubicBezTo>
                        <a:pt x="77892" y="349536"/>
                        <a:pt x="82973" y="314103"/>
                        <a:pt x="100466" y="283782"/>
                      </a:cubicBezTo>
                      <a:lnTo>
                        <a:pt x="179937" y="146145"/>
                      </a:lnTo>
                      <a:cubicBezTo>
                        <a:pt x="202702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46"/>
                      </a:cubicBezTo>
                      <a:cubicBezTo>
                        <a:pt x="208322" y="562546"/>
                        <a:pt x="208353" y="562546"/>
                        <a:pt x="208353" y="562546"/>
                      </a:cubicBezTo>
                      <a:cubicBezTo>
                        <a:pt x="208385" y="562546"/>
                        <a:pt x="208385" y="562546"/>
                        <a:pt x="208416" y="562546"/>
                      </a:cubicBezTo>
                      <a:cubicBezTo>
                        <a:pt x="208416" y="562546"/>
                        <a:pt x="208448" y="562546"/>
                        <a:pt x="208448" y="562546"/>
                      </a:cubicBezTo>
                      <a:cubicBezTo>
                        <a:pt x="283379" y="562546"/>
                        <a:pt x="353197" y="522256"/>
                        <a:pt x="390630" y="457422"/>
                      </a:cubicBezTo>
                      <a:lnTo>
                        <a:pt x="472735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14" name="Google Shape;514;p94"/>
              <p:cNvGrpSpPr/>
              <p:nvPr/>
            </p:nvGrpSpPr>
            <p:grpSpPr>
              <a:xfrm>
                <a:off x="13625656" y="-367506"/>
                <a:ext cx="4307276" cy="7152512"/>
                <a:chOff x="13625656" y="-367506"/>
                <a:chExt cx="4307276" cy="7152512"/>
              </a:xfrm>
            </p:grpSpPr>
            <p:sp>
              <p:nvSpPr>
                <p:cNvPr id="515" name="Google Shape;515;p94"/>
                <p:cNvSpPr/>
                <p:nvPr/>
              </p:nvSpPr>
              <p:spPr>
                <a:xfrm>
                  <a:off x="16816172" y="-367506"/>
                  <a:ext cx="1116760" cy="1626393"/>
                </a:xfrm>
                <a:custGeom>
                  <a:rect b="b" l="l" r="r" t="t"/>
                  <a:pathLst>
                    <a:path extrusionOk="0" h="1626393" w="1116760">
                      <a:moveTo>
                        <a:pt x="905476" y="82296"/>
                      </a:moveTo>
                      <a:lnTo>
                        <a:pt x="906682" y="82296"/>
                      </a:lnTo>
                      <a:cubicBezTo>
                        <a:pt x="928939" y="82296"/>
                        <a:pt x="950973" y="88233"/>
                        <a:pt x="970437" y="99473"/>
                      </a:cubicBezTo>
                      <a:cubicBezTo>
                        <a:pt x="1000028" y="116554"/>
                        <a:pt x="1021173" y="144113"/>
                        <a:pt x="1030000" y="177133"/>
                      </a:cubicBezTo>
                      <a:cubicBezTo>
                        <a:pt x="1038826" y="210122"/>
                        <a:pt x="1034285" y="244602"/>
                        <a:pt x="1017236" y="274193"/>
                      </a:cubicBezTo>
                      <a:lnTo>
                        <a:pt x="321054" y="1480026"/>
                      </a:lnTo>
                      <a:cubicBezTo>
                        <a:pt x="303973" y="1509617"/>
                        <a:pt x="276381" y="1530763"/>
                        <a:pt x="243393" y="1539621"/>
                      </a:cubicBezTo>
                      <a:cubicBezTo>
                        <a:pt x="232376" y="1542574"/>
                        <a:pt x="221137" y="1544066"/>
                        <a:pt x="209960" y="1544066"/>
                      </a:cubicBezTo>
                      <a:cubicBezTo>
                        <a:pt x="187863" y="1544066"/>
                        <a:pt x="165860" y="1538097"/>
                        <a:pt x="146333" y="1526826"/>
                      </a:cubicBezTo>
                      <a:cubicBezTo>
                        <a:pt x="116742" y="1509744"/>
                        <a:pt x="95597" y="1482185"/>
                        <a:pt x="86739" y="1449197"/>
                      </a:cubicBezTo>
                      <a:cubicBezTo>
                        <a:pt x="77912" y="1416209"/>
                        <a:pt x="82453" y="1381728"/>
                        <a:pt x="99534" y="1352137"/>
                      </a:cubicBezTo>
                      <a:lnTo>
                        <a:pt x="795716" y="146304"/>
                      </a:lnTo>
                      <a:cubicBezTo>
                        <a:pt x="818291" y="107188"/>
                        <a:pt x="860296" y="82740"/>
                        <a:pt x="905476" y="82296"/>
                      </a:cubicBezTo>
                      <a:moveTo>
                        <a:pt x="906650" y="0"/>
                      </a:moveTo>
                      <a:cubicBezTo>
                        <a:pt x="831689" y="32"/>
                        <a:pt x="761871" y="40291"/>
                        <a:pt x="724438" y="105156"/>
                      </a:cubicBezTo>
                      <a:lnTo>
                        <a:pt x="28255" y="1310989"/>
                      </a:lnTo>
                      <a:cubicBezTo>
                        <a:pt x="188" y="1359630"/>
                        <a:pt x="-7273" y="1416241"/>
                        <a:pt x="7236" y="1470501"/>
                      </a:cubicBezTo>
                      <a:cubicBezTo>
                        <a:pt x="21778" y="1524730"/>
                        <a:pt x="56544" y="1570069"/>
                        <a:pt x="105185" y="1598136"/>
                      </a:cubicBezTo>
                      <a:cubicBezTo>
                        <a:pt x="137570" y="1616837"/>
                        <a:pt x="173512" y="1626394"/>
                        <a:pt x="209960" y="1626394"/>
                      </a:cubicBezTo>
                      <a:cubicBezTo>
                        <a:pt x="228217" y="1626394"/>
                        <a:pt x="246600" y="1623981"/>
                        <a:pt x="264697" y="1619155"/>
                      </a:cubicBezTo>
                      <a:cubicBezTo>
                        <a:pt x="318927" y="1604613"/>
                        <a:pt x="364266" y="1569847"/>
                        <a:pt x="392332" y="1521206"/>
                      </a:cubicBezTo>
                      <a:lnTo>
                        <a:pt x="1088515" y="315373"/>
                      </a:lnTo>
                      <a:cubicBezTo>
                        <a:pt x="1116582" y="266732"/>
                        <a:pt x="1124043" y="210090"/>
                        <a:pt x="1109502" y="155861"/>
                      </a:cubicBezTo>
                      <a:cubicBezTo>
                        <a:pt x="1094992" y="101632"/>
                        <a:pt x="1060194" y="56293"/>
                        <a:pt x="1011584" y="28226"/>
                      </a:cubicBezTo>
                      <a:cubicBezTo>
                        <a:pt x="979675" y="9779"/>
                        <a:pt x="943417" y="32"/>
                        <a:pt x="906714" y="32"/>
                      </a:cubicBezTo>
                      <a:cubicBezTo>
                        <a:pt x="906714" y="0"/>
                        <a:pt x="906682" y="0"/>
                        <a:pt x="906650" y="0"/>
                      </a:cubicBezTo>
                      <a:lnTo>
                        <a:pt x="90665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6" name="Google Shape;516;p94"/>
                <p:cNvSpPr/>
                <p:nvPr/>
              </p:nvSpPr>
              <p:spPr>
                <a:xfrm>
                  <a:off x="16410937" y="1338992"/>
                  <a:ext cx="535036" cy="621474"/>
                </a:xfrm>
                <a:custGeom>
                  <a:rect b="b" l="l" r="r" t="t"/>
                  <a:pathLst>
                    <a:path extrusionOk="0" h="621474" w="535036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8" y="117919"/>
                        <a:pt x="440793" y="145637"/>
                        <a:pt x="448890" y="178911"/>
                      </a:cubicBezTo>
                      <a:cubicBezTo>
                        <a:pt x="457144" y="212979"/>
                        <a:pt x="452065" y="248412"/>
                        <a:pt x="434570" y="278733"/>
                      </a:cubicBezTo>
                      <a:lnTo>
                        <a:pt x="321064" y="475329"/>
                      </a:lnTo>
                      <a:cubicBezTo>
                        <a:pt x="298331" y="514699"/>
                        <a:pt x="255722" y="539147"/>
                        <a:pt x="209812" y="539147"/>
                      </a:cubicBezTo>
                      <a:cubicBezTo>
                        <a:pt x="187809" y="539147"/>
                        <a:pt x="166060" y="533368"/>
                        <a:pt x="146915" y="522446"/>
                      </a:cubicBezTo>
                      <a:cubicBezTo>
                        <a:pt x="117133" y="505460"/>
                        <a:pt x="95797" y="477869"/>
                        <a:pt x="86844" y="444786"/>
                      </a:cubicBezTo>
                      <a:cubicBezTo>
                        <a:pt x="77890" y="411671"/>
                        <a:pt x="82399" y="377095"/>
                        <a:pt x="99544" y="347409"/>
                      </a:cubicBezTo>
                      <a:lnTo>
                        <a:pt x="215685" y="146241"/>
                      </a:lnTo>
                      <a:cubicBezTo>
                        <a:pt x="238482" y="106775"/>
                        <a:pt x="280963" y="82264"/>
                        <a:pt x="326620" y="82264"/>
                      </a:cubicBezTo>
                      <a:lnTo>
                        <a:pt x="326683" y="82264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7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7" y="411924"/>
                        <a:pt x="7406" y="466312"/>
                      </a:cubicBezTo>
                      <a:cubicBezTo>
                        <a:pt x="22137" y="520700"/>
                        <a:pt x="57189" y="566039"/>
                        <a:pt x="106148" y="593979"/>
                      </a:cubicBezTo>
                      <a:cubicBezTo>
                        <a:pt x="138850" y="612616"/>
                        <a:pt x="174569" y="621474"/>
                        <a:pt x="209812" y="621474"/>
                      </a:cubicBezTo>
                      <a:cubicBezTo>
                        <a:pt x="282583" y="621474"/>
                        <a:pt x="353512" y="583756"/>
                        <a:pt x="392343" y="516477"/>
                      </a:cubicBezTo>
                      <a:lnTo>
                        <a:pt x="505849" y="319913"/>
                      </a:lnTo>
                      <a:cubicBezTo>
                        <a:pt x="564014" y="219170"/>
                        <a:pt x="532519" y="89376"/>
                        <a:pt x="435617" y="30575"/>
                      </a:cubicBezTo>
                      <a:cubicBezTo>
                        <a:pt x="402693" y="10604"/>
                        <a:pt x="365037" y="32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7" name="Google Shape;517;p94"/>
                <p:cNvSpPr/>
                <p:nvPr/>
              </p:nvSpPr>
              <p:spPr>
                <a:xfrm>
                  <a:off x="13625656" y="5185092"/>
                  <a:ext cx="1101205" cy="1599914"/>
                </a:xfrm>
                <a:custGeom>
                  <a:rect b="b" l="l" r="r" t="t"/>
                  <a:pathLst>
                    <a:path extrusionOk="0" h="1599914" w="1101205">
                      <a:moveTo>
                        <a:pt x="891528" y="82296"/>
                      </a:moveTo>
                      <a:cubicBezTo>
                        <a:pt x="913626" y="82296"/>
                        <a:pt x="935629" y="88233"/>
                        <a:pt x="955124" y="99504"/>
                      </a:cubicBezTo>
                      <a:cubicBezTo>
                        <a:pt x="974523" y="110712"/>
                        <a:pt x="990715" y="126873"/>
                        <a:pt x="1001891" y="146241"/>
                      </a:cubicBezTo>
                      <a:cubicBezTo>
                        <a:pt x="1013004" y="165481"/>
                        <a:pt x="1018909" y="187611"/>
                        <a:pt x="1018909" y="210376"/>
                      </a:cubicBezTo>
                      <a:cubicBezTo>
                        <a:pt x="1018973" y="232791"/>
                        <a:pt x="1013068" y="254857"/>
                        <a:pt x="1001923" y="274225"/>
                      </a:cubicBezTo>
                      <a:lnTo>
                        <a:pt x="321045" y="1453578"/>
                      </a:lnTo>
                      <a:cubicBezTo>
                        <a:pt x="303931" y="1483233"/>
                        <a:pt x="276404" y="1504378"/>
                        <a:pt x="243383" y="1513141"/>
                      </a:cubicBezTo>
                      <a:cubicBezTo>
                        <a:pt x="232335" y="1516095"/>
                        <a:pt x="221064" y="1517619"/>
                        <a:pt x="209888" y="1517619"/>
                      </a:cubicBezTo>
                      <a:cubicBezTo>
                        <a:pt x="187536" y="1517619"/>
                        <a:pt x="166136" y="1511808"/>
                        <a:pt x="146356" y="1500378"/>
                      </a:cubicBezTo>
                      <a:cubicBezTo>
                        <a:pt x="116797" y="1483297"/>
                        <a:pt x="95620" y="1455738"/>
                        <a:pt x="86793" y="1422717"/>
                      </a:cubicBezTo>
                      <a:cubicBezTo>
                        <a:pt x="77966" y="1389698"/>
                        <a:pt x="82475" y="1355249"/>
                        <a:pt x="99557" y="1325658"/>
                      </a:cubicBezTo>
                      <a:lnTo>
                        <a:pt x="780435" y="146304"/>
                      </a:lnTo>
                      <a:cubicBezTo>
                        <a:pt x="797516" y="116745"/>
                        <a:pt x="825076" y="95567"/>
                        <a:pt x="858096" y="86741"/>
                      </a:cubicBezTo>
                      <a:cubicBezTo>
                        <a:pt x="869113" y="83788"/>
                        <a:pt x="880352" y="82296"/>
                        <a:pt x="891528" y="82296"/>
                      </a:cubicBezTo>
                      <a:moveTo>
                        <a:pt x="891528" y="0"/>
                      </a:moveTo>
                      <a:cubicBezTo>
                        <a:pt x="873272" y="0"/>
                        <a:pt x="854889" y="2413"/>
                        <a:pt x="836760" y="7239"/>
                      </a:cubicBezTo>
                      <a:cubicBezTo>
                        <a:pt x="782530" y="21780"/>
                        <a:pt x="737191" y="56547"/>
                        <a:pt x="709125" y="105156"/>
                      </a:cubicBezTo>
                      <a:lnTo>
                        <a:pt x="28245" y="1284510"/>
                      </a:lnTo>
                      <a:cubicBezTo>
                        <a:pt x="179" y="1333119"/>
                        <a:pt x="-7283" y="1389793"/>
                        <a:pt x="7259" y="1444022"/>
                      </a:cubicBezTo>
                      <a:cubicBezTo>
                        <a:pt x="21801" y="1498251"/>
                        <a:pt x="56567" y="1543590"/>
                        <a:pt x="105176" y="1571657"/>
                      </a:cubicBezTo>
                      <a:cubicBezTo>
                        <a:pt x="137593" y="1590389"/>
                        <a:pt x="173502" y="1599914"/>
                        <a:pt x="209856" y="1599914"/>
                      </a:cubicBezTo>
                      <a:cubicBezTo>
                        <a:pt x="228144" y="1599914"/>
                        <a:pt x="246527" y="1597501"/>
                        <a:pt x="264657" y="1592644"/>
                      </a:cubicBezTo>
                      <a:cubicBezTo>
                        <a:pt x="318980" y="1578165"/>
                        <a:pt x="364224" y="1543336"/>
                        <a:pt x="392291" y="1494726"/>
                      </a:cubicBezTo>
                      <a:lnTo>
                        <a:pt x="1073170" y="315373"/>
                      </a:lnTo>
                      <a:cubicBezTo>
                        <a:pt x="1091840" y="283020"/>
                        <a:pt x="1101269" y="246666"/>
                        <a:pt x="1101206" y="210185"/>
                      </a:cubicBezTo>
                      <a:cubicBezTo>
                        <a:pt x="1101174" y="173895"/>
                        <a:pt x="1091840" y="137382"/>
                        <a:pt x="1073107" y="105029"/>
                      </a:cubicBezTo>
                      <a:cubicBezTo>
                        <a:pt x="1054723" y="73279"/>
                        <a:pt x="1028149" y="46641"/>
                        <a:pt x="996240" y="28226"/>
                      </a:cubicBezTo>
                      <a:cubicBezTo>
                        <a:pt x="963919" y="9557"/>
                        <a:pt x="927946" y="0"/>
                        <a:pt x="891528" y="0"/>
                      </a:cubicBezTo>
                      <a:lnTo>
                        <a:pt x="89152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8" name="Google Shape;518;p94"/>
                <p:cNvSpPr/>
                <p:nvPr/>
              </p:nvSpPr>
              <p:spPr>
                <a:xfrm>
                  <a:off x="15014074" y="3328098"/>
                  <a:ext cx="784972" cy="1052131"/>
                </a:xfrm>
                <a:custGeom>
                  <a:rect b="b" l="l" r="r" t="t"/>
                  <a:pathLst>
                    <a:path extrusionOk="0" h="1052131" w="784972">
                      <a:moveTo>
                        <a:pt x="575244" y="82328"/>
                      </a:moveTo>
                      <a:cubicBezTo>
                        <a:pt x="597342" y="82328"/>
                        <a:pt x="619345" y="88297"/>
                        <a:pt x="638839" y="99536"/>
                      </a:cubicBezTo>
                      <a:cubicBezTo>
                        <a:pt x="657254" y="110173"/>
                        <a:pt x="672748" y="125222"/>
                        <a:pt x="683797" y="143192"/>
                      </a:cubicBezTo>
                      <a:lnTo>
                        <a:pt x="685163" y="146145"/>
                      </a:lnTo>
                      <a:lnTo>
                        <a:pt x="687194" y="149003"/>
                      </a:lnTo>
                      <a:cubicBezTo>
                        <a:pt x="708403" y="188023"/>
                        <a:pt x="707896" y="235712"/>
                        <a:pt x="685639" y="274225"/>
                      </a:cubicBezTo>
                      <a:lnTo>
                        <a:pt x="321021" y="905764"/>
                      </a:lnTo>
                      <a:cubicBezTo>
                        <a:pt x="303940" y="935355"/>
                        <a:pt x="276382" y="956501"/>
                        <a:pt x="243361" y="965359"/>
                      </a:cubicBezTo>
                      <a:cubicBezTo>
                        <a:pt x="232344" y="968311"/>
                        <a:pt x="221104" y="969804"/>
                        <a:pt x="209928" y="969804"/>
                      </a:cubicBezTo>
                      <a:cubicBezTo>
                        <a:pt x="187830" y="969804"/>
                        <a:pt x="165860" y="963835"/>
                        <a:pt x="146334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2" y="807466"/>
                        <a:pt x="99533" y="777875"/>
                      </a:cubicBezTo>
                      <a:lnTo>
                        <a:pt x="464151" y="146336"/>
                      </a:lnTo>
                      <a:cubicBezTo>
                        <a:pt x="481233" y="116745"/>
                        <a:pt x="508791" y="95599"/>
                        <a:pt x="541779" y="86741"/>
                      </a:cubicBezTo>
                      <a:cubicBezTo>
                        <a:pt x="552796" y="83820"/>
                        <a:pt x="564068" y="82328"/>
                        <a:pt x="575244" y="82328"/>
                      </a:cubicBezTo>
                      <a:moveTo>
                        <a:pt x="575244" y="0"/>
                      </a:moveTo>
                      <a:cubicBezTo>
                        <a:pt x="556988" y="0"/>
                        <a:pt x="538604" y="2413"/>
                        <a:pt x="520507" y="7239"/>
                      </a:cubicBezTo>
                      <a:cubicBezTo>
                        <a:pt x="466278" y="21780"/>
                        <a:pt x="420939" y="56547"/>
                        <a:pt x="392872" y="105188"/>
                      </a:cubicBezTo>
                      <a:lnTo>
                        <a:pt x="28255" y="736727"/>
                      </a:lnTo>
                      <a:cubicBezTo>
                        <a:pt x="188" y="785336"/>
                        <a:pt x="-7273" y="842010"/>
                        <a:pt x="7237" y="896239"/>
                      </a:cubicBezTo>
                      <a:cubicBezTo>
                        <a:pt x="21778" y="950500"/>
                        <a:pt x="56576" y="995807"/>
                        <a:pt x="105185" y="1023874"/>
                      </a:cubicBezTo>
                      <a:cubicBezTo>
                        <a:pt x="137571" y="1042575"/>
                        <a:pt x="173511" y="1052132"/>
                        <a:pt x="209928" y="1052132"/>
                      </a:cubicBezTo>
                      <a:cubicBezTo>
                        <a:pt x="228185" y="1052132"/>
                        <a:pt x="246568" y="1049719"/>
                        <a:pt x="264665" y="1044861"/>
                      </a:cubicBezTo>
                      <a:cubicBezTo>
                        <a:pt x="318894" y="1030319"/>
                        <a:pt x="364234" y="995553"/>
                        <a:pt x="392301" y="946912"/>
                      </a:cubicBezTo>
                      <a:lnTo>
                        <a:pt x="756917" y="315373"/>
                      </a:lnTo>
                      <a:cubicBezTo>
                        <a:pt x="794351" y="250539"/>
                        <a:pt x="794319" y="169894"/>
                        <a:pt x="756854" y="104997"/>
                      </a:cubicBezTo>
                      <a:cubicBezTo>
                        <a:pt x="756854" y="104966"/>
                        <a:pt x="756822" y="104934"/>
                        <a:pt x="756822" y="104934"/>
                      </a:cubicBezTo>
                      <a:cubicBezTo>
                        <a:pt x="738471" y="73184"/>
                        <a:pt x="711896" y="46641"/>
                        <a:pt x="679987" y="28226"/>
                      </a:cubicBezTo>
                      <a:cubicBezTo>
                        <a:pt x="647602" y="9557"/>
                        <a:pt x="611661" y="0"/>
                        <a:pt x="575244" y="0"/>
                      </a:cubicBezTo>
                      <a:lnTo>
                        <a:pt x="5752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19" name="Google Shape;519;p94"/>
                <p:cNvSpPr/>
                <p:nvPr/>
              </p:nvSpPr>
              <p:spPr>
                <a:xfrm>
                  <a:off x="15681618" y="2040763"/>
                  <a:ext cx="860696" cy="1183227"/>
                </a:xfrm>
                <a:custGeom>
                  <a:rect b="b" l="l" r="r" t="t"/>
                  <a:pathLst>
                    <a:path extrusionOk="0" h="1183227" w="860696">
                      <a:moveTo>
                        <a:pt x="650936" y="82296"/>
                      </a:moveTo>
                      <a:cubicBezTo>
                        <a:pt x="673034" y="82296"/>
                        <a:pt x="695005" y="88265"/>
                        <a:pt x="714532" y="99536"/>
                      </a:cubicBezTo>
                      <a:cubicBezTo>
                        <a:pt x="733327" y="110395"/>
                        <a:pt x="749075" y="125825"/>
                        <a:pt x="760156" y="144272"/>
                      </a:cubicBezTo>
                      <a:lnTo>
                        <a:pt x="761395" y="146399"/>
                      </a:lnTo>
                      <a:cubicBezTo>
                        <a:pt x="784096" y="185896"/>
                        <a:pt x="784064" y="234855"/>
                        <a:pt x="761331" y="274257"/>
                      </a:cubicBezTo>
                      <a:lnTo>
                        <a:pt x="320990" y="1036923"/>
                      </a:lnTo>
                      <a:cubicBezTo>
                        <a:pt x="303909" y="1066514"/>
                        <a:pt x="276350" y="1087660"/>
                        <a:pt x="243329" y="1096518"/>
                      </a:cubicBezTo>
                      <a:cubicBezTo>
                        <a:pt x="232312" y="1099471"/>
                        <a:pt x="221073" y="1100963"/>
                        <a:pt x="209896" y="1100963"/>
                      </a:cubicBezTo>
                      <a:cubicBezTo>
                        <a:pt x="187799" y="1100963"/>
                        <a:pt x="165828" y="1094994"/>
                        <a:pt x="146302" y="1083723"/>
                      </a:cubicBezTo>
                      <a:cubicBezTo>
                        <a:pt x="116711" y="1066641"/>
                        <a:pt x="95534" y="1039051"/>
                        <a:pt x="86707" y="1006094"/>
                      </a:cubicBezTo>
                      <a:cubicBezTo>
                        <a:pt x="77880" y="973074"/>
                        <a:pt x="82421" y="938594"/>
                        <a:pt x="99502" y="909034"/>
                      </a:cubicBezTo>
                      <a:lnTo>
                        <a:pt x="539811" y="146367"/>
                      </a:lnTo>
                      <a:cubicBezTo>
                        <a:pt x="556892" y="116776"/>
                        <a:pt x="584452" y="95631"/>
                        <a:pt x="617472" y="86773"/>
                      </a:cubicBezTo>
                      <a:cubicBezTo>
                        <a:pt x="628521" y="83788"/>
                        <a:pt x="639760" y="82296"/>
                        <a:pt x="650936" y="82296"/>
                      </a:cubicBezTo>
                      <a:moveTo>
                        <a:pt x="650936" y="0"/>
                      </a:moveTo>
                      <a:cubicBezTo>
                        <a:pt x="632680" y="0"/>
                        <a:pt x="614297" y="2413"/>
                        <a:pt x="596199" y="7239"/>
                      </a:cubicBezTo>
                      <a:cubicBezTo>
                        <a:pt x="541970" y="21780"/>
                        <a:pt x="496631" y="56547"/>
                        <a:pt x="468564" y="105188"/>
                      </a:cubicBezTo>
                      <a:lnTo>
                        <a:pt x="28255" y="867823"/>
                      </a:lnTo>
                      <a:cubicBezTo>
                        <a:pt x="188" y="916432"/>
                        <a:pt x="-7273" y="973074"/>
                        <a:pt x="7237" y="1027335"/>
                      </a:cubicBezTo>
                      <a:cubicBezTo>
                        <a:pt x="21778" y="1081595"/>
                        <a:pt x="56576" y="1126903"/>
                        <a:pt x="105185" y="1154970"/>
                      </a:cubicBezTo>
                      <a:cubicBezTo>
                        <a:pt x="137571" y="1173670"/>
                        <a:pt x="173511" y="1183227"/>
                        <a:pt x="209928" y="1183227"/>
                      </a:cubicBezTo>
                      <a:cubicBezTo>
                        <a:pt x="228185" y="1183227"/>
                        <a:pt x="246568" y="1180814"/>
                        <a:pt x="264697" y="1175957"/>
                      </a:cubicBezTo>
                      <a:cubicBezTo>
                        <a:pt x="318926" y="1161415"/>
                        <a:pt x="364265" y="1126649"/>
                        <a:pt x="392333" y="1078008"/>
                      </a:cubicBezTo>
                      <a:lnTo>
                        <a:pt x="832641" y="315373"/>
                      </a:lnTo>
                      <a:cubicBezTo>
                        <a:pt x="870075" y="250539"/>
                        <a:pt x="870043" y="169926"/>
                        <a:pt x="832578" y="104997"/>
                      </a:cubicBezTo>
                      <a:cubicBezTo>
                        <a:pt x="832578" y="104965"/>
                        <a:pt x="832546" y="104934"/>
                        <a:pt x="832546" y="104934"/>
                      </a:cubicBezTo>
                      <a:cubicBezTo>
                        <a:pt x="814194" y="73184"/>
                        <a:pt x="787620" y="46673"/>
                        <a:pt x="755711" y="28226"/>
                      </a:cubicBezTo>
                      <a:cubicBezTo>
                        <a:pt x="723326" y="9557"/>
                        <a:pt x="687353" y="0"/>
                        <a:pt x="650936" y="0"/>
                      </a:cubicBezTo>
                      <a:lnTo>
                        <a:pt x="65093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0" name="Google Shape;520;p94"/>
                <p:cNvSpPr/>
                <p:nvPr/>
              </p:nvSpPr>
              <p:spPr>
                <a:xfrm>
                  <a:off x="14629209" y="4485290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4" y="82296"/>
                        <a:pt x="335650" y="87281"/>
                        <a:pt x="353620" y="97155"/>
                      </a:cubicBezTo>
                      <a:cubicBezTo>
                        <a:pt x="373464" y="108045"/>
                        <a:pt x="390006" y="123857"/>
                        <a:pt x="401563" y="143002"/>
                      </a:cubicBezTo>
                      <a:lnTo>
                        <a:pt x="403024" y="145511"/>
                      </a:lnTo>
                      <a:cubicBezTo>
                        <a:pt x="425693" y="184976"/>
                        <a:pt x="425661" y="233934"/>
                        <a:pt x="402928" y="273304"/>
                      </a:cubicBezTo>
                      <a:lnTo>
                        <a:pt x="320823" y="415544"/>
                      </a:lnTo>
                      <a:cubicBezTo>
                        <a:pt x="303678" y="445231"/>
                        <a:pt x="275992" y="466408"/>
                        <a:pt x="242845" y="475202"/>
                      </a:cubicBezTo>
                      <a:cubicBezTo>
                        <a:pt x="231923" y="478092"/>
                        <a:pt x="220779" y="479584"/>
                        <a:pt x="209698" y="479584"/>
                      </a:cubicBezTo>
                      <a:cubicBezTo>
                        <a:pt x="187410" y="479584"/>
                        <a:pt x="165216" y="473520"/>
                        <a:pt x="145563" y="462026"/>
                      </a:cubicBezTo>
                      <a:cubicBezTo>
                        <a:pt x="84984" y="426625"/>
                        <a:pt x="64219" y="348393"/>
                        <a:pt x="99303" y="287655"/>
                      </a:cubicBezTo>
                      <a:lnTo>
                        <a:pt x="178774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63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74" y="540290"/>
                        <a:pt x="363971" y="505460"/>
                        <a:pt x="392134" y="456661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30"/>
                        <a:pt x="393213" y="24988"/>
                      </a:cubicBezTo>
                      <a:cubicBezTo>
                        <a:pt x="362288" y="8033"/>
                        <a:pt x="328602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21" name="Google Shape;521;p94"/>
              <p:cNvGrpSpPr/>
              <p:nvPr/>
            </p:nvGrpSpPr>
            <p:grpSpPr>
              <a:xfrm>
                <a:off x="12644974" y="-1057655"/>
                <a:ext cx="5058099" cy="8396508"/>
                <a:chOff x="12644974" y="-1057655"/>
                <a:chExt cx="5058099" cy="8396508"/>
              </a:xfrm>
            </p:grpSpPr>
            <p:sp>
              <p:nvSpPr>
                <p:cNvPr id="522" name="Google Shape;522;p94"/>
                <p:cNvSpPr/>
                <p:nvPr/>
              </p:nvSpPr>
              <p:spPr>
                <a:xfrm>
                  <a:off x="15817603" y="791844"/>
                  <a:ext cx="785172" cy="1052068"/>
                </a:xfrm>
                <a:custGeom>
                  <a:rect b="b" l="l" r="r" t="t"/>
                  <a:pathLst>
                    <a:path extrusionOk="0" h="1052068" w="785172">
                      <a:moveTo>
                        <a:pt x="574768" y="82328"/>
                      </a:moveTo>
                      <a:lnTo>
                        <a:pt x="575149" y="82328"/>
                      </a:lnTo>
                      <a:cubicBezTo>
                        <a:pt x="597406" y="82328"/>
                        <a:pt x="619440" y="88265"/>
                        <a:pt x="638871" y="99504"/>
                      </a:cubicBezTo>
                      <a:cubicBezTo>
                        <a:pt x="668462" y="116586"/>
                        <a:pt x="689608" y="144145"/>
                        <a:pt x="698466" y="177133"/>
                      </a:cubicBezTo>
                      <a:cubicBezTo>
                        <a:pt x="707292" y="210153"/>
                        <a:pt x="702784" y="244602"/>
                        <a:pt x="685703" y="274193"/>
                      </a:cubicBezTo>
                      <a:lnTo>
                        <a:pt x="321085" y="905732"/>
                      </a:lnTo>
                      <a:cubicBezTo>
                        <a:pt x="304004" y="935323"/>
                        <a:pt x="276413" y="956469"/>
                        <a:pt x="243425" y="965327"/>
                      </a:cubicBezTo>
                      <a:cubicBezTo>
                        <a:pt x="232408" y="968280"/>
                        <a:pt x="221168" y="969772"/>
                        <a:pt x="209992" y="969772"/>
                      </a:cubicBezTo>
                      <a:cubicBezTo>
                        <a:pt x="187894" y="969772"/>
                        <a:pt x="165924" y="963803"/>
                        <a:pt x="146365" y="952532"/>
                      </a:cubicBezTo>
                      <a:cubicBezTo>
                        <a:pt x="116774" y="935450"/>
                        <a:pt x="95629" y="907891"/>
                        <a:pt x="86770" y="874871"/>
                      </a:cubicBezTo>
                      <a:cubicBezTo>
                        <a:pt x="77944" y="841851"/>
                        <a:pt x="82453" y="807403"/>
                        <a:pt x="99566" y="777812"/>
                      </a:cubicBezTo>
                      <a:lnTo>
                        <a:pt x="464183" y="146272"/>
                      </a:lnTo>
                      <a:cubicBezTo>
                        <a:pt x="486884" y="106934"/>
                        <a:pt x="529239" y="82455"/>
                        <a:pt x="574768" y="82328"/>
                      </a:cubicBezTo>
                      <a:moveTo>
                        <a:pt x="575085" y="0"/>
                      </a:moveTo>
                      <a:cubicBezTo>
                        <a:pt x="500155" y="0"/>
                        <a:pt x="430305" y="40291"/>
                        <a:pt x="392873" y="105124"/>
                      </a:cubicBezTo>
                      <a:lnTo>
                        <a:pt x="28255" y="736664"/>
                      </a:lnTo>
                      <a:cubicBezTo>
                        <a:pt x="188" y="785305"/>
                        <a:pt x="-7273" y="841915"/>
                        <a:pt x="7236" y="896175"/>
                      </a:cubicBezTo>
                      <a:cubicBezTo>
                        <a:pt x="21778" y="950405"/>
                        <a:pt x="56544" y="995744"/>
                        <a:pt x="105185" y="1023811"/>
                      </a:cubicBezTo>
                      <a:cubicBezTo>
                        <a:pt x="137570" y="1042511"/>
                        <a:pt x="173512" y="1052068"/>
                        <a:pt x="209929" y="1052068"/>
                      </a:cubicBezTo>
                      <a:cubicBezTo>
                        <a:pt x="228185" y="1052068"/>
                        <a:pt x="246568" y="1049655"/>
                        <a:pt x="264666" y="1044829"/>
                      </a:cubicBezTo>
                      <a:cubicBezTo>
                        <a:pt x="318895" y="1030288"/>
                        <a:pt x="364234" y="995521"/>
                        <a:pt x="392300" y="946880"/>
                      </a:cubicBezTo>
                      <a:lnTo>
                        <a:pt x="756918" y="315341"/>
                      </a:lnTo>
                      <a:cubicBezTo>
                        <a:pt x="784985" y="266700"/>
                        <a:pt x="792446" y="210090"/>
                        <a:pt x="777936" y="155829"/>
                      </a:cubicBezTo>
                      <a:cubicBezTo>
                        <a:pt x="763395" y="101600"/>
                        <a:pt x="728629" y="56261"/>
                        <a:pt x="679988" y="28194"/>
                      </a:cubicBezTo>
                      <a:cubicBezTo>
                        <a:pt x="648079" y="9779"/>
                        <a:pt x="611820" y="32"/>
                        <a:pt x="575149" y="0"/>
                      </a:cubicBezTo>
                      <a:cubicBezTo>
                        <a:pt x="575149" y="0"/>
                        <a:pt x="575117" y="0"/>
                        <a:pt x="575117" y="0"/>
                      </a:cubicBezTo>
                      <a:cubicBezTo>
                        <a:pt x="575117" y="0"/>
                        <a:pt x="575117" y="0"/>
                        <a:pt x="575085" y="0"/>
                      </a:cubicBezTo>
                      <a:lnTo>
                        <a:pt x="5750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3" name="Google Shape;523;p94"/>
                <p:cNvSpPr/>
                <p:nvPr/>
              </p:nvSpPr>
              <p:spPr>
                <a:xfrm>
                  <a:off x="16485176" y="124936"/>
                  <a:ext cx="501025" cy="562546"/>
                </a:xfrm>
                <a:custGeom>
                  <a:rect b="b" l="l" r="r" t="t"/>
                  <a:pathLst>
                    <a:path extrusionOk="0" h="562546" w="501025">
                      <a:moveTo>
                        <a:pt x="292799" y="82296"/>
                      </a:moveTo>
                      <a:cubicBezTo>
                        <a:pt x="316008" y="82328"/>
                        <a:pt x="338837" y="88773"/>
                        <a:pt x="358870" y="100965"/>
                      </a:cubicBezTo>
                      <a:cubicBezTo>
                        <a:pt x="386874" y="117951"/>
                        <a:pt x="406750" y="145669"/>
                        <a:pt x="414846" y="178943"/>
                      </a:cubicBezTo>
                      <a:cubicBezTo>
                        <a:pt x="423101" y="213011"/>
                        <a:pt x="418021" y="248444"/>
                        <a:pt x="400527" y="278765"/>
                      </a:cubicBezTo>
                      <a:lnTo>
                        <a:pt x="321056" y="416401"/>
                      </a:lnTo>
                      <a:cubicBezTo>
                        <a:pt x="298324" y="455771"/>
                        <a:pt x="255715" y="480219"/>
                        <a:pt x="209836" y="480219"/>
                      </a:cubicBezTo>
                      <a:cubicBezTo>
                        <a:pt x="187834" y="480219"/>
                        <a:pt x="166085" y="474440"/>
                        <a:pt x="146939" y="463518"/>
                      </a:cubicBezTo>
                      <a:cubicBezTo>
                        <a:pt x="117158" y="446532"/>
                        <a:pt x="95822" y="418941"/>
                        <a:pt x="86868" y="385858"/>
                      </a:cubicBezTo>
                      <a:cubicBezTo>
                        <a:pt x="77915" y="352743"/>
                        <a:pt x="82424" y="318167"/>
                        <a:pt x="99568" y="288481"/>
                      </a:cubicBezTo>
                      <a:lnTo>
                        <a:pt x="181674" y="146241"/>
                      </a:lnTo>
                      <a:cubicBezTo>
                        <a:pt x="204375" y="106934"/>
                        <a:pt x="246603" y="82455"/>
                        <a:pt x="292037" y="82264"/>
                      </a:cubicBezTo>
                      <a:lnTo>
                        <a:pt x="292640" y="82264"/>
                      </a:lnTo>
                      <a:lnTo>
                        <a:pt x="292799" y="82264"/>
                      </a:lnTo>
                      <a:moveTo>
                        <a:pt x="292577" y="0"/>
                      </a:moveTo>
                      <a:cubicBezTo>
                        <a:pt x="217615" y="0"/>
                        <a:pt x="147797" y="40291"/>
                        <a:pt x="110363" y="105124"/>
                      </a:cubicBezTo>
                      <a:lnTo>
                        <a:pt x="28258" y="247364"/>
                      </a:lnTo>
                      <a:cubicBezTo>
                        <a:pt x="95" y="296164"/>
                        <a:pt x="-7334" y="352997"/>
                        <a:pt x="7398" y="407384"/>
                      </a:cubicBezTo>
                      <a:cubicBezTo>
                        <a:pt x="22131" y="461772"/>
                        <a:pt x="57182" y="507111"/>
                        <a:pt x="106141" y="535019"/>
                      </a:cubicBezTo>
                      <a:cubicBezTo>
                        <a:pt x="138844" y="553688"/>
                        <a:pt x="174562" y="562547"/>
                        <a:pt x="209836" y="562547"/>
                      </a:cubicBezTo>
                      <a:cubicBezTo>
                        <a:pt x="282607" y="562547"/>
                        <a:pt x="353537" y="524828"/>
                        <a:pt x="392367" y="457549"/>
                      </a:cubicBezTo>
                      <a:lnTo>
                        <a:pt x="471837" y="319913"/>
                      </a:lnTo>
                      <a:cubicBezTo>
                        <a:pt x="530003" y="219170"/>
                        <a:pt x="498507" y="89408"/>
                        <a:pt x="401607" y="30607"/>
                      </a:cubicBezTo>
                      <a:cubicBezTo>
                        <a:pt x="368681" y="10605"/>
                        <a:pt x="331026" y="32"/>
                        <a:pt x="292704" y="0"/>
                      </a:cubicBezTo>
                      <a:cubicBezTo>
                        <a:pt x="292704" y="0"/>
                        <a:pt x="292672" y="0"/>
                        <a:pt x="292672" y="0"/>
                      </a:cubicBezTo>
                      <a:cubicBezTo>
                        <a:pt x="292609" y="0"/>
                        <a:pt x="292577" y="0"/>
                        <a:pt x="292577" y="0"/>
                      </a:cubicBezTo>
                      <a:lnTo>
                        <a:pt x="29257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4" name="Google Shape;524;p94"/>
                <p:cNvSpPr/>
                <p:nvPr/>
              </p:nvSpPr>
              <p:spPr>
                <a:xfrm>
                  <a:off x="16856345" y="-1057655"/>
                  <a:ext cx="846728" cy="1102423"/>
                </a:xfrm>
                <a:custGeom>
                  <a:rect b="b" l="l" r="r" t="t"/>
                  <a:pathLst>
                    <a:path extrusionOk="0" h="1102423" w="846728">
                      <a:moveTo>
                        <a:pt x="512783" y="112427"/>
                      </a:moveTo>
                      <a:lnTo>
                        <a:pt x="734302" y="240316"/>
                      </a:lnTo>
                      <a:lnTo>
                        <a:pt x="321044" y="956120"/>
                      </a:lnTo>
                      <a:cubicBezTo>
                        <a:pt x="303963" y="985679"/>
                        <a:pt x="276372" y="1006856"/>
                        <a:pt x="243383" y="1015683"/>
                      </a:cubicBezTo>
                      <a:cubicBezTo>
                        <a:pt x="232366" y="1018635"/>
                        <a:pt x="221095" y="1020128"/>
                        <a:pt x="209919" y="1020128"/>
                      </a:cubicBezTo>
                      <a:cubicBezTo>
                        <a:pt x="187821" y="1020128"/>
                        <a:pt x="165818" y="1014190"/>
                        <a:pt x="146324" y="1002919"/>
                      </a:cubicBezTo>
                      <a:cubicBezTo>
                        <a:pt x="116733" y="985838"/>
                        <a:pt x="95587" y="958247"/>
                        <a:pt x="86729" y="925259"/>
                      </a:cubicBezTo>
                      <a:cubicBezTo>
                        <a:pt x="77871" y="892270"/>
                        <a:pt x="82411" y="857790"/>
                        <a:pt x="99493" y="828231"/>
                      </a:cubicBezTo>
                      <a:lnTo>
                        <a:pt x="512783" y="112427"/>
                      </a:lnTo>
                      <a:moveTo>
                        <a:pt x="482652" y="0"/>
                      </a:moveTo>
                      <a:lnTo>
                        <a:pt x="28245" y="787051"/>
                      </a:lnTo>
                      <a:cubicBezTo>
                        <a:pt x="179" y="835660"/>
                        <a:pt x="-7283" y="892334"/>
                        <a:pt x="7259" y="946563"/>
                      </a:cubicBezTo>
                      <a:cubicBezTo>
                        <a:pt x="21800" y="1000792"/>
                        <a:pt x="56567" y="1046131"/>
                        <a:pt x="105176" y="1074198"/>
                      </a:cubicBezTo>
                      <a:cubicBezTo>
                        <a:pt x="137561" y="1092899"/>
                        <a:pt x="173502" y="1102424"/>
                        <a:pt x="209919" y="1102424"/>
                      </a:cubicBezTo>
                      <a:cubicBezTo>
                        <a:pt x="228175" y="1102424"/>
                        <a:pt x="246558" y="1100011"/>
                        <a:pt x="264688" y="1095185"/>
                      </a:cubicBezTo>
                      <a:cubicBezTo>
                        <a:pt x="318917" y="1080643"/>
                        <a:pt x="364256" y="1045877"/>
                        <a:pt x="392323" y="997268"/>
                      </a:cubicBezTo>
                      <a:lnTo>
                        <a:pt x="846729" y="210217"/>
                      </a:lnTo>
                      <a:lnTo>
                        <a:pt x="482652" y="0"/>
                      </a:lnTo>
                      <a:lnTo>
                        <a:pt x="4826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5" name="Google Shape;525;p94"/>
                <p:cNvSpPr/>
                <p:nvPr/>
              </p:nvSpPr>
              <p:spPr>
                <a:xfrm>
                  <a:off x="13016151" y="5082540"/>
                  <a:ext cx="1109226" cy="1613630"/>
                </a:xfrm>
                <a:custGeom>
                  <a:rect b="b" l="l" r="r" t="t"/>
                  <a:pathLst>
                    <a:path extrusionOk="0" h="1613630" w="110922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28" y="110649"/>
                        <a:pt x="998558" y="126809"/>
                        <a:pt x="1009797" y="146209"/>
                      </a:cubicBezTo>
                      <a:lnTo>
                        <a:pt x="1011575" y="149257"/>
                      </a:lnTo>
                      <a:cubicBezTo>
                        <a:pt x="1032657" y="188214"/>
                        <a:pt x="1032118" y="235776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36" y="1518062"/>
                        <a:pt x="243415" y="1526889"/>
                      </a:cubicBezTo>
                      <a:cubicBezTo>
                        <a:pt x="232398" y="1529842"/>
                        <a:pt x="221158" y="1531334"/>
                        <a:pt x="209951" y="1531334"/>
                      </a:cubicBezTo>
                      <a:cubicBezTo>
                        <a:pt x="187853" y="1531334"/>
                        <a:pt x="165882" y="1525365"/>
                        <a:pt x="146356" y="1514125"/>
                      </a:cubicBezTo>
                      <a:cubicBezTo>
                        <a:pt x="116765" y="1497044"/>
                        <a:pt x="95619" y="1469454"/>
                        <a:pt x="86761" y="1436465"/>
                      </a:cubicBezTo>
                      <a:cubicBezTo>
                        <a:pt x="77903" y="1403445"/>
                        <a:pt x="82443" y="1368996"/>
                        <a:pt x="99525" y="1339406"/>
                      </a:cubicBezTo>
                      <a:lnTo>
                        <a:pt x="788373" y="146304"/>
                      </a:lnTo>
                      <a:cubicBezTo>
                        <a:pt x="805454" y="116713"/>
                        <a:pt x="833013" y="95567"/>
                        <a:pt x="866033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5" y="1298257"/>
                      </a:lnTo>
                      <a:cubicBezTo>
                        <a:pt x="179" y="1346867"/>
                        <a:pt x="-7283" y="1403540"/>
                        <a:pt x="7259" y="1457769"/>
                      </a:cubicBezTo>
                      <a:cubicBezTo>
                        <a:pt x="21769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8" y="1611217"/>
                        <a:pt x="264688" y="1606359"/>
                      </a:cubicBezTo>
                      <a:cubicBezTo>
                        <a:pt x="318917" y="1591818"/>
                        <a:pt x="364256" y="1557052"/>
                        <a:pt x="392323" y="1508442"/>
                      </a:cubicBezTo>
                      <a:lnTo>
                        <a:pt x="1081171" y="315341"/>
                      </a:lnTo>
                      <a:cubicBezTo>
                        <a:pt x="1118573" y="250571"/>
                        <a:pt x="1118605" y="169894"/>
                        <a:pt x="1081108" y="104997"/>
                      </a:cubicBezTo>
                      <a:lnTo>
                        <a:pt x="1081012" y="104934"/>
                      </a:lnTo>
                      <a:cubicBezTo>
                        <a:pt x="1062629" y="73184"/>
                        <a:pt x="1036150" y="46609"/>
                        <a:pt x="1004241" y="28194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6" name="Google Shape;526;p94"/>
                <p:cNvSpPr/>
                <p:nvPr/>
              </p:nvSpPr>
              <p:spPr>
                <a:xfrm>
                  <a:off x="14007916" y="3259391"/>
                  <a:ext cx="1170005" cy="1719072"/>
                </a:xfrm>
                <a:custGeom>
                  <a:rect b="b" l="l" r="r" t="t"/>
                  <a:pathLst>
                    <a:path extrusionOk="0" h="1719072" w="1170005">
                      <a:moveTo>
                        <a:pt x="960308" y="82296"/>
                      </a:moveTo>
                      <a:cubicBezTo>
                        <a:pt x="982406" y="82296"/>
                        <a:pt x="1004377" y="88265"/>
                        <a:pt x="1023904" y="99537"/>
                      </a:cubicBezTo>
                      <a:cubicBezTo>
                        <a:pt x="1043334" y="110744"/>
                        <a:pt x="1059495" y="126873"/>
                        <a:pt x="1070640" y="146145"/>
                      </a:cubicBezTo>
                      <a:lnTo>
                        <a:pt x="1070766" y="146368"/>
                      </a:lnTo>
                      <a:cubicBezTo>
                        <a:pt x="1093500" y="185865"/>
                        <a:pt x="1093500" y="234855"/>
                        <a:pt x="1070735" y="274257"/>
                      </a:cubicBezTo>
                      <a:lnTo>
                        <a:pt x="321085" y="1572705"/>
                      </a:lnTo>
                      <a:cubicBezTo>
                        <a:pt x="304004" y="1602296"/>
                        <a:pt x="276445" y="1623441"/>
                        <a:pt x="243425" y="1632299"/>
                      </a:cubicBezTo>
                      <a:cubicBezTo>
                        <a:pt x="232408" y="1635252"/>
                        <a:pt x="221168" y="1636744"/>
                        <a:pt x="209992" y="1636744"/>
                      </a:cubicBezTo>
                      <a:cubicBezTo>
                        <a:pt x="187894" y="1636744"/>
                        <a:pt x="165923" y="1630775"/>
                        <a:pt x="146397" y="1619504"/>
                      </a:cubicBezTo>
                      <a:cubicBezTo>
                        <a:pt x="116806" y="1602423"/>
                        <a:pt x="95660" y="1574864"/>
                        <a:pt x="86802" y="1541875"/>
                      </a:cubicBezTo>
                      <a:cubicBezTo>
                        <a:pt x="77975" y="1508856"/>
                        <a:pt x="82484" y="1474407"/>
                        <a:pt x="99597" y="1444816"/>
                      </a:cubicBezTo>
                      <a:lnTo>
                        <a:pt x="849247" y="146368"/>
                      </a:lnTo>
                      <a:cubicBezTo>
                        <a:pt x="866328" y="116777"/>
                        <a:pt x="893887" y="95631"/>
                        <a:pt x="926907" y="86773"/>
                      </a:cubicBezTo>
                      <a:cubicBezTo>
                        <a:pt x="937893" y="83788"/>
                        <a:pt x="949132" y="82296"/>
                        <a:pt x="960308" y="82296"/>
                      </a:cubicBezTo>
                      <a:moveTo>
                        <a:pt x="960308" y="0"/>
                      </a:moveTo>
                      <a:cubicBezTo>
                        <a:pt x="942052" y="0"/>
                        <a:pt x="923669" y="2413"/>
                        <a:pt x="905540" y="7271"/>
                      </a:cubicBezTo>
                      <a:cubicBezTo>
                        <a:pt x="851310" y="21812"/>
                        <a:pt x="805971" y="56579"/>
                        <a:pt x="777904" y="105220"/>
                      </a:cubicBezTo>
                      <a:lnTo>
                        <a:pt x="28255" y="1403668"/>
                      </a:lnTo>
                      <a:cubicBezTo>
                        <a:pt x="188" y="1452277"/>
                        <a:pt x="-7273" y="1508951"/>
                        <a:pt x="7236" y="1563180"/>
                      </a:cubicBezTo>
                      <a:cubicBezTo>
                        <a:pt x="21778" y="1617440"/>
                        <a:pt x="56544" y="1662748"/>
                        <a:pt x="105185" y="1690815"/>
                      </a:cubicBezTo>
                      <a:cubicBezTo>
                        <a:pt x="137570" y="1709515"/>
                        <a:pt x="173512" y="1719072"/>
                        <a:pt x="209929" y="1719072"/>
                      </a:cubicBezTo>
                      <a:cubicBezTo>
                        <a:pt x="228185" y="1719072"/>
                        <a:pt x="246568" y="1716659"/>
                        <a:pt x="264666" y="1711833"/>
                      </a:cubicBezTo>
                      <a:cubicBezTo>
                        <a:pt x="318895" y="1697292"/>
                        <a:pt x="364234" y="1662525"/>
                        <a:pt x="392300" y="1613884"/>
                      </a:cubicBezTo>
                      <a:lnTo>
                        <a:pt x="1141950" y="315437"/>
                      </a:lnTo>
                      <a:cubicBezTo>
                        <a:pt x="1179383" y="250603"/>
                        <a:pt x="1179352" y="169990"/>
                        <a:pt x="1141887" y="105061"/>
                      </a:cubicBezTo>
                      <a:cubicBezTo>
                        <a:pt x="1141887" y="105029"/>
                        <a:pt x="1141855" y="104997"/>
                        <a:pt x="1141855" y="104997"/>
                      </a:cubicBezTo>
                      <a:cubicBezTo>
                        <a:pt x="1123503" y="73247"/>
                        <a:pt x="1096929" y="46736"/>
                        <a:pt x="1065020" y="28289"/>
                      </a:cubicBezTo>
                      <a:cubicBezTo>
                        <a:pt x="1032666" y="9557"/>
                        <a:pt x="996726" y="0"/>
                        <a:pt x="960308" y="0"/>
                      </a:cubicBezTo>
                      <a:lnTo>
                        <a:pt x="96030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7" name="Google Shape;527;p94"/>
                <p:cNvSpPr/>
                <p:nvPr/>
              </p:nvSpPr>
              <p:spPr>
                <a:xfrm>
                  <a:off x="15060723" y="2593403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31" y="108426"/>
                        <a:pt x="391117" y="124968"/>
                        <a:pt x="402770" y="145002"/>
                      </a:cubicBezTo>
                      <a:lnTo>
                        <a:pt x="403055" y="145479"/>
                      </a:lnTo>
                      <a:lnTo>
                        <a:pt x="403182" y="145701"/>
                      </a:lnTo>
                      <a:cubicBezTo>
                        <a:pt x="425757" y="185134"/>
                        <a:pt x="425662" y="233998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3" y="466407"/>
                        <a:pt x="242877" y="475202"/>
                      </a:cubicBezTo>
                      <a:cubicBezTo>
                        <a:pt x="231955" y="478092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5" y="462026"/>
                      </a:cubicBezTo>
                      <a:cubicBezTo>
                        <a:pt x="85016" y="426625"/>
                        <a:pt x="64251" y="348393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3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7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5" y="474885"/>
                        <a:pt x="104066" y="533082"/>
                      </a:cubicBezTo>
                      <a:cubicBezTo>
                        <a:pt x="136673" y="552132"/>
                        <a:pt x="172963" y="561880"/>
                        <a:pt x="209730" y="561880"/>
                      </a:cubicBezTo>
                      <a:cubicBezTo>
                        <a:pt x="227827" y="561880"/>
                        <a:pt x="246020" y="559530"/>
                        <a:pt x="263991" y="554768"/>
                      </a:cubicBezTo>
                      <a:cubicBezTo>
                        <a:pt x="318442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6" y="104108"/>
                      </a:cubicBezTo>
                      <a:cubicBezTo>
                        <a:pt x="474176" y="104076"/>
                        <a:pt x="474144" y="104045"/>
                        <a:pt x="474144" y="104045"/>
                      </a:cubicBezTo>
                      <a:cubicBezTo>
                        <a:pt x="454967" y="70866"/>
                        <a:pt x="426995" y="43561"/>
                        <a:pt x="393181" y="25019"/>
                      </a:cubicBezTo>
                      <a:cubicBezTo>
                        <a:pt x="362289" y="8064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8" name="Google Shape;528;p94"/>
                <p:cNvSpPr/>
                <p:nvPr/>
              </p:nvSpPr>
              <p:spPr>
                <a:xfrm>
                  <a:off x="15439278" y="1937734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296"/>
                      </a:moveTo>
                      <a:cubicBezTo>
                        <a:pt x="315933" y="82296"/>
                        <a:pt x="335650" y="87281"/>
                        <a:pt x="353621" y="97155"/>
                      </a:cubicBezTo>
                      <a:cubicBezTo>
                        <a:pt x="374131" y="108395"/>
                        <a:pt x="391117" y="124936"/>
                        <a:pt x="402770" y="145002"/>
                      </a:cubicBezTo>
                      <a:lnTo>
                        <a:pt x="403087" y="145574"/>
                      </a:lnTo>
                      <a:lnTo>
                        <a:pt x="403182" y="145733"/>
                      </a:lnTo>
                      <a:cubicBezTo>
                        <a:pt x="425725" y="185166"/>
                        <a:pt x="425661" y="233998"/>
                        <a:pt x="402960" y="273304"/>
                      </a:cubicBezTo>
                      <a:lnTo>
                        <a:pt x="320855" y="415512"/>
                      </a:lnTo>
                      <a:cubicBezTo>
                        <a:pt x="303710" y="445199"/>
                        <a:pt x="276023" y="466376"/>
                        <a:pt x="242876" y="475170"/>
                      </a:cubicBezTo>
                      <a:cubicBezTo>
                        <a:pt x="231955" y="478060"/>
                        <a:pt x="220810" y="479552"/>
                        <a:pt x="209730" y="479552"/>
                      </a:cubicBezTo>
                      <a:cubicBezTo>
                        <a:pt x="187441" y="479552"/>
                        <a:pt x="165248" y="473488"/>
                        <a:pt x="145595" y="461994"/>
                      </a:cubicBezTo>
                      <a:cubicBezTo>
                        <a:pt x="85015" y="426593"/>
                        <a:pt x="64251" y="348361"/>
                        <a:pt x="99335" y="287623"/>
                      </a:cubicBezTo>
                      <a:lnTo>
                        <a:pt x="178805" y="149987"/>
                      </a:lnTo>
                      <a:cubicBezTo>
                        <a:pt x="202904" y="108236"/>
                        <a:pt x="247448" y="82296"/>
                        <a:pt x="295073" y="82296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213" y="24987"/>
                      </a:cubicBezTo>
                      <a:cubicBezTo>
                        <a:pt x="362288" y="8033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29" name="Google Shape;529;p94"/>
                <p:cNvSpPr/>
                <p:nvPr/>
              </p:nvSpPr>
              <p:spPr>
                <a:xfrm>
                  <a:off x="12644974" y="6776339"/>
                  <a:ext cx="501032" cy="562514"/>
                </a:xfrm>
                <a:custGeom>
                  <a:rect b="b" l="l" r="r" t="t"/>
                  <a:pathLst>
                    <a:path extrusionOk="0" h="562514" w="501032">
                      <a:moveTo>
                        <a:pt x="292934" y="82328"/>
                      </a:moveTo>
                      <a:cubicBezTo>
                        <a:pt x="316079" y="82391"/>
                        <a:pt x="338876" y="88836"/>
                        <a:pt x="358878" y="100997"/>
                      </a:cubicBezTo>
                      <a:cubicBezTo>
                        <a:pt x="386881" y="117983"/>
                        <a:pt x="406757" y="145700"/>
                        <a:pt x="414853" y="178974"/>
                      </a:cubicBezTo>
                      <a:cubicBezTo>
                        <a:pt x="423109" y="213042"/>
                        <a:pt x="418028" y="248476"/>
                        <a:pt x="400534" y="278797"/>
                      </a:cubicBezTo>
                      <a:lnTo>
                        <a:pt x="321064" y="416433"/>
                      </a:lnTo>
                      <a:cubicBezTo>
                        <a:pt x="298331" y="455803"/>
                        <a:pt x="255722" y="480251"/>
                        <a:pt x="209843" y="480251"/>
                      </a:cubicBezTo>
                      <a:cubicBezTo>
                        <a:pt x="187841" y="480251"/>
                        <a:pt x="166092" y="474472"/>
                        <a:pt x="146946" y="463550"/>
                      </a:cubicBezTo>
                      <a:cubicBezTo>
                        <a:pt x="117165" y="446563"/>
                        <a:pt x="95829" y="418973"/>
                        <a:pt x="86876" y="385890"/>
                      </a:cubicBezTo>
                      <a:cubicBezTo>
                        <a:pt x="77922" y="352774"/>
                        <a:pt x="82431" y="318230"/>
                        <a:pt x="99576" y="288512"/>
                      </a:cubicBezTo>
                      <a:lnTo>
                        <a:pt x="181681" y="146304"/>
                      </a:lnTo>
                      <a:cubicBezTo>
                        <a:pt x="204382" y="106966"/>
                        <a:pt x="246737" y="82455"/>
                        <a:pt x="292203" y="82328"/>
                      </a:cubicBezTo>
                      <a:lnTo>
                        <a:pt x="292616" y="82328"/>
                      </a:lnTo>
                      <a:lnTo>
                        <a:pt x="292934" y="82328"/>
                      </a:lnTo>
                      <a:moveTo>
                        <a:pt x="292679" y="0"/>
                      </a:moveTo>
                      <a:cubicBezTo>
                        <a:pt x="292648" y="0"/>
                        <a:pt x="292648" y="0"/>
                        <a:pt x="292616" y="0"/>
                      </a:cubicBezTo>
                      <a:cubicBezTo>
                        <a:pt x="292616" y="0"/>
                        <a:pt x="292584" y="0"/>
                        <a:pt x="292584" y="0"/>
                      </a:cubicBezTo>
                      <a:cubicBezTo>
                        <a:pt x="217622" y="0"/>
                        <a:pt x="147804" y="40291"/>
                        <a:pt x="110371" y="105124"/>
                      </a:cubicBezTo>
                      <a:lnTo>
                        <a:pt x="28265" y="247332"/>
                      </a:lnTo>
                      <a:cubicBezTo>
                        <a:pt x="71" y="296132"/>
                        <a:pt x="-7326" y="352965"/>
                        <a:pt x="7405" y="407353"/>
                      </a:cubicBezTo>
                      <a:cubicBezTo>
                        <a:pt x="22138" y="461740"/>
                        <a:pt x="57190" y="507079"/>
                        <a:pt x="106148" y="534988"/>
                      </a:cubicBezTo>
                      <a:cubicBezTo>
                        <a:pt x="138851" y="553656"/>
                        <a:pt x="174569" y="562515"/>
                        <a:pt x="209843" y="562515"/>
                      </a:cubicBezTo>
                      <a:cubicBezTo>
                        <a:pt x="282615" y="562515"/>
                        <a:pt x="353544" y="524796"/>
                        <a:pt x="392374" y="457517"/>
                      </a:cubicBezTo>
                      <a:lnTo>
                        <a:pt x="471844" y="319881"/>
                      </a:lnTo>
                      <a:cubicBezTo>
                        <a:pt x="530011" y="219139"/>
                        <a:pt x="498515" y="89344"/>
                        <a:pt x="401614" y="30575"/>
                      </a:cubicBezTo>
                      <a:cubicBezTo>
                        <a:pt x="368657" y="10605"/>
                        <a:pt x="330970" y="32"/>
                        <a:pt x="292679" y="0"/>
                      </a:cubicBezTo>
                      <a:lnTo>
                        <a:pt x="2926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30" name="Google Shape;530;p94"/>
              <p:cNvGrpSpPr/>
              <p:nvPr/>
            </p:nvGrpSpPr>
            <p:grpSpPr>
              <a:xfrm>
                <a:off x="10881176" y="-1304353"/>
                <a:ext cx="4949556" cy="8265000"/>
                <a:chOff x="10881176" y="-1304353"/>
                <a:chExt cx="4949556" cy="8265000"/>
              </a:xfrm>
            </p:grpSpPr>
            <p:sp>
              <p:nvSpPr>
                <p:cNvPr id="531" name="Google Shape;531;p94"/>
                <p:cNvSpPr/>
                <p:nvPr/>
              </p:nvSpPr>
              <p:spPr>
                <a:xfrm>
                  <a:off x="14721348" y="-1304353"/>
                  <a:ext cx="1109384" cy="1613598"/>
                </a:xfrm>
                <a:custGeom>
                  <a:rect b="b" l="l" r="r" t="t"/>
                  <a:pathLst>
                    <a:path extrusionOk="0" h="1613598" w="1109384">
                      <a:moveTo>
                        <a:pt x="899434" y="82328"/>
                      </a:moveTo>
                      <a:cubicBezTo>
                        <a:pt x="921532" y="82328"/>
                        <a:pt x="943535" y="88297"/>
                        <a:pt x="963061" y="99568"/>
                      </a:cubicBezTo>
                      <a:cubicBezTo>
                        <a:pt x="992652" y="116650"/>
                        <a:pt x="1013797" y="144240"/>
                        <a:pt x="1022655" y="177229"/>
                      </a:cubicBezTo>
                      <a:cubicBezTo>
                        <a:pt x="1031482" y="210217"/>
                        <a:pt x="1026942" y="244697"/>
                        <a:pt x="1009892" y="274288"/>
                      </a:cubicBezTo>
                      <a:lnTo>
                        <a:pt x="321044" y="1467295"/>
                      </a:lnTo>
                      <a:cubicBezTo>
                        <a:pt x="298311" y="1506665"/>
                        <a:pt x="255925" y="1531176"/>
                        <a:pt x="210396" y="1531271"/>
                      </a:cubicBezTo>
                      <a:lnTo>
                        <a:pt x="210110" y="1531271"/>
                      </a:lnTo>
                      <a:lnTo>
                        <a:pt x="209919" y="1531271"/>
                      </a:lnTo>
                      <a:cubicBezTo>
                        <a:pt x="187694" y="1531239"/>
                        <a:pt x="165755" y="1525302"/>
                        <a:pt x="146355" y="1514094"/>
                      </a:cubicBezTo>
                      <a:cubicBezTo>
                        <a:pt x="116765" y="1497013"/>
                        <a:pt x="95619" y="1469454"/>
                        <a:pt x="86792" y="1436434"/>
                      </a:cubicBezTo>
                      <a:cubicBezTo>
                        <a:pt x="77966" y="1403445"/>
                        <a:pt x="82507" y="1368965"/>
                        <a:pt x="99556" y="1339374"/>
                      </a:cubicBezTo>
                      <a:lnTo>
                        <a:pt x="788372" y="146336"/>
                      </a:lnTo>
                      <a:cubicBezTo>
                        <a:pt x="805454" y="116745"/>
                        <a:pt x="833045" y="95599"/>
                        <a:pt x="866033" y="86741"/>
                      </a:cubicBezTo>
                      <a:cubicBezTo>
                        <a:pt x="877019" y="83820"/>
                        <a:pt x="888258" y="82328"/>
                        <a:pt x="899434" y="82328"/>
                      </a:cubicBezTo>
                      <a:moveTo>
                        <a:pt x="899434" y="0"/>
                      </a:moveTo>
                      <a:cubicBezTo>
                        <a:pt x="881178" y="0"/>
                        <a:pt x="862795" y="2413"/>
                        <a:pt x="844697" y="7239"/>
                      </a:cubicBezTo>
                      <a:cubicBezTo>
                        <a:pt x="790468" y="21781"/>
                        <a:pt x="745129" y="56547"/>
                        <a:pt x="717062" y="105188"/>
                      </a:cubicBezTo>
                      <a:lnTo>
                        <a:pt x="28246" y="1298258"/>
                      </a:lnTo>
                      <a:cubicBezTo>
                        <a:pt x="178" y="1346867"/>
                        <a:pt x="-7282" y="1403509"/>
                        <a:pt x="7259" y="1457770"/>
                      </a:cubicBezTo>
                      <a:cubicBezTo>
                        <a:pt x="21800" y="1511999"/>
                        <a:pt x="56566" y="1557338"/>
                        <a:pt x="105176" y="1585405"/>
                      </a:cubicBezTo>
                      <a:cubicBezTo>
                        <a:pt x="137085" y="1603851"/>
                        <a:pt x="173343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2" y="1613599"/>
                        <a:pt x="210142" y="1613599"/>
                      </a:cubicBezTo>
                      <a:cubicBezTo>
                        <a:pt x="285103" y="1613599"/>
                        <a:pt x="354922" y="1573308"/>
                        <a:pt x="392354" y="1508443"/>
                      </a:cubicBezTo>
                      <a:lnTo>
                        <a:pt x="1081140" y="315405"/>
                      </a:lnTo>
                      <a:cubicBezTo>
                        <a:pt x="1109206" y="266764"/>
                        <a:pt x="1116668" y="210153"/>
                        <a:pt x="1102126" y="155893"/>
                      </a:cubicBezTo>
                      <a:cubicBezTo>
                        <a:pt x="1087584" y="101664"/>
                        <a:pt x="1052818" y="56325"/>
                        <a:pt x="1004209" y="28257"/>
                      </a:cubicBezTo>
                      <a:cubicBezTo>
                        <a:pt x="971824" y="9589"/>
                        <a:pt x="935851" y="0"/>
                        <a:pt x="899434" y="0"/>
                      </a:cubicBezTo>
                      <a:lnTo>
                        <a:pt x="89943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2" name="Google Shape;532;p94"/>
                <p:cNvSpPr/>
                <p:nvPr/>
              </p:nvSpPr>
              <p:spPr>
                <a:xfrm>
                  <a:off x="13937813" y="39001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6985" y="110300"/>
                        <a:pt x="802638" y="125571"/>
                        <a:pt x="813687" y="143828"/>
                      </a:cubicBezTo>
                      <a:lnTo>
                        <a:pt x="815179" y="146939"/>
                      </a:lnTo>
                      <a:lnTo>
                        <a:pt x="816735" y="149098"/>
                      </a:lnTo>
                      <a:cubicBezTo>
                        <a:pt x="837912" y="188119"/>
                        <a:pt x="837372" y="235744"/>
                        <a:pt x="815147" y="274225"/>
                      </a:cubicBezTo>
                      <a:lnTo>
                        <a:pt x="321021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073" y="1194118"/>
                        <a:pt x="209896" y="1194118"/>
                      </a:cubicBezTo>
                      <a:cubicBezTo>
                        <a:pt x="187799" y="1194118"/>
                        <a:pt x="165828" y="1188149"/>
                        <a:pt x="146301" y="1176877"/>
                      </a:cubicBezTo>
                      <a:cubicBezTo>
                        <a:pt x="116711" y="1159796"/>
                        <a:pt x="95533" y="1132205"/>
                        <a:pt x="86707" y="1099217"/>
                      </a:cubicBezTo>
                      <a:cubicBezTo>
                        <a:pt x="77880" y="1066197"/>
                        <a:pt x="82421" y="1031748"/>
                        <a:pt x="99502" y="1002157"/>
                      </a:cubicBezTo>
                      <a:lnTo>
                        <a:pt x="593627" y="146304"/>
                      </a:lnTo>
                      <a:cubicBezTo>
                        <a:pt x="610708" y="116713"/>
                        <a:pt x="638268" y="95568"/>
                        <a:pt x="671288" y="86709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4" y="21812"/>
                        <a:pt x="550415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8" y="1276414"/>
                      </a:cubicBezTo>
                      <a:cubicBezTo>
                        <a:pt x="228185" y="1276414"/>
                        <a:pt x="246568" y="1274000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3" y="1171194"/>
                      </a:cubicBezTo>
                      <a:lnTo>
                        <a:pt x="886458" y="315373"/>
                      </a:lnTo>
                      <a:cubicBezTo>
                        <a:pt x="923891" y="250539"/>
                        <a:pt x="923859" y="169894"/>
                        <a:pt x="886394" y="104997"/>
                      </a:cubicBezTo>
                      <a:cubicBezTo>
                        <a:pt x="886394" y="104965"/>
                        <a:pt x="886362" y="104934"/>
                        <a:pt x="886362" y="104934"/>
                      </a:cubicBezTo>
                      <a:cubicBezTo>
                        <a:pt x="868011" y="73184"/>
                        <a:pt x="841436" y="46641"/>
                        <a:pt x="809527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3" name="Google Shape;533;p94"/>
                <p:cNvSpPr/>
                <p:nvPr/>
              </p:nvSpPr>
              <p:spPr>
                <a:xfrm>
                  <a:off x="12527166" y="2496439"/>
                  <a:ext cx="1109175" cy="1613661"/>
                </a:xfrm>
                <a:custGeom>
                  <a:rect b="b" l="l" r="r" t="t"/>
                  <a:pathLst>
                    <a:path extrusionOk="0" h="1613661" w="1109175">
                      <a:moveTo>
                        <a:pt x="899247" y="82328"/>
                      </a:moveTo>
                      <a:cubicBezTo>
                        <a:pt x="921345" y="82328"/>
                        <a:pt x="943316" y="88297"/>
                        <a:pt x="962842" y="99568"/>
                      </a:cubicBezTo>
                      <a:cubicBezTo>
                        <a:pt x="992434" y="116649"/>
                        <a:pt x="1013611" y="144240"/>
                        <a:pt x="1022437" y="177197"/>
                      </a:cubicBezTo>
                      <a:cubicBezTo>
                        <a:pt x="1031264" y="210217"/>
                        <a:pt x="1026723" y="244697"/>
                        <a:pt x="1009642" y="274256"/>
                      </a:cubicBezTo>
                      <a:lnTo>
                        <a:pt x="320858" y="1467295"/>
                      </a:lnTo>
                      <a:cubicBezTo>
                        <a:pt x="303776" y="1496885"/>
                        <a:pt x="276185" y="1518063"/>
                        <a:pt x="243197" y="1526889"/>
                      </a:cubicBezTo>
                      <a:cubicBezTo>
                        <a:pt x="232179" y="1529842"/>
                        <a:pt x="220940" y="1531334"/>
                        <a:pt x="209764" y="1531334"/>
                      </a:cubicBezTo>
                      <a:cubicBezTo>
                        <a:pt x="187666" y="1531334"/>
                        <a:pt x="165695" y="1525365"/>
                        <a:pt x="146137" y="1514094"/>
                      </a:cubicBezTo>
                      <a:cubicBezTo>
                        <a:pt x="126769" y="1502918"/>
                        <a:pt x="110673" y="1486884"/>
                        <a:pt x="99528" y="1467707"/>
                      </a:cubicBezTo>
                      <a:lnTo>
                        <a:pt x="99370" y="1467453"/>
                      </a:lnTo>
                      <a:cubicBezTo>
                        <a:pt x="76541" y="1427893"/>
                        <a:pt x="76541" y="1378839"/>
                        <a:pt x="99306" y="1339374"/>
                      </a:cubicBezTo>
                      <a:lnTo>
                        <a:pt x="788090" y="146336"/>
                      </a:lnTo>
                      <a:cubicBezTo>
                        <a:pt x="805172" y="116745"/>
                        <a:pt x="832763" y="95567"/>
                        <a:pt x="865751" y="86741"/>
                      </a:cubicBezTo>
                      <a:cubicBezTo>
                        <a:pt x="876800" y="83820"/>
                        <a:pt x="888071" y="82328"/>
                        <a:pt x="899247" y="82328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7" y="2413"/>
                        <a:pt x="844478" y="7271"/>
                      </a:cubicBezTo>
                      <a:cubicBezTo>
                        <a:pt x="790249" y="21812"/>
                        <a:pt x="744942" y="56578"/>
                        <a:pt x="716843" y="105219"/>
                      </a:cubicBezTo>
                      <a:lnTo>
                        <a:pt x="28059" y="1298258"/>
                      </a:lnTo>
                      <a:cubicBezTo>
                        <a:pt x="-9374" y="1363091"/>
                        <a:pt x="-9342" y="1443704"/>
                        <a:pt x="28091" y="1508633"/>
                      </a:cubicBezTo>
                      <a:cubicBezTo>
                        <a:pt x="28091" y="1508665"/>
                        <a:pt x="28123" y="1508696"/>
                        <a:pt x="28123" y="1508696"/>
                      </a:cubicBezTo>
                      <a:cubicBezTo>
                        <a:pt x="46474" y="1540446"/>
                        <a:pt x="73049" y="1566989"/>
                        <a:pt x="104989" y="1585404"/>
                      </a:cubicBezTo>
                      <a:cubicBezTo>
                        <a:pt x="137374" y="1604105"/>
                        <a:pt x="173315" y="1613662"/>
                        <a:pt x="209733" y="1613662"/>
                      </a:cubicBezTo>
                      <a:cubicBezTo>
                        <a:pt x="227989" y="1613662"/>
                        <a:pt x="246372" y="1611249"/>
                        <a:pt x="264501" y="1606391"/>
                      </a:cubicBezTo>
                      <a:cubicBezTo>
                        <a:pt x="318730" y="1591850"/>
                        <a:pt x="364069" y="1557083"/>
                        <a:pt x="392136" y="1508442"/>
                      </a:cubicBezTo>
                      <a:lnTo>
                        <a:pt x="1080921" y="315404"/>
                      </a:lnTo>
                      <a:cubicBezTo>
                        <a:pt x="1108988" y="266795"/>
                        <a:pt x="1116449" y="210121"/>
                        <a:pt x="1101939" y="155892"/>
                      </a:cubicBezTo>
                      <a:cubicBezTo>
                        <a:pt x="1087429" y="101663"/>
                        <a:pt x="1052600" y="56324"/>
                        <a:pt x="1003990" y="28257"/>
                      </a:cubicBezTo>
                      <a:cubicBezTo>
                        <a:pt x="971605" y="9557"/>
                        <a:pt x="935664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4" name="Google Shape;534;p94"/>
                <p:cNvSpPr/>
                <p:nvPr/>
              </p:nvSpPr>
              <p:spPr>
                <a:xfrm>
                  <a:off x="11859582" y="4214209"/>
                  <a:ext cx="785007" cy="1052099"/>
                </a:xfrm>
                <a:custGeom>
                  <a:rect b="b" l="l" r="r" t="t"/>
                  <a:pathLst>
                    <a:path extrusionOk="0" h="1052099" w="785007">
                      <a:moveTo>
                        <a:pt x="575088" y="82328"/>
                      </a:moveTo>
                      <a:cubicBezTo>
                        <a:pt x="597186" y="82328"/>
                        <a:pt x="619189" y="88265"/>
                        <a:pt x="638683" y="99536"/>
                      </a:cubicBezTo>
                      <a:cubicBezTo>
                        <a:pt x="668242" y="116618"/>
                        <a:pt x="689419" y="144176"/>
                        <a:pt x="698246" y="177197"/>
                      </a:cubicBezTo>
                      <a:cubicBezTo>
                        <a:pt x="707104" y="210217"/>
                        <a:pt x="702564" y="244665"/>
                        <a:pt x="685482" y="274256"/>
                      </a:cubicBezTo>
                      <a:lnTo>
                        <a:pt x="320866" y="905796"/>
                      </a:lnTo>
                      <a:cubicBezTo>
                        <a:pt x="303784" y="935355"/>
                        <a:pt x="276225" y="956532"/>
                        <a:pt x="243205" y="965359"/>
                      </a:cubicBezTo>
                      <a:cubicBezTo>
                        <a:pt x="232188" y="968311"/>
                        <a:pt x="220916" y="969804"/>
                        <a:pt x="209741" y="969804"/>
                      </a:cubicBezTo>
                      <a:cubicBezTo>
                        <a:pt x="187642" y="969804"/>
                        <a:pt x="165640" y="963866"/>
                        <a:pt x="146145" y="952595"/>
                      </a:cubicBezTo>
                      <a:cubicBezTo>
                        <a:pt x="126746" y="941388"/>
                        <a:pt x="110554" y="925227"/>
                        <a:pt x="99282" y="905764"/>
                      </a:cubicBezTo>
                      <a:cubicBezTo>
                        <a:pt x="88202" y="886682"/>
                        <a:pt x="82328" y="864584"/>
                        <a:pt x="82328" y="841978"/>
                      </a:cubicBezTo>
                      <a:cubicBezTo>
                        <a:pt x="82360" y="819309"/>
                        <a:pt x="88233" y="797147"/>
                        <a:pt x="99346" y="777906"/>
                      </a:cubicBezTo>
                      <a:lnTo>
                        <a:pt x="463994" y="146336"/>
                      </a:lnTo>
                      <a:cubicBezTo>
                        <a:pt x="481076" y="116744"/>
                        <a:pt x="508635" y="95599"/>
                        <a:pt x="541655" y="86773"/>
                      </a:cubicBezTo>
                      <a:cubicBezTo>
                        <a:pt x="552641" y="83820"/>
                        <a:pt x="563912" y="82328"/>
                        <a:pt x="575088" y="82328"/>
                      </a:cubicBezTo>
                      <a:moveTo>
                        <a:pt x="575088" y="0"/>
                      </a:moveTo>
                      <a:cubicBezTo>
                        <a:pt x="556832" y="0"/>
                        <a:pt x="538449" y="2413"/>
                        <a:pt x="520319" y="7239"/>
                      </a:cubicBezTo>
                      <a:cubicBezTo>
                        <a:pt x="466090" y="21780"/>
                        <a:pt x="420751" y="56547"/>
                        <a:pt x="392684" y="105156"/>
                      </a:cubicBezTo>
                      <a:lnTo>
                        <a:pt x="28035" y="736727"/>
                      </a:lnTo>
                      <a:cubicBezTo>
                        <a:pt x="9366" y="769080"/>
                        <a:pt x="32" y="805497"/>
                        <a:pt x="0" y="841915"/>
                      </a:cubicBezTo>
                      <a:cubicBezTo>
                        <a:pt x="32" y="878205"/>
                        <a:pt x="9271" y="914654"/>
                        <a:pt x="28099" y="947071"/>
                      </a:cubicBezTo>
                      <a:cubicBezTo>
                        <a:pt x="46482" y="978821"/>
                        <a:pt x="73057" y="1005459"/>
                        <a:pt x="104966" y="1023874"/>
                      </a:cubicBezTo>
                      <a:cubicBezTo>
                        <a:pt x="137351" y="1042575"/>
                        <a:pt x="173291" y="1052100"/>
                        <a:pt x="209709" y="1052100"/>
                      </a:cubicBezTo>
                      <a:cubicBezTo>
                        <a:pt x="227965" y="1052100"/>
                        <a:pt x="246348" y="1049687"/>
                        <a:pt x="264478" y="1044861"/>
                      </a:cubicBezTo>
                      <a:cubicBezTo>
                        <a:pt x="318707" y="1030319"/>
                        <a:pt x="364045" y="995553"/>
                        <a:pt x="392113" y="946944"/>
                      </a:cubicBezTo>
                      <a:lnTo>
                        <a:pt x="756762" y="315373"/>
                      </a:lnTo>
                      <a:cubicBezTo>
                        <a:pt x="784828" y="266763"/>
                        <a:pt x="792290" y="210090"/>
                        <a:pt x="777748" y="155861"/>
                      </a:cubicBezTo>
                      <a:cubicBezTo>
                        <a:pt x="763207" y="101631"/>
                        <a:pt x="728440" y="56293"/>
                        <a:pt x="679831" y="28225"/>
                      </a:cubicBezTo>
                      <a:cubicBezTo>
                        <a:pt x="647446" y="9556"/>
                        <a:pt x="611505" y="0"/>
                        <a:pt x="575088" y="0"/>
                      </a:cubicBezTo>
                      <a:lnTo>
                        <a:pt x="57508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5" name="Google Shape;535;p94"/>
                <p:cNvSpPr/>
                <p:nvPr/>
              </p:nvSpPr>
              <p:spPr>
                <a:xfrm>
                  <a:off x="13518900" y="177060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7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2"/>
                        <a:pt x="111188" y="495871"/>
                        <a:pt x="99568" y="475837"/>
                      </a:cubicBezTo>
                      <a:lnTo>
                        <a:pt x="99377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3" y="386842"/>
                        <a:pt x="99346" y="347472"/>
                      </a:cubicBezTo>
                      <a:lnTo>
                        <a:pt x="215487" y="146304"/>
                      </a:lnTo>
                      <a:cubicBezTo>
                        <a:pt x="232632" y="116618"/>
                        <a:pt x="260319" y="95440"/>
                        <a:pt x="293466" y="86646"/>
                      </a:cubicBezTo>
                      <a:cubicBezTo>
                        <a:pt x="304387" y="83757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40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7" y="620808"/>
                        <a:pt x="207232" y="620808"/>
                      </a:cubicBezTo>
                      <a:cubicBezTo>
                        <a:pt x="281432" y="620808"/>
                        <a:pt x="354712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7" y="28829"/>
                      </a:cubicBezTo>
                      <a:cubicBezTo>
                        <a:pt x="399637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6" name="Google Shape;536;p94"/>
                <p:cNvSpPr/>
                <p:nvPr/>
              </p:nvSpPr>
              <p:spPr>
                <a:xfrm>
                  <a:off x="10881176" y="5347080"/>
                  <a:ext cx="1109362" cy="1613567"/>
                </a:xfrm>
                <a:custGeom>
                  <a:rect b="b" l="l" r="r" t="t"/>
                  <a:pathLst>
                    <a:path extrusionOk="0" h="1613567" w="1109362">
                      <a:moveTo>
                        <a:pt x="899412" y="82296"/>
                      </a:moveTo>
                      <a:cubicBezTo>
                        <a:pt x="921509" y="82296"/>
                        <a:pt x="943512" y="88265"/>
                        <a:pt x="963039" y="99536"/>
                      </a:cubicBezTo>
                      <a:cubicBezTo>
                        <a:pt x="992630" y="116618"/>
                        <a:pt x="1013775" y="144209"/>
                        <a:pt x="1022634" y="177197"/>
                      </a:cubicBezTo>
                      <a:cubicBezTo>
                        <a:pt x="1031460" y="210185"/>
                        <a:pt x="1026920" y="244666"/>
                        <a:pt x="1009870" y="274257"/>
                      </a:cubicBezTo>
                      <a:lnTo>
                        <a:pt x="321053" y="1467295"/>
                      </a:lnTo>
                      <a:cubicBezTo>
                        <a:pt x="298289" y="1506760"/>
                        <a:pt x="255776" y="1531271"/>
                        <a:pt x="210119" y="1531271"/>
                      </a:cubicBezTo>
                      <a:lnTo>
                        <a:pt x="210087" y="1531271"/>
                      </a:lnTo>
                      <a:lnTo>
                        <a:pt x="210056" y="1531271"/>
                      </a:lnTo>
                      <a:cubicBezTo>
                        <a:pt x="187799" y="1531271"/>
                        <a:pt x="165764" y="1525334"/>
                        <a:pt x="146302" y="1514094"/>
                      </a:cubicBezTo>
                      <a:cubicBezTo>
                        <a:pt x="116711" y="1497013"/>
                        <a:pt x="95565" y="1469453"/>
                        <a:pt x="86739" y="1436434"/>
                      </a:cubicBezTo>
                      <a:cubicBezTo>
                        <a:pt x="77912" y="1403445"/>
                        <a:pt x="82453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0" y="95599"/>
                        <a:pt x="865979" y="86741"/>
                      </a:cubicBezTo>
                      <a:cubicBezTo>
                        <a:pt x="876996" y="83788"/>
                        <a:pt x="888236" y="82296"/>
                        <a:pt x="899412" y="82296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3" y="1585373"/>
                      </a:cubicBezTo>
                      <a:cubicBezTo>
                        <a:pt x="137062" y="1603820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87" y="1613567"/>
                        <a:pt x="210087" y="1613567"/>
                        <a:pt x="210119" y="1613567"/>
                      </a:cubicBezTo>
                      <a:cubicBezTo>
                        <a:pt x="285081" y="1613567"/>
                        <a:pt x="354899" y="1573276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09184" y="266732"/>
                        <a:pt x="1116645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87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37" name="Google Shape;537;p94"/>
              <p:cNvGrpSpPr/>
              <p:nvPr/>
            </p:nvGrpSpPr>
            <p:grpSpPr>
              <a:xfrm>
                <a:off x="11677181" y="-939831"/>
                <a:ext cx="5264652" cy="8810687"/>
                <a:chOff x="11677181" y="-939831"/>
                <a:chExt cx="5264652" cy="8810687"/>
              </a:xfrm>
            </p:grpSpPr>
            <p:sp>
              <p:nvSpPr>
                <p:cNvPr id="538" name="Google Shape;538;p94"/>
                <p:cNvSpPr/>
                <p:nvPr/>
              </p:nvSpPr>
              <p:spPr>
                <a:xfrm>
                  <a:off x="15517375" y="-93983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9"/>
                        <a:pt x="1337689" y="177197"/>
                      </a:cubicBezTo>
                      <a:cubicBezTo>
                        <a:pt x="1346515" y="210185"/>
                        <a:pt x="1341975" y="244666"/>
                        <a:pt x="1324894" y="274257"/>
                      </a:cubicBezTo>
                      <a:lnTo>
                        <a:pt x="321053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6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6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5" y="1885061"/>
                      </a:cubicBezTo>
                      <a:lnTo>
                        <a:pt x="1103437" y="146336"/>
                      </a:lnTo>
                      <a:cubicBezTo>
                        <a:pt x="1120518" y="116745"/>
                        <a:pt x="1148109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3" y="56579"/>
                        <a:pt x="1032126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228"/>
                        <a:pt x="7237" y="2003457"/>
                      </a:cubicBezTo>
                      <a:cubicBezTo>
                        <a:pt x="21778" y="2057686"/>
                        <a:pt x="56545" y="2103025"/>
                        <a:pt x="105153" y="2131092"/>
                      </a:cubicBezTo>
                      <a:cubicBezTo>
                        <a:pt x="137062" y="2149539"/>
                        <a:pt x="173320" y="2159286"/>
                        <a:pt x="210024" y="2159286"/>
                      </a:cubicBezTo>
                      <a:cubicBezTo>
                        <a:pt x="210055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3" y="2054130"/>
                      </a:cubicBezTo>
                      <a:lnTo>
                        <a:pt x="1396204" y="315405"/>
                      </a:lnTo>
                      <a:cubicBezTo>
                        <a:pt x="1424270" y="266764"/>
                        <a:pt x="1431732" y="210153"/>
                        <a:pt x="1417222" y="155893"/>
                      </a:cubicBezTo>
                      <a:cubicBezTo>
                        <a:pt x="1402681" y="101664"/>
                        <a:pt x="1367914" y="56325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39" name="Google Shape;539;p94"/>
                <p:cNvSpPr/>
                <p:nvPr/>
              </p:nvSpPr>
              <p:spPr>
                <a:xfrm>
                  <a:off x="13356438" y="3348735"/>
                  <a:ext cx="1109156" cy="1613661"/>
                </a:xfrm>
                <a:custGeom>
                  <a:rect b="b" l="l" r="r" t="t"/>
                  <a:pathLst>
                    <a:path extrusionOk="0" h="1613661" w="1109156">
                      <a:moveTo>
                        <a:pt x="899444" y="82296"/>
                      </a:moveTo>
                      <a:cubicBezTo>
                        <a:pt x="921541" y="82296"/>
                        <a:pt x="943513" y="88265"/>
                        <a:pt x="963039" y="99505"/>
                      </a:cubicBezTo>
                      <a:cubicBezTo>
                        <a:pt x="982407" y="110680"/>
                        <a:pt x="998535" y="126746"/>
                        <a:pt x="1009679" y="145923"/>
                      </a:cubicBezTo>
                      <a:lnTo>
                        <a:pt x="1009807" y="146145"/>
                      </a:lnTo>
                      <a:cubicBezTo>
                        <a:pt x="1032635" y="185674"/>
                        <a:pt x="1032635" y="234760"/>
                        <a:pt x="1009870" y="274225"/>
                      </a:cubicBezTo>
                      <a:lnTo>
                        <a:pt x="321086" y="1467263"/>
                      </a:lnTo>
                      <a:cubicBezTo>
                        <a:pt x="304004" y="1496854"/>
                        <a:pt x="276413" y="1518031"/>
                        <a:pt x="243425" y="1526858"/>
                      </a:cubicBezTo>
                      <a:cubicBezTo>
                        <a:pt x="232407" y="1529811"/>
                        <a:pt x="221169" y="1531303"/>
                        <a:pt x="209993" y="1531303"/>
                      </a:cubicBezTo>
                      <a:cubicBezTo>
                        <a:pt x="187895" y="1531303"/>
                        <a:pt x="165891" y="1525334"/>
                        <a:pt x="146397" y="1514094"/>
                      </a:cubicBezTo>
                      <a:cubicBezTo>
                        <a:pt x="116806" y="1497013"/>
                        <a:pt x="95629" y="1469422"/>
                        <a:pt x="86802" y="1436434"/>
                      </a:cubicBezTo>
                      <a:cubicBezTo>
                        <a:pt x="77976" y="1403414"/>
                        <a:pt x="82484" y="1368965"/>
                        <a:pt x="99598" y="1339374"/>
                      </a:cubicBezTo>
                      <a:lnTo>
                        <a:pt x="788382" y="146336"/>
                      </a:lnTo>
                      <a:cubicBezTo>
                        <a:pt x="805463" y="116745"/>
                        <a:pt x="833055" y="95567"/>
                        <a:pt x="866042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71"/>
                      </a:cubicBezTo>
                      <a:cubicBezTo>
                        <a:pt x="790446" y="21812"/>
                        <a:pt x="745138" y="56579"/>
                        <a:pt x="717040" y="105220"/>
                      </a:cubicBezTo>
                      <a:lnTo>
                        <a:pt x="28256" y="1298258"/>
                      </a:lnTo>
                      <a:cubicBezTo>
                        <a:pt x="188" y="1346867"/>
                        <a:pt x="-7273" y="1403541"/>
                        <a:pt x="7237" y="1457770"/>
                      </a:cubicBezTo>
                      <a:cubicBezTo>
                        <a:pt x="21747" y="1511998"/>
                        <a:pt x="56545" y="1557338"/>
                        <a:pt x="105186" y="1585405"/>
                      </a:cubicBezTo>
                      <a:cubicBezTo>
                        <a:pt x="137571" y="1604105"/>
                        <a:pt x="173512" y="1613662"/>
                        <a:pt x="209929" y="1613662"/>
                      </a:cubicBezTo>
                      <a:cubicBezTo>
                        <a:pt x="228185" y="1613662"/>
                        <a:pt x="246569" y="1611249"/>
                        <a:pt x="264666" y="1606423"/>
                      </a:cubicBezTo>
                      <a:cubicBezTo>
                        <a:pt x="318894" y="1591882"/>
                        <a:pt x="364202" y="1557115"/>
                        <a:pt x="392301" y="1508474"/>
                      </a:cubicBezTo>
                      <a:lnTo>
                        <a:pt x="1081085" y="315436"/>
                      </a:lnTo>
                      <a:cubicBezTo>
                        <a:pt x="1118519" y="250603"/>
                        <a:pt x="1118519" y="169990"/>
                        <a:pt x="1081053" y="105061"/>
                      </a:cubicBezTo>
                      <a:cubicBezTo>
                        <a:pt x="1081053" y="105029"/>
                        <a:pt x="1081022" y="104997"/>
                        <a:pt x="1081022" y="104997"/>
                      </a:cubicBezTo>
                      <a:cubicBezTo>
                        <a:pt x="1062670" y="73247"/>
                        <a:pt x="1036096" y="46705"/>
                        <a:pt x="1004155" y="28289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0" name="Google Shape;540;p94"/>
                <p:cNvSpPr/>
                <p:nvPr/>
              </p:nvSpPr>
              <p:spPr>
                <a:xfrm>
                  <a:off x="14348181" y="1968182"/>
                  <a:ext cx="914480" cy="1276476"/>
                </a:xfrm>
                <a:custGeom>
                  <a:rect b="b" l="l" r="r" t="t"/>
                  <a:pathLst>
                    <a:path extrusionOk="0" h="1276476" w="914480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04"/>
                      </a:cubicBezTo>
                      <a:cubicBezTo>
                        <a:pt x="787778" y="110712"/>
                        <a:pt x="803939" y="126841"/>
                        <a:pt x="815084" y="146113"/>
                      </a:cubicBezTo>
                      <a:lnTo>
                        <a:pt x="815274" y="146431"/>
                      </a:lnTo>
                      <a:lnTo>
                        <a:pt x="815306" y="146494"/>
                      </a:lnTo>
                      <a:cubicBezTo>
                        <a:pt x="837943" y="185960"/>
                        <a:pt x="837912" y="234886"/>
                        <a:pt x="815179" y="274225"/>
                      </a:cubicBezTo>
                      <a:lnTo>
                        <a:pt x="321053" y="1130078"/>
                      </a:lnTo>
                      <a:cubicBezTo>
                        <a:pt x="303972" y="1159669"/>
                        <a:pt x="276413" y="1180814"/>
                        <a:pt x="243393" y="1189672"/>
                      </a:cubicBezTo>
                      <a:cubicBezTo>
                        <a:pt x="232376" y="1192625"/>
                        <a:pt x="221136" y="1194117"/>
                        <a:pt x="209960" y="1194117"/>
                      </a:cubicBezTo>
                      <a:cubicBezTo>
                        <a:pt x="187862" y="1194117"/>
                        <a:pt x="165891" y="1188148"/>
                        <a:pt x="146365" y="1176877"/>
                      </a:cubicBezTo>
                      <a:cubicBezTo>
                        <a:pt x="116774" y="1159796"/>
                        <a:pt x="95628" y="1132237"/>
                        <a:pt x="86770" y="1099248"/>
                      </a:cubicBezTo>
                      <a:cubicBezTo>
                        <a:pt x="77944" y="1066228"/>
                        <a:pt x="82484" y="1031780"/>
                        <a:pt x="99565" y="1002189"/>
                      </a:cubicBezTo>
                      <a:lnTo>
                        <a:pt x="593691" y="146336"/>
                      </a:lnTo>
                      <a:cubicBezTo>
                        <a:pt x="610772" y="116745"/>
                        <a:pt x="638332" y="95599"/>
                        <a:pt x="671351" y="86741"/>
                      </a:cubicBezTo>
                      <a:cubicBezTo>
                        <a:pt x="682305" y="83820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8"/>
                        <a:pt x="522381" y="105219"/>
                      </a:cubicBezTo>
                      <a:lnTo>
                        <a:pt x="28255" y="961072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5" y="1248219"/>
                      </a:cubicBezTo>
                      <a:cubicBezTo>
                        <a:pt x="137570" y="1266920"/>
                        <a:pt x="173511" y="1276477"/>
                        <a:pt x="209928" y="1276477"/>
                      </a:cubicBezTo>
                      <a:cubicBezTo>
                        <a:pt x="228185" y="1276477"/>
                        <a:pt x="246568" y="1274064"/>
                        <a:pt x="264665" y="1269238"/>
                      </a:cubicBezTo>
                      <a:cubicBezTo>
                        <a:pt x="318894" y="1254697"/>
                        <a:pt x="364234" y="1219930"/>
                        <a:pt x="392301" y="1171289"/>
                      </a:cubicBezTo>
                      <a:lnTo>
                        <a:pt x="886426" y="315468"/>
                      </a:lnTo>
                      <a:cubicBezTo>
                        <a:pt x="923859" y="250635"/>
                        <a:pt x="923827" y="169989"/>
                        <a:pt x="886362" y="105092"/>
                      </a:cubicBezTo>
                      <a:cubicBezTo>
                        <a:pt x="886362" y="105061"/>
                        <a:pt x="886330" y="105029"/>
                        <a:pt x="886330" y="105029"/>
                      </a:cubicBezTo>
                      <a:cubicBezTo>
                        <a:pt x="867979" y="73279"/>
                        <a:pt x="841404" y="46736"/>
                        <a:pt x="809496" y="28321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1" name="Google Shape;541;p94"/>
                <p:cNvSpPr/>
                <p:nvPr/>
              </p:nvSpPr>
              <p:spPr>
                <a:xfrm>
                  <a:off x="12970302" y="5069617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9" y="82328"/>
                      </a:moveTo>
                      <a:cubicBezTo>
                        <a:pt x="315967" y="82328"/>
                        <a:pt x="335652" y="87313"/>
                        <a:pt x="353558" y="97123"/>
                      </a:cubicBezTo>
                      <a:cubicBezTo>
                        <a:pt x="373212" y="108014"/>
                        <a:pt x="389658" y="123635"/>
                        <a:pt x="401247" y="142462"/>
                      </a:cubicBezTo>
                      <a:lnTo>
                        <a:pt x="402898" y="145320"/>
                      </a:lnTo>
                      <a:cubicBezTo>
                        <a:pt x="425726" y="184817"/>
                        <a:pt x="425726" y="233871"/>
                        <a:pt x="402961" y="273336"/>
                      </a:cubicBezTo>
                      <a:lnTo>
                        <a:pt x="320856" y="415544"/>
                      </a:lnTo>
                      <a:cubicBezTo>
                        <a:pt x="303711" y="445262"/>
                        <a:pt x="276025" y="466439"/>
                        <a:pt x="242815" y="475234"/>
                      </a:cubicBezTo>
                      <a:cubicBezTo>
                        <a:pt x="231925" y="478123"/>
                        <a:pt x="220812" y="479616"/>
                        <a:pt x="209762" y="479616"/>
                      </a:cubicBezTo>
                      <a:cubicBezTo>
                        <a:pt x="187475" y="479616"/>
                        <a:pt x="165250" y="473520"/>
                        <a:pt x="145564" y="462058"/>
                      </a:cubicBezTo>
                      <a:cubicBezTo>
                        <a:pt x="84985" y="426657"/>
                        <a:pt x="64253" y="348424"/>
                        <a:pt x="99336" y="287687"/>
                      </a:cubicBezTo>
                      <a:lnTo>
                        <a:pt x="178774" y="150082"/>
                      </a:lnTo>
                      <a:cubicBezTo>
                        <a:pt x="202873" y="108267"/>
                        <a:pt x="247482" y="82328"/>
                        <a:pt x="295139" y="82328"/>
                      </a:cubicBezTo>
                      <a:moveTo>
                        <a:pt x="295139" y="0"/>
                      </a:moveTo>
                      <a:cubicBezTo>
                        <a:pt x="220907" y="0"/>
                        <a:pt x="147565" y="39434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2"/>
                        <a:pt x="4531" y="474917"/>
                        <a:pt x="104035" y="533051"/>
                      </a:cubicBezTo>
                      <a:cubicBezTo>
                        <a:pt x="136675" y="552101"/>
                        <a:pt x="172965" y="561880"/>
                        <a:pt x="209762" y="561880"/>
                      </a:cubicBezTo>
                      <a:cubicBezTo>
                        <a:pt x="227829" y="561880"/>
                        <a:pt x="246053" y="559530"/>
                        <a:pt x="263992" y="554736"/>
                      </a:cubicBezTo>
                      <a:cubicBezTo>
                        <a:pt x="318412" y="540322"/>
                        <a:pt x="363941" y="505492"/>
                        <a:pt x="392135" y="456661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53" y="8065"/>
                        <a:pt x="328635" y="0"/>
                        <a:pt x="295139" y="0"/>
                      </a:cubicBezTo>
                      <a:lnTo>
                        <a:pt x="29513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2" name="Google Shape;542;p94"/>
                <p:cNvSpPr/>
                <p:nvPr/>
              </p:nvSpPr>
              <p:spPr>
                <a:xfrm>
                  <a:off x="15146417" y="1300511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036" y="108363"/>
                        <a:pt x="390959" y="124809"/>
                        <a:pt x="402579" y="144717"/>
                      </a:cubicBezTo>
                      <a:lnTo>
                        <a:pt x="402643" y="144844"/>
                      </a:lnTo>
                      <a:lnTo>
                        <a:pt x="402929" y="145320"/>
                      </a:lnTo>
                      <a:cubicBezTo>
                        <a:pt x="425725" y="184849"/>
                        <a:pt x="425757" y="233871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9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3" name="Google Shape;543;p94"/>
                <p:cNvSpPr/>
                <p:nvPr/>
              </p:nvSpPr>
              <p:spPr>
                <a:xfrm>
                  <a:off x="11677181" y="5711571"/>
                  <a:ext cx="1424458" cy="2159285"/>
                </a:xfrm>
                <a:custGeom>
                  <a:rect b="b" l="l" r="r" t="t"/>
                  <a:pathLst>
                    <a:path extrusionOk="0" h="2159285" w="1424458">
                      <a:moveTo>
                        <a:pt x="1214499" y="82296"/>
                      </a:moveTo>
                      <a:cubicBezTo>
                        <a:pt x="1236597" y="82296"/>
                        <a:pt x="1258599" y="88265"/>
                        <a:pt x="1278094" y="99536"/>
                      </a:cubicBezTo>
                      <a:cubicBezTo>
                        <a:pt x="1307685" y="116618"/>
                        <a:pt x="1328831" y="144208"/>
                        <a:pt x="1337689" y="177197"/>
                      </a:cubicBezTo>
                      <a:cubicBezTo>
                        <a:pt x="1346515" y="210185"/>
                        <a:pt x="1341975" y="244665"/>
                        <a:pt x="1324894" y="274257"/>
                      </a:cubicBezTo>
                      <a:lnTo>
                        <a:pt x="321022" y="2012981"/>
                      </a:lnTo>
                      <a:cubicBezTo>
                        <a:pt x="298257" y="2052447"/>
                        <a:pt x="255744" y="2076958"/>
                        <a:pt x="210056" y="2076958"/>
                      </a:cubicBezTo>
                      <a:cubicBezTo>
                        <a:pt x="187799" y="2076958"/>
                        <a:pt x="165764" y="2071021"/>
                        <a:pt x="146302" y="2059781"/>
                      </a:cubicBezTo>
                      <a:cubicBezTo>
                        <a:pt x="116711" y="2042700"/>
                        <a:pt x="95565" y="2015141"/>
                        <a:pt x="86739" y="1982121"/>
                      </a:cubicBezTo>
                      <a:cubicBezTo>
                        <a:pt x="77912" y="1949133"/>
                        <a:pt x="82453" y="1914652"/>
                        <a:pt x="99534" y="1885061"/>
                      </a:cubicBezTo>
                      <a:lnTo>
                        <a:pt x="1103406" y="146336"/>
                      </a:lnTo>
                      <a:cubicBezTo>
                        <a:pt x="1120487" y="116744"/>
                        <a:pt x="1148077" y="95599"/>
                        <a:pt x="1181066" y="86741"/>
                      </a:cubicBezTo>
                      <a:cubicBezTo>
                        <a:pt x="1192083" y="83820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3" y="0"/>
                        <a:pt x="1177859" y="2413"/>
                        <a:pt x="1159762" y="7270"/>
                      </a:cubicBezTo>
                      <a:cubicBezTo>
                        <a:pt x="1105533" y="21812"/>
                        <a:pt x="1060194" y="56578"/>
                        <a:pt x="1032127" y="105220"/>
                      </a:cubicBezTo>
                      <a:lnTo>
                        <a:pt x="28255" y="1843944"/>
                      </a:lnTo>
                      <a:cubicBezTo>
                        <a:pt x="188" y="1892586"/>
                        <a:pt x="-7273" y="1949196"/>
                        <a:pt x="7237" y="2003456"/>
                      </a:cubicBezTo>
                      <a:cubicBezTo>
                        <a:pt x="21778" y="2057686"/>
                        <a:pt x="56544" y="2103025"/>
                        <a:pt x="105154" y="2131091"/>
                      </a:cubicBezTo>
                      <a:cubicBezTo>
                        <a:pt x="137062" y="2149538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29"/>
                      </a:cubicBezTo>
                      <a:lnTo>
                        <a:pt x="1396204" y="315404"/>
                      </a:lnTo>
                      <a:cubicBezTo>
                        <a:pt x="1424271" y="266763"/>
                        <a:pt x="1431732" y="210121"/>
                        <a:pt x="1417222" y="155892"/>
                      </a:cubicBezTo>
                      <a:cubicBezTo>
                        <a:pt x="1402681" y="101663"/>
                        <a:pt x="1367914" y="56324"/>
                        <a:pt x="1319274" y="28257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44" name="Google Shape;544;p94"/>
              <p:cNvGrpSpPr/>
              <p:nvPr/>
            </p:nvGrpSpPr>
            <p:grpSpPr>
              <a:xfrm>
                <a:off x="10976001" y="-533368"/>
                <a:ext cx="5070524" cy="8477249"/>
                <a:chOff x="10976001" y="-533368"/>
                <a:chExt cx="5070524" cy="8477249"/>
              </a:xfrm>
            </p:grpSpPr>
            <p:sp>
              <p:nvSpPr>
                <p:cNvPr id="545" name="Google Shape;545;p94"/>
                <p:cNvSpPr/>
                <p:nvPr/>
              </p:nvSpPr>
              <p:spPr>
                <a:xfrm>
                  <a:off x="15545525" y="-533368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328"/>
                      </a:moveTo>
                      <a:cubicBezTo>
                        <a:pt x="313160" y="82328"/>
                        <a:pt x="334908" y="88106"/>
                        <a:pt x="354054" y="99028"/>
                      </a:cubicBezTo>
                      <a:cubicBezTo>
                        <a:pt x="383836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87" y="455644"/>
                        <a:pt x="254264" y="480124"/>
                        <a:pt x="208797" y="480251"/>
                      </a:cubicBezTo>
                      <a:lnTo>
                        <a:pt x="208353" y="480251"/>
                      </a:lnTo>
                      <a:lnTo>
                        <a:pt x="208067" y="480251"/>
                      </a:lnTo>
                      <a:cubicBezTo>
                        <a:pt x="184921" y="480187"/>
                        <a:pt x="162125" y="473742"/>
                        <a:pt x="142122" y="461582"/>
                      </a:cubicBezTo>
                      <a:cubicBezTo>
                        <a:pt x="114119" y="444595"/>
                        <a:pt x="94212" y="416878"/>
                        <a:pt x="86147" y="383604"/>
                      </a:cubicBezTo>
                      <a:cubicBezTo>
                        <a:pt x="77892" y="349536"/>
                        <a:pt x="82972" y="314103"/>
                        <a:pt x="100467" y="283782"/>
                      </a:cubicBezTo>
                      <a:lnTo>
                        <a:pt x="179937" y="146145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39"/>
                        <a:pt x="99419" y="531940"/>
                      </a:cubicBezTo>
                      <a:cubicBezTo>
                        <a:pt x="132344" y="551942"/>
                        <a:pt x="169999" y="562515"/>
                        <a:pt x="208321" y="562547"/>
                      </a:cubicBezTo>
                      <a:cubicBezTo>
                        <a:pt x="208321" y="562547"/>
                        <a:pt x="208353" y="562547"/>
                        <a:pt x="208353" y="562547"/>
                      </a:cubicBezTo>
                      <a:cubicBezTo>
                        <a:pt x="208385" y="562547"/>
                        <a:pt x="208385" y="562547"/>
                        <a:pt x="208417" y="562547"/>
                      </a:cubicBezTo>
                      <a:cubicBezTo>
                        <a:pt x="283378" y="562547"/>
                        <a:pt x="353196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59"/>
                      </a:cubicBezTo>
                      <a:cubicBezTo>
                        <a:pt x="362118" y="8890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6" name="Google Shape;546;p94"/>
                <p:cNvSpPr/>
                <p:nvPr/>
              </p:nvSpPr>
              <p:spPr>
                <a:xfrm>
                  <a:off x="12074763" y="4424108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296"/>
                      </a:moveTo>
                      <a:cubicBezTo>
                        <a:pt x="921596" y="82296"/>
                        <a:pt x="943598" y="88233"/>
                        <a:pt x="963093" y="99504"/>
                      </a:cubicBezTo>
                      <a:cubicBezTo>
                        <a:pt x="982492" y="110712"/>
                        <a:pt x="998653" y="126873"/>
                        <a:pt x="1009893" y="146240"/>
                      </a:cubicBezTo>
                      <a:cubicBezTo>
                        <a:pt x="1021005" y="165449"/>
                        <a:pt x="1026910" y="187611"/>
                        <a:pt x="1026910" y="210376"/>
                      </a:cubicBezTo>
                      <a:cubicBezTo>
                        <a:pt x="1026974" y="232791"/>
                        <a:pt x="1021069" y="254857"/>
                        <a:pt x="1009924" y="274225"/>
                      </a:cubicBezTo>
                      <a:lnTo>
                        <a:pt x="321076" y="1467326"/>
                      </a:lnTo>
                      <a:cubicBezTo>
                        <a:pt x="303995" y="1496885"/>
                        <a:pt x="276404" y="1518063"/>
                        <a:pt x="243415" y="1526889"/>
                      </a:cubicBezTo>
                      <a:cubicBezTo>
                        <a:pt x="232398" y="1529842"/>
                        <a:pt x="221159" y="1531334"/>
                        <a:pt x="209951" y="1531334"/>
                      </a:cubicBezTo>
                      <a:cubicBezTo>
                        <a:pt x="187853" y="1531334"/>
                        <a:pt x="165850" y="1525397"/>
                        <a:pt x="146356" y="1514126"/>
                      </a:cubicBezTo>
                      <a:cubicBezTo>
                        <a:pt x="116797" y="1497044"/>
                        <a:pt x="95619" y="1469485"/>
                        <a:pt x="86793" y="1436465"/>
                      </a:cubicBezTo>
                      <a:cubicBezTo>
                        <a:pt x="77935" y="1403445"/>
                        <a:pt x="82475" y="1368996"/>
                        <a:pt x="99557" y="1339406"/>
                      </a:cubicBezTo>
                      <a:lnTo>
                        <a:pt x="788405" y="146304"/>
                      </a:lnTo>
                      <a:cubicBezTo>
                        <a:pt x="805486" y="116713"/>
                        <a:pt x="833044" y="95567"/>
                        <a:pt x="866065" y="86741"/>
                      </a:cubicBezTo>
                      <a:cubicBezTo>
                        <a:pt x="877050" y="83788"/>
                        <a:pt x="888322" y="82296"/>
                        <a:pt x="899498" y="82296"/>
                      </a:cubicBezTo>
                      <a:moveTo>
                        <a:pt x="899498" y="0"/>
                      </a:moveTo>
                      <a:cubicBezTo>
                        <a:pt x="881242" y="0"/>
                        <a:pt x="862858" y="2413"/>
                        <a:pt x="844729" y="7239"/>
                      </a:cubicBezTo>
                      <a:cubicBezTo>
                        <a:pt x="790500" y="21780"/>
                        <a:pt x="745161" y="56547"/>
                        <a:pt x="717094" y="105156"/>
                      </a:cubicBezTo>
                      <a:lnTo>
                        <a:pt x="28246" y="1298257"/>
                      </a:lnTo>
                      <a:cubicBezTo>
                        <a:pt x="179" y="1346867"/>
                        <a:pt x="-7283" y="1403540"/>
                        <a:pt x="7259" y="1457770"/>
                      </a:cubicBezTo>
                      <a:cubicBezTo>
                        <a:pt x="21801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5" y="1613630"/>
                        <a:pt x="246559" y="1611217"/>
                        <a:pt x="264688" y="1606391"/>
                      </a:cubicBezTo>
                      <a:cubicBezTo>
                        <a:pt x="318917" y="1591850"/>
                        <a:pt x="364256" y="1557083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7" y="210185"/>
                      </a:cubicBezTo>
                      <a:cubicBezTo>
                        <a:pt x="1109175" y="173894"/>
                        <a:pt x="1099840" y="137382"/>
                        <a:pt x="1081108" y="105029"/>
                      </a:cubicBezTo>
                      <a:cubicBezTo>
                        <a:pt x="1062724" y="73279"/>
                        <a:pt x="1036150" y="46672"/>
                        <a:pt x="1004241" y="28226"/>
                      </a:cubicBezTo>
                      <a:cubicBezTo>
                        <a:pt x="971856" y="9525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7" name="Google Shape;547;p94"/>
                <p:cNvSpPr/>
                <p:nvPr/>
              </p:nvSpPr>
              <p:spPr>
                <a:xfrm>
                  <a:off x="13066529" y="3267868"/>
                  <a:ext cx="785004" cy="1052163"/>
                </a:xfrm>
                <a:custGeom>
                  <a:rect b="b" l="l" r="r" t="t"/>
                  <a:pathLst>
                    <a:path extrusionOk="0" h="1052163" w="785004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763" y="110458"/>
                        <a:pt x="673574" y="125984"/>
                        <a:pt x="684655" y="144558"/>
                      </a:cubicBezTo>
                      <a:lnTo>
                        <a:pt x="684750" y="144748"/>
                      </a:lnTo>
                      <a:lnTo>
                        <a:pt x="685829" y="146558"/>
                      </a:lnTo>
                      <a:cubicBezTo>
                        <a:pt x="708435" y="186023"/>
                        <a:pt x="708404" y="234918"/>
                        <a:pt x="685671" y="274257"/>
                      </a:cubicBezTo>
                      <a:lnTo>
                        <a:pt x="321054" y="905764"/>
                      </a:lnTo>
                      <a:cubicBezTo>
                        <a:pt x="303973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7" y="969804"/>
                        <a:pt x="209929" y="969804"/>
                      </a:cubicBezTo>
                      <a:cubicBezTo>
                        <a:pt x="187831" y="969804"/>
                        <a:pt x="165860" y="963835"/>
                        <a:pt x="146333" y="952595"/>
                      </a:cubicBezTo>
                      <a:cubicBezTo>
                        <a:pt x="116742" y="935514"/>
                        <a:pt x="95565" y="907923"/>
                        <a:pt x="86739" y="874935"/>
                      </a:cubicBezTo>
                      <a:cubicBezTo>
                        <a:pt x="77912" y="841915"/>
                        <a:pt x="82453" y="807466"/>
                        <a:pt x="99534" y="777875"/>
                      </a:cubicBezTo>
                      <a:lnTo>
                        <a:pt x="464151" y="146336"/>
                      </a:lnTo>
                      <a:cubicBezTo>
                        <a:pt x="481232" y="116745"/>
                        <a:pt x="508791" y="95599"/>
                        <a:pt x="541812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7" y="2413"/>
                        <a:pt x="520507" y="7271"/>
                      </a:cubicBezTo>
                      <a:cubicBezTo>
                        <a:pt x="466278" y="21812"/>
                        <a:pt x="420939" y="56578"/>
                        <a:pt x="392873" y="105220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6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2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97" y="1044924"/>
                      </a:cubicBezTo>
                      <a:cubicBezTo>
                        <a:pt x="318927" y="1030383"/>
                        <a:pt x="364266" y="995616"/>
                        <a:pt x="392332" y="946976"/>
                      </a:cubicBezTo>
                      <a:lnTo>
                        <a:pt x="756950" y="315436"/>
                      </a:lnTo>
                      <a:cubicBezTo>
                        <a:pt x="794383" y="250603"/>
                        <a:pt x="794351" y="169990"/>
                        <a:pt x="756886" y="105061"/>
                      </a:cubicBezTo>
                      <a:cubicBezTo>
                        <a:pt x="756886" y="105029"/>
                        <a:pt x="756854" y="104997"/>
                        <a:pt x="756854" y="104997"/>
                      </a:cubicBezTo>
                      <a:cubicBezTo>
                        <a:pt x="738503" y="73247"/>
                        <a:pt x="711928" y="46736"/>
                        <a:pt x="680019" y="28289"/>
                      </a:cubicBezTo>
                      <a:cubicBezTo>
                        <a:pt x="647635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8" name="Google Shape;548;p94"/>
                <p:cNvSpPr/>
                <p:nvPr/>
              </p:nvSpPr>
              <p:spPr>
                <a:xfrm>
                  <a:off x="14119105" y="1372584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4" y="146463"/>
                      </a:lnTo>
                      <a:lnTo>
                        <a:pt x="727676" y="146812"/>
                      </a:lnTo>
                      <a:cubicBezTo>
                        <a:pt x="750155" y="186246"/>
                        <a:pt x="750059" y="235013"/>
                        <a:pt x="727390" y="274257"/>
                      </a:cubicBezTo>
                      <a:lnTo>
                        <a:pt x="321117" y="977932"/>
                      </a:lnTo>
                      <a:cubicBezTo>
                        <a:pt x="304035" y="1007523"/>
                        <a:pt x="276477" y="1028668"/>
                        <a:pt x="243457" y="1037527"/>
                      </a:cubicBezTo>
                      <a:cubicBezTo>
                        <a:pt x="232440" y="1040479"/>
                        <a:pt x="221168" y="1041972"/>
                        <a:pt x="209992" y="1041972"/>
                      </a:cubicBezTo>
                      <a:cubicBezTo>
                        <a:pt x="187894" y="1041972"/>
                        <a:pt x="165923" y="1036002"/>
                        <a:pt x="146397" y="1024731"/>
                      </a:cubicBezTo>
                      <a:cubicBezTo>
                        <a:pt x="116806" y="1007650"/>
                        <a:pt x="95629" y="980059"/>
                        <a:pt x="86802" y="947102"/>
                      </a:cubicBezTo>
                      <a:cubicBezTo>
                        <a:pt x="77975" y="914083"/>
                        <a:pt x="82516" y="879602"/>
                        <a:pt x="99597" y="850043"/>
                      </a:cubicBezTo>
                      <a:lnTo>
                        <a:pt x="505870" y="146368"/>
                      </a:lnTo>
                      <a:cubicBezTo>
                        <a:pt x="522952" y="116777"/>
                        <a:pt x="550511" y="95631"/>
                        <a:pt x="583531" y="86773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2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6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2" y="1124299"/>
                        <a:pt x="209929" y="1124299"/>
                      </a:cubicBezTo>
                      <a:cubicBezTo>
                        <a:pt x="228185" y="1124299"/>
                        <a:pt x="246568" y="1121886"/>
                        <a:pt x="264697" y="1117029"/>
                      </a:cubicBezTo>
                      <a:cubicBezTo>
                        <a:pt x="318927" y="1102487"/>
                        <a:pt x="364265" y="1067721"/>
                        <a:pt x="392332" y="1019080"/>
                      </a:cubicBezTo>
                      <a:lnTo>
                        <a:pt x="798605" y="315436"/>
                      </a:lnTo>
                      <a:cubicBezTo>
                        <a:pt x="836039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5029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49" name="Google Shape;549;p94"/>
                <p:cNvSpPr/>
                <p:nvPr/>
              </p:nvSpPr>
              <p:spPr>
                <a:xfrm>
                  <a:off x="13734303" y="2601880"/>
                  <a:ext cx="502306" cy="561848"/>
                </a:xfrm>
                <a:custGeom>
                  <a:rect b="b" l="l" r="r" t="t"/>
                  <a:pathLst>
                    <a:path extrusionOk="0" h="561848" w="502306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3654" y="108172"/>
                        <a:pt x="390291" y="124174"/>
                        <a:pt x="401912" y="143574"/>
                      </a:cubicBezTo>
                      <a:lnTo>
                        <a:pt x="402071" y="143891"/>
                      </a:lnTo>
                      <a:lnTo>
                        <a:pt x="403182" y="145764"/>
                      </a:lnTo>
                      <a:cubicBezTo>
                        <a:pt x="425725" y="185198"/>
                        <a:pt x="425661" y="234029"/>
                        <a:pt x="402960" y="273336"/>
                      </a:cubicBezTo>
                      <a:lnTo>
                        <a:pt x="320855" y="415576"/>
                      </a:lnTo>
                      <a:cubicBezTo>
                        <a:pt x="303710" y="445262"/>
                        <a:pt x="276023" y="466439"/>
                        <a:pt x="242876" y="475234"/>
                      </a:cubicBezTo>
                      <a:cubicBezTo>
                        <a:pt x="231955" y="478123"/>
                        <a:pt x="220810" y="479616"/>
                        <a:pt x="209730" y="479616"/>
                      </a:cubicBezTo>
                      <a:cubicBezTo>
                        <a:pt x="187441" y="479616"/>
                        <a:pt x="165248" y="473551"/>
                        <a:pt x="145595" y="462058"/>
                      </a:cubicBezTo>
                      <a:cubicBezTo>
                        <a:pt x="85015" y="426657"/>
                        <a:pt x="64251" y="348424"/>
                        <a:pt x="99335" y="287687"/>
                      </a:cubicBezTo>
                      <a:lnTo>
                        <a:pt x="178805" y="150051"/>
                      </a:lnTo>
                      <a:cubicBezTo>
                        <a:pt x="202872" y="108268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9"/>
                        <a:pt x="263991" y="554736"/>
                      </a:cubicBezTo>
                      <a:cubicBezTo>
                        <a:pt x="318473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4" y="104013"/>
                        <a:pt x="474144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7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0" name="Google Shape;550;p94"/>
                <p:cNvSpPr/>
                <p:nvPr/>
              </p:nvSpPr>
              <p:spPr>
                <a:xfrm>
                  <a:off x="14816164" y="109537"/>
                  <a:ext cx="859133" cy="1182973"/>
                </a:xfrm>
                <a:custGeom>
                  <a:rect b="b" l="l" r="r" t="t"/>
                  <a:pathLst>
                    <a:path extrusionOk="0" h="1182973" w="859133">
                      <a:moveTo>
                        <a:pt x="649361" y="82296"/>
                      </a:moveTo>
                      <a:cubicBezTo>
                        <a:pt x="671363" y="82296"/>
                        <a:pt x="693112" y="88075"/>
                        <a:pt x="712258" y="98997"/>
                      </a:cubicBezTo>
                      <a:cubicBezTo>
                        <a:pt x="742039" y="115983"/>
                        <a:pt x="763375" y="143574"/>
                        <a:pt x="772328" y="176657"/>
                      </a:cubicBezTo>
                      <a:cubicBezTo>
                        <a:pt x="781282" y="209772"/>
                        <a:pt x="776774" y="244348"/>
                        <a:pt x="759628" y="274034"/>
                      </a:cubicBezTo>
                      <a:lnTo>
                        <a:pt x="319351" y="1036638"/>
                      </a:lnTo>
                      <a:cubicBezTo>
                        <a:pt x="296619" y="1076008"/>
                        <a:pt x="254264" y="1100519"/>
                        <a:pt x="208734" y="1100614"/>
                      </a:cubicBezTo>
                      <a:lnTo>
                        <a:pt x="208385" y="1100614"/>
                      </a:lnTo>
                      <a:lnTo>
                        <a:pt x="207972" y="1100614"/>
                      </a:lnTo>
                      <a:cubicBezTo>
                        <a:pt x="184858" y="1100519"/>
                        <a:pt x="162125" y="1094073"/>
                        <a:pt x="142154" y="1081977"/>
                      </a:cubicBezTo>
                      <a:cubicBezTo>
                        <a:pt x="114151" y="1064990"/>
                        <a:pt x="94243" y="1037273"/>
                        <a:pt x="86179" y="1003999"/>
                      </a:cubicBezTo>
                      <a:cubicBezTo>
                        <a:pt x="77924" y="969931"/>
                        <a:pt x="83004" y="934498"/>
                        <a:pt x="100499" y="904177"/>
                      </a:cubicBezTo>
                      <a:lnTo>
                        <a:pt x="538140" y="146145"/>
                      </a:lnTo>
                      <a:cubicBezTo>
                        <a:pt x="560842" y="106744"/>
                        <a:pt x="603450" y="82296"/>
                        <a:pt x="649361" y="82296"/>
                      </a:cubicBezTo>
                      <a:moveTo>
                        <a:pt x="649361" y="0"/>
                      </a:moveTo>
                      <a:cubicBezTo>
                        <a:pt x="576590" y="0"/>
                        <a:pt x="505660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66"/>
                      </a:cubicBezTo>
                      <a:cubicBezTo>
                        <a:pt x="132343" y="1172369"/>
                        <a:pt x="169999" y="1182942"/>
                        <a:pt x="208322" y="1182973"/>
                      </a:cubicBezTo>
                      <a:cubicBezTo>
                        <a:pt x="208322" y="1182973"/>
                        <a:pt x="208353" y="1182973"/>
                        <a:pt x="208353" y="1182973"/>
                      </a:cubicBezTo>
                      <a:cubicBezTo>
                        <a:pt x="208385" y="1182973"/>
                        <a:pt x="208385" y="1182973"/>
                        <a:pt x="208385" y="1182973"/>
                      </a:cubicBezTo>
                      <a:cubicBezTo>
                        <a:pt x="283347" y="1182973"/>
                        <a:pt x="353165" y="1142683"/>
                        <a:pt x="390598" y="1077849"/>
                      </a:cubicBezTo>
                      <a:lnTo>
                        <a:pt x="830875" y="315246"/>
                      </a:lnTo>
                      <a:cubicBezTo>
                        <a:pt x="859038" y="266446"/>
                        <a:pt x="866468" y="209613"/>
                        <a:pt x="851735" y="155226"/>
                      </a:cubicBezTo>
                      <a:cubicBezTo>
                        <a:pt x="837003" y="100838"/>
                        <a:pt x="801951" y="55499"/>
                        <a:pt x="752993" y="27591"/>
                      </a:cubicBezTo>
                      <a:cubicBezTo>
                        <a:pt x="720322" y="8858"/>
                        <a:pt x="684603" y="0"/>
                        <a:pt x="649361" y="0"/>
                      </a:cubicBezTo>
                      <a:lnTo>
                        <a:pt x="64936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1" name="Google Shape;551;p94"/>
                <p:cNvSpPr/>
                <p:nvPr/>
              </p:nvSpPr>
              <p:spPr>
                <a:xfrm>
                  <a:off x="11705299" y="6118066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4"/>
                        <a:pt x="414157" y="176657"/>
                      </a:cubicBezTo>
                      <a:cubicBezTo>
                        <a:pt x="423110" y="209772"/>
                        <a:pt x="418602" y="244348"/>
                        <a:pt x="401457" y="274034"/>
                      </a:cubicBezTo>
                      <a:lnTo>
                        <a:pt x="319351" y="416243"/>
                      </a:lnTo>
                      <a:cubicBezTo>
                        <a:pt x="296555" y="455708"/>
                        <a:pt x="254073" y="480219"/>
                        <a:pt x="208417" y="480219"/>
                      </a:cubicBezTo>
                      <a:lnTo>
                        <a:pt x="207464" y="480219"/>
                      </a:lnTo>
                      <a:cubicBezTo>
                        <a:pt x="184509" y="480028"/>
                        <a:pt x="161967" y="473615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4" y="349536"/>
                        <a:pt x="83004" y="314103"/>
                        <a:pt x="100499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2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9" y="562578"/>
                        <a:pt x="353197" y="522288"/>
                        <a:pt x="390630" y="457454"/>
                      </a:cubicBezTo>
                      <a:lnTo>
                        <a:pt x="472736" y="315246"/>
                      </a:lnTo>
                      <a:cubicBezTo>
                        <a:pt x="500929" y="266446"/>
                        <a:pt x="508327" y="209614"/>
                        <a:pt x="493596" y="155226"/>
                      </a:cubicBezTo>
                      <a:cubicBezTo>
                        <a:pt x="478863" y="100838"/>
                        <a:pt x="443811" y="55499"/>
                        <a:pt x="394853" y="27559"/>
                      </a:cubicBezTo>
                      <a:cubicBezTo>
                        <a:pt x="362182" y="8858"/>
                        <a:pt x="326463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2" name="Google Shape;552;p94"/>
                <p:cNvSpPr/>
                <p:nvPr/>
              </p:nvSpPr>
              <p:spPr>
                <a:xfrm>
                  <a:off x="10976001" y="6760940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297"/>
                      </a:moveTo>
                      <a:cubicBezTo>
                        <a:pt x="671332" y="82297"/>
                        <a:pt x="693081" y="88074"/>
                        <a:pt x="712226" y="98997"/>
                      </a:cubicBezTo>
                      <a:cubicBezTo>
                        <a:pt x="742007" y="115983"/>
                        <a:pt x="763343" y="143573"/>
                        <a:pt x="772297" y="176657"/>
                      </a:cubicBezTo>
                      <a:cubicBezTo>
                        <a:pt x="781250" y="209772"/>
                        <a:pt x="776742" y="244348"/>
                        <a:pt x="759597" y="274034"/>
                      </a:cubicBezTo>
                      <a:lnTo>
                        <a:pt x="319320" y="1036638"/>
                      </a:lnTo>
                      <a:cubicBezTo>
                        <a:pt x="296523" y="1076103"/>
                        <a:pt x="254041" y="1100614"/>
                        <a:pt x="208385" y="1100614"/>
                      </a:cubicBezTo>
                      <a:lnTo>
                        <a:pt x="207782" y="1100614"/>
                      </a:lnTo>
                      <a:cubicBezTo>
                        <a:pt x="184731" y="1100487"/>
                        <a:pt x="162030" y="1094074"/>
                        <a:pt x="142091" y="1081945"/>
                      </a:cubicBezTo>
                      <a:cubicBezTo>
                        <a:pt x="114088" y="1064959"/>
                        <a:pt x="94212" y="1037241"/>
                        <a:pt x="86116" y="1003967"/>
                      </a:cubicBezTo>
                      <a:cubicBezTo>
                        <a:pt x="77861" y="969899"/>
                        <a:pt x="82941" y="934466"/>
                        <a:pt x="100435" y="904145"/>
                      </a:cubicBezTo>
                      <a:lnTo>
                        <a:pt x="538077" y="146114"/>
                      </a:lnTo>
                      <a:cubicBezTo>
                        <a:pt x="560810" y="106744"/>
                        <a:pt x="603419" y="82297"/>
                        <a:pt x="649329" y="82297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6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2" y="1182942"/>
                      </a:cubicBezTo>
                      <a:cubicBezTo>
                        <a:pt x="208353" y="1182942"/>
                        <a:pt x="208385" y="1182942"/>
                        <a:pt x="208417" y="1182942"/>
                      </a:cubicBezTo>
                      <a:cubicBezTo>
                        <a:pt x="283378" y="1182942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5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5" y="27560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53" name="Google Shape;553;p94"/>
              <p:cNvGrpSpPr/>
              <p:nvPr/>
            </p:nvGrpSpPr>
            <p:grpSpPr>
              <a:xfrm>
                <a:off x="5714115" y="-518350"/>
                <a:ext cx="4376536" cy="7272209"/>
                <a:chOff x="5714115" y="-518350"/>
                <a:chExt cx="4376536" cy="7272209"/>
              </a:xfrm>
            </p:grpSpPr>
            <p:sp>
              <p:nvSpPr>
                <p:cNvPr id="554" name="Google Shape;554;p94"/>
                <p:cNvSpPr/>
                <p:nvPr/>
              </p:nvSpPr>
              <p:spPr>
                <a:xfrm>
                  <a:off x="8562575" y="207486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247" y="82296"/>
                      </a:moveTo>
                      <a:cubicBezTo>
                        <a:pt x="921345" y="82296"/>
                        <a:pt x="943317" y="88265"/>
                        <a:pt x="962842" y="99536"/>
                      </a:cubicBezTo>
                      <a:cubicBezTo>
                        <a:pt x="992434" y="116618"/>
                        <a:pt x="1013611" y="144209"/>
                        <a:pt x="1022437" y="177165"/>
                      </a:cubicBezTo>
                      <a:cubicBezTo>
                        <a:pt x="1031264" y="210185"/>
                        <a:pt x="1026755" y="244666"/>
                        <a:pt x="1009674" y="274225"/>
                      </a:cubicBezTo>
                      <a:lnTo>
                        <a:pt x="320889" y="1467263"/>
                      </a:lnTo>
                      <a:cubicBezTo>
                        <a:pt x="303808" y="1496854"/>
                        <a:pt x="276217" y="1518031"/>
                        <a:pt x="243229" y="1526858"/>
                      </a:cubicBezTo>
                      <a:cubicBezTo>
                        <a:pt x="232212" y="1529810"/>
                        <a:pt x="220972" y="1531303"/>
                        <a:pt x="209764" y="1531303"/>
                      </a:cubicBezTo>
                      <a:cubicBezTo>
                        <a:pt x="187666" y="1531303"/>
                        <a:pt x="165695" y="1525334"/>
                        <a:pt x="146137" y="1514062"/>
                      </a:cubicBezTo>
                      <a:cubicBezTo>
                        <a:pt x="126802" y="1502918"/>
                        <a:pt x="110704" y="1486884"/>
                        <a:pt x="99560" y="1467739"/>
                      </a:cubicBezTo>
                      <a:lnTo>
                        <a:pt x="99401" y="1467453"/>
                      </a:lnTo>
                      <a:cubicBezTo>
                        <a:pt x="76573" y="1427893"/>
                        <a:pt x="76573" y="1378839"/>
                        <a:pt x="99338" y="1339374"/>
                      </a:cubicBezTo>
                      <a:lnTo>
                        <a:pt x="788122" y="146336"/>
                      </a:lnTo>
                      <a:cubicBezTo>
                        <a:pt x="805204" y="116745"/>
                        <a:pt x="832795" y="95599"/>
                        <a:pt x="865783" y="86741"/>
                      </a:cubicBezTo>
                      <a:cubicBezTo>
                        <a:pt x="876800" y="83820"/>
                        <a:pt x="888071" y="82296"/>
                        <a:pt x="899247" y="82296"/>
                      </a:cubicBezTo>
                      <a:moveTo>
                        <a:pt x="899247" y="0"/>
                      </a:moveTo>
                      <a:cubicBezTo>
                        <a:pt x="880991" y="0"/>
                        <a:pt x="862608" y="2413"/>
                        <a:pt x="844479" y="7271"/>
                      </a:cubicBezTo>
                      <a:cubicBezTo>
                        <a:pt x="790249" y="21812"/>
                        <a:pt x="744942" y="56579"/>
                        <a:pt x="716844" y="105220"/>
                      </a:cubicBezTo>
                      <a:lnTo>
                        <a:pt x="28059" y="1298226"/>
                      </a:lnTo>
                      <a:cubicBezTo>
                        <a:pt x="-9374" y="1363059"/>
                        <a:pt x="-9342" y="1443673"/>
                        <a:pt x="28091" y="1508601"/>
                      </a:cubicBezTo>
                      <a:cubicBezTo>
                        <a:pt x="28091" y="1508633"/>
                        <a:pt x="28123" y="1508665"/>
                        <a:pt x="28123" y="1508665"/>
                      </a:cubicBezTo>
                      <a:cubicBezTo>
                        <a:pt x="46474" y="1540415"/>
                        <a:pt x="73049" y="1566958"/>
                        <a:pt x="104989" y="1585373"/>
                      </a:cubicBezTo>
                      <a:cubicBezTo>
                        <a:pt x="137374" y="1604074"/>
                        <a:pt x="173315" y="1613630"/>
                        <a:pt x="209733" y="1613630"/>
                      </a:cubicBezTo>
                      <a:cubicBezTo>
                        <a:pt x="227989" y="1613630"/>
                        <a:pt x="246372" y="1611217"/>
                        <a:pt x="264470" y="1606391"/>
                      </a:cubicBezTo>
                      <a:cubicBezTo>
                        <a:pt x="318698" y="1591850"/>
                        <a:pt x="364038" y="1557084"/>
                        <a:pt x="392105" y="1508443"/>
                      </a:cubicBezTo>
                      <a:lnTo>
                        <a:pt x="1080889" y="315405"/>
                      </a:lnTo>
                      <a:cubicBezTo>
                        <a:pt x="1108956" y="266795"/>
                        <a:pt x="1116417" y="210153"/>
                        <a:pt x="1101908" y="155893"/>
                      </a:cubicBezTo>
                      <a:cubicBezTo>
                        <a:pt x="1087398" y="101664"/>
                        <a:pt x="1052568" y="56324"/>
                        <a:pt x="1003959" y="28258"/>
                      </a:cubicBezTo>
                      <a:cubicBezTo>
                        <a:pt x="971605" y="9557"/>
                        <a:pt x="935665" y="0"/>
                        <a:pt x="899247" y="0"/>
                      </a:cubicBezTo>
                      <a:lnTo>
                        <a:pt x="89924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5" name="Google Shape;555;p94"/>
                <p:cNvSpPr/>
                <p:nvPr/>
              </p:nvSpPr>
              <p:spPr>
                <a:xfrm>
                  <a:off x="7895023" y="1925256"/>
                  <a:ext cx="784975" cy="1052131"/>
                </a:xfrm>
                <a:custGeom>
                  <a:rect b="b" l="l" r="r" t="t"/>
                  <a:pathLst>
                    <a:path extrusionOk="0" h="1052131" w="784975">
                      <a:moveTo>
                        <a:pt x="575056" y="82296"/>
                      </a:moveTo>
                      <a:cubicBezTo>
                        <a:pt x="597154" y="82296"/>
                        <a:pt x="619157" y="88233"/>
                        <a:pt x="638651" y="99504"/>
                      </a:cubicBezTo>
                      <a:cubicBezTo>
                        <a:pt x="668211" y="116586"/>
                        <a:pt x="689388" y="144145"/>
                        <a:pt x="698214" y="177165"/>
                      </a:cubicBezTo>
                      <a:cubicBezTo>
                        <a:pt x="707073" y="210185"/>
                        <a:pt x="702532" y="244634"/>
                        <a:pt x="685451" y="274225"/>
                      </a:cubicBezTo>
                      <a:lnTo>
                        <a:pt x="320834" y="905796"/>
                      </a:lnTo>
                      <a:cubicBezTo>
                        <a:pt x="303752" y="935355"/>
                        <a:pt x="276161" y="956532"/>
                        <a:pt x="243173" y="965359"/>
                      </a:cubicBezTo>
                      <a:cubicBezTo>
                        <a:pt x="232156" y="968311"/>
                        <a:pt x="220885" y="969804"/>
                        <a:pt x="209709" y="969804"/>
                      </a:cubicBezTo>
                      <a:cubicBezTo>
                        <a:pt x="187611" y="969804"/>
                        <a:pt x="165608" y="963867"/>
                        <a:pt x="146114" y="952595"/>
                      </a:cubicBezTo>
                      <a:cubicBezTo>
                        <a:pt x="126714" y="941388"/>
                        <a:pt x="110522" y="925227"/>
                        <a:pt x="99251" y="905764"/>
                      </a:cubicBezTo>
                      <a:cubicBezTo>
                        <a:pt x="88170" y="886682"/>
                        <a:pt x="82296" y="864584"/>
                        <a:pt x="82296" y="841978"/>
                      </a:cubicBezTo>
                      <a:cubicBezTo>
                        <a:pt x="82328" y="819277"/>
                        <a:pt x="88202" y="797116"/>
                        <a:pt x="99282" y="777907"/>
                      </a:cubicBezTo>
                      <a:lnTo>
                        <a:pt x="463931" y="146336"/>
                      </a:lnTo>
                      <a:cubicBezTo>
                        <a:pt x="481013" y="116776"/>
                        <a:pt x="508603" y="95599"/>
                        <a:pt x="541592" y="86773"/>
                      </a:cubicBezTo>
                      <a:cubicBezTo>
                        <a:pt x="552609" y="83788"/>
                        <a:pt x="563880" y="82296"/>
                        <a:pt x="575056" y="82296"/>
                      </a:cubicBezTo>
                      <a:moveTo>
                        <a:pt x="575056" y="0"/>
                      </a:moveTo>
                      <a:cubicBezTo>
                        <a:pt x="556800" y="0"/>
                        <a:pt x="538417" y="2413"/>
                        <a:pt x="520287" y="7239"/>
                      </a:cubicBezTo>
                      <a:cubicBezTo>
                        <a:pt x="466058" y="21780"/>
                        <a:pt x="420719" y="56547"/>
                        <a:pt x="392652" y="105156"/>
                      </a:cubicBezTo>
                      <a:lnTo>
                        <a:pt x="28035" y="736759"/>
                      </a:lnTo>
                      <a:cubicBezTo>
                        <a:pt x="9366" y="769112"/>
                        <a:pt x="32" y="805529"/>
                        <a:pt x="0" y="841947"/>
                      </a:cubicBezTo>
                      <a:cubicBezTo>
                        <a:pt x="32" y="878237"/>
                        <a:pt x="9271" y="914686"/>
                        <a:pt x="28099" y="947102"/>
                      </a:cubicBezTo>
                      <a:cubicBezTo>
                        <a:pt x="46482" y="978852"/>
                        <a:pt x="73057" y="1005491"/>
                        <a:pt x="104965" y="1023906"/>
                      </a:cubicBezTo>
                      <a:cubicBezTo>
                        <a:pt x="137351" y="1042607"/>
                        <a:pt x="173292" y="1052132"/>
                        <a:pt x="209709" y="1052132"/>
                      </a:cubicBezTo>
                      <a:cubicBezTo>
                        <a:pt x="227965" y="1052132"/>
                        <a:pt x="246348" y="1049719"/>
                        <a:pt x="264477" y="1044892"/>
                      </a:cubicBezTo>
                      <a:cubicBezTo>
                        <a:pt x="318707" y="1030351"/>
                        <a:pt x="364045" y="995585"/>
                        <a:pt x="392113" y="946976"/>
                      </a:cubicBezTo>
                      <a:lnTo>
                        <a:pt x="756730" y="315373"/>
                      </a:lnTo>
                      <a:cubicBezTo>
                        <a:pt x="784797" y="266764"/>
                        <a:pt x="792258" y="210090"/>
                        <a:pt x="777716" y="155861"/>
                      </a:cubicBezTo>
                      <a:cubicBezTo>
                        <a:pt x="763175" y="101632"/>
                        <a:pt x="728408" y="56293"/>
                        <a:pt x="679799" y="28226"/>
                      </a:cubicBezTo>
                      <a:cubicBezTo>
                        <a:pt x="647414" y="9557"/>
                        <a:pt x="611473" y="0"/>
                        <a:pt x="575056" y="0"/>
                      </a:cubicBezTo>
                      <a:lnTo>
                        <a:pt x="57505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6" name="Google Shape;556;p94"/>
                <p:cNvSpPr/>
                <p:nvPr/>
              </p:nvSpPr>
              <p:spPr>
                <a:xfrm>
                  <a:off x="9554310" y="-518350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1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1" y="470789"/>
                      </a:lnTo>
                      <a:cubicBezTo>
                        <a:pt x="299402" y="512540"/>
                        <a:pt x="254826" y="538480"/>
                        <a:pt x="207232" y="538480"/>
                      </a:cubicBezTo>
                      <a:cubicBezTo>
                        <a:pt x="186373" y="538480"/>
                        <a:pt x="166656" y="533495"/>
                        <a:pt x="148685" y="523621"/>
                      </a:cubicBezTo>
                      <a:cubicBezTo>
                        <a:pt x="128175" y="512381"/>
                        <a:pt x="111188" y="495840"/>
                        <a:pt x="99536" y="475805"/>
                      </a:cubicBezTo>
                      <a:lnTo>
                        <a:pt x="99346" y="475488"/>
                      </a:lnTo>
                      <a:lnTo>
                        <a:pt x="99219" y="475266"/>
                      </a:lnTo>
                      <a:cubicBezTo>
                        <a:pt x="76549" y="435800"/>
                        <a:pt x="76581" y="386874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3" y="86646"/>
                      </a:cubicBezTo>
                      <a:cubicBezTo>
                        <a:pt x="304387" y="83756"/>
                        <a:pt x="315532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1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1" y="516731"/>
                      </a:cubicBezTo>
                      <a:cubicBezTo>
                        <a:pt x="28131" y="516763"/>
                        <a:pt x="28162" y="516795"/>
                        <a:pt x="28162" y="516795"/>
                      </a:cubicBezTo>
                      <a:cubicBezTo>
                        <a:pt x="47339" y="549974"/>
                        <a:pt x="75311" y="577279"/>
                        <a:pt x="109125" y="595821"/>
                      </a:cubicBezTo>
                      <a:cubicBezTo>
                        <a:pt x="140018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80" y="511969"/>
                      </a:cubicBezTo>
                      <a:lnTo>
                        <a:pt x="508286" y="315405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15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7" name="Google Shape;557;p94"/>
                <p:cNvSpPr/>
                <p:nvPr/>
              </p:nvSpPr>
              <p:spPr>
                <a:xfrm>
                  <a:off x="6916586" y="3058096"/>
                  <a:ext cx="1109340" cy="1613566"/>
                </a:xfrm>
                <a:custGeom>
                  <a:rect b="b" l="l" r="r" t="t"/>
                  <a:pathLst>
                    <a:path extrusionOk="0" h="1613566" w="1109340">
                      <a:moveTo>
                        <a:pt x="899412" y="82328"/>
                      </a:moveTo>
                      <a:cubicBezTo>
                        <a:pt x="921510" y="82328"/>
                        <a:pt x="943512" y="88297"/>
                        <a:pt x="963039" y="99568"/>
                      </a:cubicBezTo>
                      <a:cubicBezTo>
                        <a:pt x="992630" y="116649"/>
                        <a:pt x="1013775" y="144240"/>
                        <a:pt x="1022633" y="177229"/>
                      </a:cubicBezTo>
                      <a:cubicBezTo>
                        <a:pt x="1031460" y="210217"/>
                        <a:pt x="1026920" y="244697"/>
                        <a:pt x="1009838" y="274288"/>
                      </a:cubicBezTo>
                      <a:lnTo>
                        <a:pt x="321022" y="1467294"/>
                      </a:lnTo>
                      <a:cubicBezTo>
                        <a:pt x="298321" y="1506601"/>
                        <a:pt x="256061" y="1531080"/>
                        <a:pt x="210595" y="1531271"/>
                      </a:cubicBezTo>
                      <a:lnTo>
                        <a:pt x="210056" y="1531271"/>
                      </a:lnTo>
                      <a:lnTo>
                        <a:pt x="209833" y="1531271"/>
                      </a:lnTo>
                      <a:cubicBezTo>
                        <a:pt x="187640" y="1531239"/>
                        <a:pt x="165669" y="1525302"/>
                        <a:pt x="146302" y="1514094"/>
                      </a:cubicBezTo>
                      <a:cubicBezTo>
                        <a:pt x="116711" y="1497013"/>
                        <a:pt x="95565" y="1469454"/>
                        <a:pt x="86739" y="1436434"/>
                      </a:cubicBezTo>
                      <a:cubicBezTo>
                        <a:pt x="77912" y="1403445"/>
                        <a:pt x="82452" y="1368965"/>
                        <a:pt x="99534" y="1339374"/>
                      </a:cubicBezTo>
                      <a:lnTo>
                        <a:pt x="788318" y="146336"/>
                      </a:lnTo>
                      <a:cubicBezTo>
                        <a:pt x="805400" y="116745"/>
                        <a:pt x="832991" y="95599"/>
                        <a:pt x="865979" y="86741"/>
                      </a:cubicBezTo>
                      <a:cubicBezTo>
                        <a:pt x="876996" y="83820"/>
                        <a:pt x="888236" y="82328"/>
                        <a:pt x="899412" y="82328"/>
                      </a:cubicBezTo>
                      <a:moveTo>
                        <a:pt x="899412" y="0"/>
                      </a:moveTo>
                      <a:cubicBezTo>
                        <a:pt x="881155" y="0"/>
                        <a:pt x="862772" y="2413"/>
                        <a:pt x="844675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67"/>
                        <a:pt x="-7273" y="1403509"/>
                        <a:pt x="7237" y="1457738"/>
                      </a:cubicBezTo>
                      <a:cubicBezTo>
                        <a:pt x="21778" y="1511967"/>
                        <a:pt x="56544" y="1557306"/>
                        <a:pt x="105154" y="1585373"/>
                      </a:cubicBezTo>
                      <a:cubicBezTo>
                        <a:pt x="137062" y="1603819"/>
                        <a:pt x="173321" y="1613567"/>
                        <a:pt x="210024" y="1613567"/>
                      </a:cubicBezTo>
                      <a:cubicBezTo>
                        <a:pt x="210024" y="1613567"/>
                        <a:pt x="210056" y="1613567"/>
                        <a:pt x="210056" y="1613567"/>
                      </a:cubicBezTo>
                      <a:cubicBezTo>
                        <a:pt x="210056" y="1613567"/>
                        <a:pt x="210087" y="1613567"/>
                        <a:pt x="210087" y="1613567"/>
                      </a:cubicBezTo>
                      <a:cubicBezTo>
                        <a:pt x="285017" y="1613567"/>
                        <a:pt x="354867" y="1573276"/>
                        <a:pt x="392301" y="1508411"/>
                      </a:cubicBezTo>
                      <a:lnTo>
                        <a:pt x="1081085" y="315373"/>
                      </a:lnTo>
                      <a:cubicBezTo>
                        <a:pt x="1109152" y="266732"/>
                        <a:pt x="1116613" y="210090"/>
                        <a:pt x="1102104" y="155861"/>
                      </a:cubicBezTo>
                      <a:cubicBezTo>
                        <a:pt x="1087562" y="101632"/>
                        <a:pt x="1052796" y="56293"/>
                        <a:pt x="1004155" y="28226"/>
                      </a:cubicBezTo>
                      <a:cubicBezTo>
                        <a:pt x="971802" y="9557"/>
                        <a:pt x="935829" y="0"/>
                        <a:pt x="899412" y="0"/>
                      </a:cubicBezTo>
                      <a:lnTo>
                        <a:pt x="8994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8" name="Google Shape;558;p94"/>
                <p:cNvSpPr/>
                <p:nvPr/>
              </p:nvSpPr>
              <p:spPr>
                <a:xfrm>
                  <a:off x="6133027" y="4752466"/>
                  <a:ext cx="914512" cy="1276413"/>
                </a:xfrm>
                <a:custGeom>
                  <a:rect b="b" l="l" r="r" t="t"/>
                  <a:pathLst>
                    <a:path extrusionOk="0" h="1276413" w="914512">
                      <a:moveTo>
                        <a:pt x="704752" y="82296"/>
                      </a:moveTo>
                      <a:cubicBezTo>
                        <a:pt x="726850" y="82296"/>
                        <a:pt x="748821" y="88265"/>
                        <a:pt x="768348" y="99536"/>
                      </a:cubicBezTo>
                      <a:cubicBezTo>
                        <a:pt x="787175" y="110395"/>
                        <a:pt x="802923" y="125857"/>
                        <a:pt x="814004" y="144336"/>
                      </a:cubicBezTo>
                      <a:lnTo>
                        <a:pt x="814036" y="144399"/>
                      </a:lnTo>
                      <a:lnTo>
                        <a:pt x="815274" y="146495"/>
                      </a:lnTo>
                      <a:cubicBezTo>
                        <a:pt x="837944" y="185992"/>
                        <a:pt x="837912" y="234918"/>
                        <a:pt x="815179" y="274288"/>
                      </a:cubicBezTo>
                      <a:lnTo>
                        <a:pt x="321054" y="1130142"/>
                      </a:lnTo>
                      <a:cubicBezTo>
                        <a:pt x="303972" y="1159732"/>
                        <a:pt x="276413" y="1180878"/>
                        <a:pt x="243393" y="1189736"/>
                      </a:cubicBezTo>
                      <a:cubicBezTo>
                        <a:pt x="232376" y="1192689"/>
                        <a:pt x="221136" y="1194181"/>
                        <a:pt x="209960" y="1194181"/>
                      </a:cubicBezTo>
                      <a:cubicBezTo>
                        <a:pt x="187862" y="1194181"/>
                        <a:pt x="165891" y="1188212"/>
                        <a:pt x="146365" y="1176941"/>
                      </a:cubicBezTo>
                      <a:cubicBezTo>
                        <a:pt x="116774" y="1159859"/>
                        <a:pt x="95597" y="1132269"/>
                        <a:pt x="86770" y="1099280"/>
                      </a:cubicBezTo>
                      <a:cubicBezTo>
                        <a:pt x="77944" y="1066261"/>
                        <a:pt x="82484" y="1031811"/>
                        <a:pt x="99566" y="1002221"/>
                      </a:cubicBezTo>
                      <a:lnTo>
                        <a:pt x="593691" y="146367"/>
                      </a:lnTo>
                      <a:cubicBezTo>
                        <a:pt x="610772" y="116777"/>
                        <a:pt x="638331" y="95631"/>
                        <a:pt x="671351" y="86773"/>
                      </a:cubicBezTo>
                      <a:cubicBezTo>
                        <a:pt x="682337" y="83788"/>
                        <a:pt x="693576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49984" y="7271"/>
                      </a:cubicBezTo>
                      <a:cubicBezTo>
                        <a:pt x="595755" y="21812"/>
                        <a:pt x="550416" y="56579"/>
                        <a:pt x="522349" y="105220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5" y="1248156"/>
                      </a:cubicBezTo>
                      <a:cubicBezTo>
                        <a:pt x="137570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97" y="1269143"/>
                      </a:cubicBezTo>
                      <a:cubicBezTo>
                        <a:pt x="318926" y="1254601"/>
                        <a:pt x="364265" y="1219835"/>
                        <a:pt x="392332" y="1171194"/>
                      </a:cubicBezTo>
                      <a:lnTo>
                        <a:pt x="886458" y="315341"/>
                      </a:lnTo>
                      <a:cubicBezTo>
                        <a:pt x="923891" y="250508"/>
                        <a:pt x="923859" y="169894"/>
                        <a:pt x="886394" y="104966"/>
                      </a:cubicBezTo>
                      <a:cubicBezTo>
                        <a:pt x="886394" y="104934"/>
                        <a:pt x="886362" y="104902"/>
                        <a:pt x="886362" y="104902"/>
                      </a:cubicBezTo>
                      <a:cubicBezTo>
                        <a:pt x="868011" y="73152"/>
                        <a:pt x="841436" y="46641"/>
                        <a:pt x="809527" y="28194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59" name="Google Shape;559;p94"/>
                <p:cNvSpPr/>
                <p:nvPr/>
              </p:nvSpPr>
              <p:spPr>
                <a:xfrm>
                  <a:off x="5714115" y="6133052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581" y="82296"/>
                      </a:moveTo>
                      <a:cubicBezTo>
                        <a:pt x="348869" y="82296"/>
                        <a:pt x="371062" y="88360"/>
                        <a:pt x="390716" y="99854"/>
                      </a:cubicBezTo>
                      <a:cubicBezTo>
                        <a:pt x="451295" y="135255"/>
                        <a:pt x="472059" y="213487"/>
                        <a:pt x="436975" y="274225"/>
                      </a:cubicBezTo>
                      <a:lnTo>
                        <a:pt x="323469" y="470789"/>
                      </a:lnTo>
                      <a:cubicBezTo>
                        <a:pt x="299371" y="512540"/>
                        <a:pt x="254794" y="538480"/>
                        <a:pt x="207201" y="538480"/>
                      </a:cubicBezTo>
                      <a:cubicBezTo>
                        <a:pt x="186341" y="538480"/>
                        <a:pt x="166624" y="533495"/>
                        <a:pt x="148654" y="523621"/>
                      </a:cubicBezTo>
                      <a:cubicBezTo>
                        <a:pt x="128270" y="512445"/>
                        <a:pt x="111347" y="496030"/>
                        <a:pt x="99727" y="476154"/>
                      </a:cubicBezTo>
                      <a:lnTo>
                        <a:pt x="99409" y="475615"/>
                      </a:lnTo>
                      <a:lnTo>
                        <a:pt x="99060" y="475012"/>
                      </a:lnTo>
                      <a:cubicBezTo>
                        <a:pt x="76549" y="435578"/>
                        <a:pt x="76613" y="386778"/>
                        <a:pt x="99314" y="347472"/>
                      </a:cubicBezTo>
                      <a:lnTo>
                        <a:pt x="215456" y="146304"/>
                      </a:lnTo>
                      <a:cubicBezTo>
                        <a:pt x="232601" y="116618"/>
                        <a:pt x="260287" y="95440"/>
                        <a:pt x="293434" y="86645"/>
                      </a:cubicBezTo>
                      <a:cubicBezTo>
                        <a:pt x="304387" y="83757"/>
                        <a:pt x="315532" y="82296"/>
                        <a:pt x="326581" y="82296"/>
                      </a:cubicBezTo>
                      <a:moveTo>
                        <a:pt x="326581" y="0"/>
                      </a:moveTo>
                      <a:cubicBezTo>
                        <a:pt x="308483" y="0"/>
                        <a:pt x="290290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9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2"/>
                        <a:pt x="28131" y="516731"/>
                      </a:cubicBezTo>
                      <a:cubicBezTo>
                        <a:pt x="28131" y="516763"/>
                        <a:pt x="28162" y="516794"/>
                        <a:pt x="28162" y="516794"/>
                      </a:cubicBezTo>
                      <a:cubicBezTo>
                        <a:pt x="47339" y="549973"/>
                        <a:pt x="75311" y="577278"/>
                        <a:pt x="109125" y="595821"/>
                      </a:cubicBezTo>
                      <a:cubicBezTo>
                        <a:pt x="140018" y="612775"/>
                        <a:pt x="173736" y="620807"/>
                        <a:pt x="207232" y="620807"/>
                      </a:cubicBezTo>
                      <a:cubicBezTo>
                        <a:pt x="281432" y="620807"/>
                        <a:pt x="354711" y="581374"/>
                        <a:pt x="394780" y="511968"/>
                      </a:cubicBezTo>
                      <a:lnTo>
                        <a:pt x="508286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37" y="9747"/>
                        <a:pt x="363379" y="0"/>
                        <a:pt x="326581" y="0"/>
                      </a:cubicBezTo>
                      <a:lnTo>
                        <a:pt x="326581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60" name="Google Shape;560;p94"/>
              <p:cNvGrpSpPr/>
              <p:nvPr/>
            </p:nvGrpSpPr>
            <p:grpSpPr>
              <a:xfrm>
                <a:off x="6543364" y="-320770"/>
                <a:ext cx="4754706" cy="7927878"/>
                <a:chOff x="6543364" y="-320770"/>
                <a:chExt cx="4754706" cy="7927878"/>
              </a:xfrm>
            </p:grpSpPr>
            <p:sp>
              <p:nvSpPr>
                <p:cNvPr id="561" name="Google Shape;561;p94"/>
                <p:cNvSpPr/>
                <p:nvPr/>
              </p:nvSpPr>
              <p:spPr>
                <a:xfrm>
                  <a:off x="9391847" y="1059783"/>
                  <a:ext cx="1109144" cy="1613630"/>
                </a:xfrm>
                <a:custGeom>
                  <a:rect b="b" l="l" r="r" t="t"/>
                  <a:pathLst>
                    <a:path extrusionOk="0" h="1613630" w="1109144">
                      <a:moveTo>
                        <a:pt x="899444" y="82296"/>
                      </a:moveTo>
                      <a:cubicBezTo>
                        <a:pt x="921541" y="82296"/>
                        <a:pt x="943544" y="88265"/>
                        <a:pt x="963038" y="99504"/>
                      </a:cubicBezTo>
                      <a:cubicBezTo>
                        <a:pt x="982375" y="110680"/>
                        <a:pt x="998503" y="126682"/>
                        <a:pt x="1009616" y="145860"/>
                      </a:cubicBezTo>
                      <a:lnTo>
                        <a:pt x="1009775" y="146145"/>
                      </a:lnTo>
                      <a:cubicBezTo>
                        <a:pt x="1032603" y="185674"/>
                        <a:pt x="1032603" y="234760"/>
                        <a:pt x="1009838" y="274225"/>
                      </a:cubicBezTo>
                      <a:lnTo>
                        <a:pt x="321054" y="1467263"/>
                      </a:lnTo>
                      <a:cubicBezTo>
                        <a:pt x="303972" y="1496854"/>
                        <a:pt x="276382" y="1517999"/>
                        <a:pt x="243393" y="1526858"/>
                      </a:cubicBezTo>
                      <a:cubicBezTo>
                        <a:pt x="232376" y="1529810"/>
                        <a:pt x="221136" y="1531303"/>
                        <a:pt x="209960" y="1531303"/>
                      </a:cubicBezTo>
                      <a:cubicBezTo>
                        <a:pt x="187863" y="1531303"/>
                        <a:pt x="165860" y="1525334"/>
                        <a:pt x="146365" y="1514094"/>
                      </a:cubicBezTo>
                      <a:cubicBezTo>
                        <a:pt x="116774" y="1497012"/>
                        <a:pt x="95597" y="1469422"/>
                        <a:pt x="86770" y="1436434"/>
                      </a:cubicBezTo>
                      <a:cubicBezTo>
                        <a:pt x="77944" y="1403414"/>
                        <a:pt x="82452" y="1368965"/>
                        <a:pt x="99566" y="1339374"/>
                      </a:cubicBezTo>
                      <a:lnTo>
                        <a:pt x="788350" y="146336"/>
                      </a:lnTo>
                      <a:cubicBezTo>
                        <a:pt x="805432" y="116745"/>
                        <a:pt x="833022" y="95568"/>
                        <a:pt x="866011" y="86741"/>
                      </a:cubicBezTo>
                      <a:cubicBezTo>
                        <a:pt x="876996" y="83788"/>
                        <a:pt x="888267" y="82296"/>
                        <a:pt x="899444" y="82296"/>
                      </a:cubicBezTo>
                      <a:moveTo>
                        <a:pt x="899444" y="0"/>
                      </a:moveTo>
                      <a:cubicBezTo>
                        <a:pt x="881187" y="0"/>
                        <a:pt x="862804" y="2413"/>
                        <a:pt x="844675" y="7239"/>
                      </a:cubicBezTo>
                      <a:cubicBezTo>
                        <a:pt x="790446" y="21780"/>
                        <a:pt x="745138" y="56547"/>
                        <a:pt x="717040" y="105188"/>
                      </a:cubicBezTo>
                      <a:lnTo>
                        <a:pt x="28255" y="1298226"/>
                      </a:lnTo>
                      <a:cubicBezTo>
                        <a:pt x="188" y="1346835"/>
                        <a:pt x="-7273" y="1403509"/>
                        <a:pt x="7237" y="1457738"/>
                      </a:cubicBezTo>
                      <a:cubicBezTo>
                        <a:pt x="21746" y="1511967"/>
                        <a:pt x="56545" y="1557306"/>
                        <a:pt x="105185" y="1585373"/>
                      </a:cubicBezTo>
                      <a:cubicBezTo>
                        <a:pt x="137570" y="1604074"/>
                        <a:pt x="173511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66" y="1606391"/>
                      </a:cubicBezTo>
                      <a:cubicBezTo>
                        <a:pt x="318894" y="1591850"/>
                        <a:pt x="364234" y="1557084"/>
                        <a:pt x="392301" y="1508443"/>
                      </a:cubicBezTo>
                      <a:lnTo>
                        <a:pt x="1081085" y="315405"/>
                      </a:lnTo>
                      <a:cubicBezTo>
                        <a:pt x="1118519" y="250571"/>
                        <a:pt x="1118487" y="169958"/>
                        <a:pt x="1081053" y="105029"/>
                      </a:cubicBezTo>
                      <a:cubicBezTo>
                        <a:pt x="1081053" y="104997"/>
                        <a:pt x="1081022" y="104965"/>
                        <a:pt x="1081022" y="104965"/>
                      </a:cubicBezTo>
                      <a:cubicBezTo>
                        <a:pt x="1062670" y="73215"/>
                        <a:pt x="1036095" y="46672"/>
                        <a:pt x="1004187" y="28257"/>
                      </a:cubicBezTo>
                      <a:cubicBezTo>
                        <a:pt x="971802" y="9557"/>
                        <a:pt x="935861" y="0"/>
                        <a:pt x="899444" y="0"/>
                      </a:cubicBezTo>
                      <a:lnTo>
                        <a:pt x="89944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2" name="Google Shape;562;p94"/>
                <p:cNvSpPr/>
                <p:nvPr/>
              </p:nvSpPr>
              <p:spPr>
                <a:xfrm>
                  <a:off x="10383590" y="-320770"/>
                  <a:ext cx="914480" cy="1276445"/>
                </a:xfrm>
                <a:custGeom>
                  <a:rect b="b" l="l" r="r" t="t"/>
                  <a:pathLst>
                    <a:path extrusionOk="0" h="1276445" w="914480">
                      <a:moveTo>
                        <a:pt x="704752" y="82296"/>
                      </a:moveTo>
                      <a:cubicBezTo>
                        <a:pt x="726851" y="82296"/>
                        <a:pt x="748821" y="88265"/>
                        <a:pt x="768348" y="99504"/>
                      </a:cubicBezTo>
                      <a:cubicBezTo>
                        <a:pt x="787779" y="110712"/>
                        <a:pt x="803939" y="126841"/>
                        <a:pt x="815084" y="146114"/>
                      </a:cubicBezTo>
                      <a:lnTo>
                        <a:pt x="815211" y="146304"/>
                      </a:lnTo>
                      <a:lnTo>
                        <a:pt x="815242" y="146336"/>
                      </a:lnTo>
                      <a:lnTo>
                        <a:pt x="815242" y="146336"/>
                      </a:lnTo>
                      <a:lnTo>
                        <a:pt x="815401" y="146590"/>
                      </a:lnTo>
                      <a:cubicBezTo>
                        <a:pt x="837944" y="186055"/>
                        <a:pt x="837880" y="234887"/>
                        <a:pt x="815179" y="274193"/>
                      </a:cubicBezTo>
                      <a:lnTo>
                        <a:pt x="321022" y="1130078"/>
                      </a:lnTo>
                      <a:cubicBezTo>
                        <a:pt x="303940" y="1159669"/>
                        <a:pt x="276382" y="1180814"/>
                        <a:pt x="243361" y="1189673"/>
                      </a:cubicBezTo>
                      <a:cubicBezTo>
                        <a:pt x="232344" y="1192625"/>
                        <a:pt x="221105" y="1194118"/>
                        <a:pt x="209929" y="1194118"/>
                      </a:cubicBezTo>
                      <a:cubicBezTo>
                        <a:pt x="187831" y="1194118"/>
                        <a:pt x="165860" y="1188149"/>
                        <a:pt x="146302" y="1176877"/>
                      </a:cubicBezTo>
                      <a:cubicBezTo>
                        <a:pt x="116711" y="1159796"/>
                        <a:pt x="95565" y="1132237"/>
                        <a:pt x="86707" y="1099249"/>
                      </a:cubicBezTo>
                      <a:cubicBezTo>
                        <a:pt x="77880" y="1066229"/>
                        <a:pt x="82421" y="1031780"/>
                        <a:pt x="99502" y="1002189"/>
                      </a:cubicBezTo>
                      <a:lnTo>
                        <a:pt x="593627" y="146336"/>
                      </a:lnTo>
                      <a:cubicBezTo>
                        <a:pt x="610709" y="116777"/>
                        <a:pt x="638268" y="95599"/>
                        <a:pt x="671288" y="86741"/>
                      </a:cubicBezTo>
                      <a:cubicBezTo>
                        <a:pt x="682305" y="83788"/>
                        <a:pt x="693577" y="82296"/>
                        <a:pt x="704752" y="82296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71"/>
                      </a:cubicBezTo>
                      <a:cubicBezTo>
                        <a:pt x="595786" y="21812"/>
                        <a:pt x="550447" y="56579"/>
                        <a:pt x="522380" y="105220"/>
                      </a:cubicBezTo>
                      <a:lnTo>
                        <a:pt x="28255" y="961041"/>
                      </a:lnTo>
                      <a:cubicBezTo>
                        <a:pt x="188" y="1009650"/>
                        <a:pt x="-7273" y="1066324"/>
                        <a:pt x="7237" y="1120553"/>
                      </a:cubicBezTo>
                      <a:cubicBezTo>
                        <a:pt x="21778" y="1174814"/>
                        <a:pt x="56545" y="1220121"/>
                        <a:pt x="105185" y="1248188"/>
                      </a:cubicBezTo>
                      <a:cubicBezTo>
                        <a:pt x="137570" y="1266889"/>
                        <a:pt x="173511" y="1276445"/>
                        <a:pt x="209929" y="1276445"/>
                      </a:cubicBezTo>
                      <a:cubicBezTo>
                        <a:pt x="228185" y="1276445"/>
                        <a:pt x="246568" y="1274032"/>
                        <a:pt x="264666" y="1269206"/>
                      </a:cubicBezTo>
                      <a:cubicBezTo>
                        <a:pt x="318895" y="1254665"/>
                        <a:pt x="364234" y="1219899"/>
                        <a:pt x="392301" y="1171258"/>
                      </a:cubicBezTo>
                      <a:lnTo>
                        <a:pt x="886426" y="315405"/>
                      </a:lnTo>
                      <a:cubicBezTo>
                        <a:pt x="923859" y="250571"/>
                        <a:pt x="923827" y="169926"/>
                        <a:pt x="886363" y="105029"/>
                      </a:cubicBezTo>
                      <a:cubicBezTo>
                        <a:pt x="886363" y="104997"/>
                        <a:pt x="886331" y="104965"/>
                        <a:pt x="886331" y="104965"/>
                      </a:cubicBezTo>
                      <a:cubicBezTo>
                        <a:pt x="867979" y="73215"/>
                        <a:pt x="841404" y="46672"/>
                        <a:pt x="809496" y="28258"/>
                      </a:cubicBezTo>
                      <a:cubicBezTo>
                        <a:pt x="777111" y="9557"/>
                        <a:pt x="741170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3" name="Google Shape;563;p94"/>
                <p:cNvSpPr/>
                <p:nvPr/>
              </p:nvSpPr>
              <p:spPr>
                <a:xfrm>
                  <a:off x="9005711" y="2780664"/>
                  <a:ext cx="502318" cy="561879"/>
                </a:xfrm>
                <a:custGeom>
                  <a:rect b="b" l="l" r="r" t="t"/>
                  <a:pathLst>
                    <a:path extrusionOk="0" h="561879" w="502318">
                      <a:moveTo>
                        <a:pt x="295138" y="82296"/>
                      </a:moveTo>
                      <a:cubicBezTo>
                        <a:pt x="315966" y="82296"/>
                        <a:pt x="335619" y="87281"/>
                        <a:pt x="353558" y="97092"/>
                      </a:cubicBezTo>
                      <a:cubicBezTo>
                        <a:pt x="373243" y="107982"/>
                        <a:pt x="389690" y="123635"/>
                        <a:pt x="401279" y="142462"/>
                      </a:cubicBezTo>
                      <a:lnTo>
                        <a:pt x="402898" y="145256"/>
                      </a:lnTo>
                      <a:cubicBezTo>
                        <a:pt x="425726" y="184753"/>
                        <a:pt x="425726" y="233807"/>
                        <a:pt x="402961" y="273272"/>
                      </a:cubicBezTo>
                      <a:lnTo>
                        <a:pt x="320856" y="415480"/>
                      </a:lnTo>
                      <a:cubicBezTo>
                        <a:pt x="303711" y="445199"/>
                        <a:pt x="276025" y="466376"/>
                        <a:pt x="242814" y="475170"/>
                      </a:cubicBezTo>
                      <a:cubicBezTo>
                        <a:pt x="231924" y="478060"/>
                        <a:pt x="220812" y="479552"/>
                        <a:pt x="209762" y="479552"/>
                      </a:cubicBezTo>
                      <a:cubicBezTo>
                        <a:pt x="187474" y="479552"/>
                        <a:pt x="165249" y="473456"/>
                        <a:pt x="145564" y="461963"/>
                      </a:cubicBezTo>
                      <a:cubicBezTo>
                        <a:pt x="84985" y="426561"/>
                        <a:pt x="64252" y="348329"/>
                        <a:pt x="99336" y="287592"/>
                      </a:cubicBezTo>
                      <a:lnTo>
                        <a:pt x="178774" y="149987"/>
                      </a:lnTo>
                      <a:cubicBezTo>
                        <a:pt x="202873" y="108268"/>
                        <a:pt x="247481" y="82296"/>
                        <a:pt x="295138" y="82296"/>
                      </a:cubicBezTo>
                      <a:moveTo>
                        <a:pt x="295138" y="0"/>
                      </a:moveTo>
                      <a:cubicBezTo>
                        <a:pt x="220907" y="0"/>
                        <a:pt x="147564" y="39433"/>
                        <a:pt x="107496" y="108871"/>
                      </a:cubicBezTo>
                      <a:lnTo>
                        <a:pt x="28057" y="246475"/>
                      </a:lnTo>
                      <a:cubicBezTo>
                        <a:pt x="-29632" y="346393"/>
                        <a:pt x="4531" y="474917"/>
                        <a:pt x="104035" y="533051"/>
                      </a:cubicBezTo>
                      <a:cubicBezTo>
                        <a:pt x="136706" y="552101"/>
                        <a:pt x="172964" y="561880"/>
                        <a:pt x="209762" y="561880"/>
                      </a:cubicBezTo>
                      <a:cubicBezTo>
                        <a:pt x="227828" y="561880"/>
                        <a:pt x="246053" y="559530"/>
                        <a:pt x="263992" y="554736"/>
                      </a:cubicBezTo>
                      <a:cubicBezTo>
                        <a:pt x="318411" y="540322"/>
                        <a:pt x="363941" y="505492"/>
                        <a:pt x="392135" y="456660"/>
                      </a:cubicBezTo>
                      <a:lnTo>
                        <a:pt x="474240" y="314452"/>
                      </a:lnTo>
                      <a:cubicBezTo>
                        <a:pt x="511705" y="249555"/>
                        <a:pt x="511673" y="169005"/>
                        <a:pt x="474176" y="104108"/>
                      </a:cubicBezTo>
                      <a:cubicBezTo>
                        <a:pt x="474176" y="104108"/>
                        <a:pt x="474176" y="104108"/>
                        <a:pt x="474145" y="103949"/>
                      </a:cubicBezTo>
                      <a:cubicBezTo>
                        <a:pt x="454968" y="70898"/>
                        <a:pt x="426901" y="43561"/>
                        <a:pt x="393246" y="24987"/>
                      </a:cubicBezTo>
                      <a:cubicBezTo>
                        <a:pt x="362321" y="8033"/>
                        <a:pt x="328635" y="0"/>
                        <a:pt x="295138" y="0"/>
                      </a:cubicBezTo>
                      <a:lnTo>
                        <a:pt x="29513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4" name="Google Shape;564;p94"/>
                <p:cNvSpPr/>
                <p:nvPr/>
              </p:nvSpPr>
              <p:spPr>
                <a:xfrm>
                  <a:off x="7712590" y="3422618"/>
                  <a:ext cx="1424459" cy="2159285"/>
                </a:xfrm>
                <a:custGeom>
                  <a:rect b="b" l="l" r="r" t="t"/>
                  <a:pathLst>
                    <a:path extrusionOk="0" h="2159285" w="1424459">
                      <a:moveTo>
                        <a:pt x="1214499" y="82296"/>
                      </a:moveTo>
                      <a:cubicBezTo>
                        <a:pt x="1236597" y="82296"/>
                        <a:pt x="1258600" y="88265"/>
                        <a:pt x="1278126" y="99536"/>
                      </a:cubicBezTo>
                      <a:cubicBezTo>
                        <a:pt x="1307717" y="116618"/>
                        <a:pt x="1328862" y="144209"/>
                        <a:pt x="1337721" y="177197"/>
                      </a:cubicBezTo>
                      <a:cubicBezTo>
                        <a:pt x="1346547" y="210185"/>
                        <a:pt x="1342007" y="244666"/>
                        <a:pt x="1324925" y="274257"/>
                      </a:cubicBezTo>
                      <a:lnTo>
                        <a:pt x="321054" y="2012982"/>
                      </a:lnTo>
                      <a:cubicBezTo>
                        <a:pt x="298289" y="2052447"/>
                        <a:pt x="255776" y="2076958"/>
                        <a:pt x="210119" y="2076958"/>
                      </a:cubicBezTo>
                      <a:lnTo>
                        <a:pt x="209707" y="2076958"/>
                      </a:lnTo>
                      <a:cubicBezTo>
                        <a:pt x="187577" y="2076895"/>
                        <a:pt x="165669" y="2070957"/>
                        <a:pt x="146333" y="2059781"/>
                      </a:cubicBezTo>
                      <a:cubicBezTo>
                        <a:pt x="116742" y="2042700"/>
                        <a:pt x="95597" y="2015141"/>
                        <a:pt x="86770" y="1982121"/>
                      </a:cubicBezTo>
                      <a:cubicBezTo>
                        <a:pt x="77944" y="1949133"/>
                        <a:pt x="82484" y="1914652"/>
                        <a:pt x="99566" y="1885061"/>
                      </a:cubicBezTo>
                      <a:lnTo>
                        <a:pt x="1103437" y="146336"/>
                      </a:lnTo>
                      <a:cubicBezTo>
                        <a:pt x="1120519" y="116745"/>
                        <a:pt x="1148110" y="95599"/>
                        <a:pt x="1181098" y="86741"/>
                      </a:cubicBezTo>
                      <a:cubicBezTo>
                        <a:pt x="1192083" y="83788"/>
                        <a:pt x="1203323" y="82296"/>
                        <a:pt x="1214499" y="82296"/>
                      </a:cubicBezTo>
                      <a:moveTo>
                        <a:pt x="1214499" y="0"/>
                      </a:moveTo>
                      <a:cubicBezTo>
                        <a:pt x="1196242" y="0"/>
                        <a:pt x="1177859" y="2413"/>
                        <a:pt x="1159762" y="7271"/>
                      </a:cubicBezTo>
                      <a:cubicBezTo>
                        <a:pt x="1105533" y="21812"/>
                        <a:pt x="1060194" y="56579"/>
                        <a:pt x="1032127" y="105220"/>
                      </a:cubicBezTo>
                      <a:lnTo>
                        <a:pt x="28255" y="1843945"/>
                      </a:lnTo>
                      <a:cubicBezTo>
                        <a:pt x="188" y="1892586"/>
                        <a:pt x="-7273" y="1949196"/>
                        <a:pt x="7237" y="2003457"/>
                      </a:cubicBezTo>
                      <a:cubicBezTo>
                        <a:pt x="21778" y="2057686"/>
                        <a:pt x="56544" y="2103025"/>
                        <a:pt x="105154" y="2131092"/>
                      </a:cubicBezTo>
                      <a:cubicBezTo>
                        <a:pt x="137062" y="2149539"/>
                        <a:pt x="173321" y="2159286"/>
                        <a:pt x="210024" y="2159286"/>
                      </a:cubicBezTo>
                      <a:cubicBezTo>
                        <a:pt x="210056" y="2159286"/>
                        <a:pt x="210087" y="2159286"/>
                        <a:pt x="210119" y="2159286"/>
                      </a:cubicBezTo>
                      <a:cubicBezTo>
                        <a:pt x="285081" y="2159254"/>
                        <a:pt x="354899" y="2118995"/>
                        <a:pt x="392332" y="2054130"/>
                      </a:cubicBezTo>
                      <a:lnTo>
                        <a:pt x="1396204" y="315404"/>
                      </a:lnTo>
                      <a:cubicBezTo>
                        <a:pt x="1424271" y="266764"/>
                        <a:pt x="1431732" y="210122"/>
                        <a:pt x="1417222" y="155892"/>
                      </a:cubicBezTo>
                      <a:cubicBezTo>
                        <a:pt x="1402681" y="101664"/>
                        <a:pt x="1367915" y="56324"/>
                        <a:pt x="1319274" y="28258"/>
                      </a:cubicBezTo>
                      <a:cubicBezTo>
                        <a:pt x="1286857" y="9557"/>
                        <a:pt x="1250916" y="0"/>
                        <a:pt x="1214499" y="0"/>
                      </a:cubicBezTo>
                      <a:lnTo>
                        <a:pt x="121449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5" name="Google Shape;565;p94"/>
                <p:cNvSpPr/>
                <p:nvPr/>
              </p:nvSpPr>
              <p:spPr>
                <a:xfrm>
                  <a:off x="6543364" y="6330632"/>
                  <a:ext cx="914512" cy="1276476"/>
                </a:xfrm>
                <a:custGeom>
                  <a:rect b="b" l="l" r="r" t="t"/>
                  <a:pathLst>
                    <a:path extrusionOk="0" h="1276476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0" y="110744"/>
                        <a:pt x="803971" y="126873"/>
                        <a:pt x="815115" y="146145"/>
                      </a:cubicBezTo>
                      <a:lnTo>
                        <a:pt x="815370" y="146590"/>
                      </a:lnTo>
                      <a:cubicBezTo>
                        <a:pt x="837976" y="186055"/>
                        <a:pt x="837912" y="234918"/>
                        <a:pt x="815211" y="274257"/>
                      </a:cubicBezTo>
                      <a:lnTo>
                        <a:pt x="321085" y="1130110"/>
                      </a:lnTo>
                      <a:cubicBezTo>
                        <a:pt x="304004" y="1159700"/>
                        <a:pt x="276445" y="1180846"/>
                        <a:pt x="243425" y="1189705"/>
                      </a:cubicBezTo>
                      <a:cubicBezTo>
                        <a:pt x="232408" y="1192657"/>
                        <a:pt x="221136" y="1194149"/>
                        <a:pt x="209960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7"/>
                        <a:pt x="95597" y="1132237"/>
                        <a:pt x="86770" y="1099249"/>
                      </a:cubicBezTo>
                      <a:cubicBezTo>
                        <a:pt x="77944" y="1066228"/>
                        <a:pt x="82452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2" y="116777"/>
                        <a:pt x="638332" y="95599"/>
                        <a:pt x="671351" y="86741"/>
                      </a:cubicBezTo>
                      <a:cubicBezTo>
                        <a:pt x="682369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5" y="2413"/>
                        <a:pt x="650015" y="7270"/>
                      </a:cubicBezTo>
                      <a:cubicBezTo>
                        <a:pt x="595786" y="21812"/>
                        <a:pt x="550447" y="56578"/>
                        <a:pt x="522380" y="105220"/>
                      </a:cubicBezTo>
                      <a:lnTo>
                        <a:pt x="28255" y="961073"/>
                      </a:lnTo>
                      <a:cubicBezTo>
                        <a:pt x="188" y="1009681"/>
                        <a:pt x="-7273" y="1066356"/>
                        <a:pt x="7237" y="1120585"/>
                      </a:cubicBezTo>
                      <a:cubicBezTo>
                        <a:pt x="21778" y="1174845"/>
                        <a:pt x="56544" y="1220152"/>
                        <a:pt x="105185" y="1248220"/>
                      </a:cubicBezTo>
                      <a:cubicBezTo>
                        <a:pt x="137570" y="1266920"/>
                        <a:pt x="173511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7" y="1269206"/>
                      </a:cubicBezTo>
                      <a:cubicBezTo>
                        <a:pt x="318926" y="1254665"/>
                        <a:pt x="364265" y="1219899"/>
                        <a:pt x="392332" y="1171258"/>
                      </a:cubicBezTo>
                      <a:lnTo>
                        <a:pt x="886458" y="315404"/>
                      </a:lnTo>
                      <a:cubicBezTo>
                        <a:pt x="923891" y="250571"/>
                        <a:pt x="923859" y="169926"/>
                        <a:pt x="886394" y="105029"/>
                      </a:cubicBezTo>
                      <a:cubicBezTo>
                        <a:pt x="886394" y="104997"/>
                        <a:pt x="886362" y="104965"/>
                        <a:pt x="886362" y="104965"/>
                      </a:cubicBezTo>
                      <a:cubicBezTo>
                        <a:pt x="868011" y="73215"/>
                        <a:pt x="841436" y="46704"/>
                        <a:pt x="809527" y="28258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6" name="Google Shape;566;p94"/>
                <p:cNvSpPr/>
                <p:nvPr/>
              </p:nvSpPr>
              <p:spPr>
                <a:xfrm>
                  <a:off x="7341632" y="5662961"/>
                  <a:ext cx="502273" cy="561847"/>
                </a:xfrm>
                <a:custGeom>
                  <a:rect b="b" l="l" r="r" t="t"/>
                  <a:pathLst>
                    <a:path extrusionOk="0" h="561847" w="502273">
                      <a:moveTo>
                        <a:pt x="295074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4" y="108458"/>
                        <a:pt x="391244" y="125063"/>
                        <a:pt x="402865" y="145193"/>
                      </a:cubicBezTo>
                      <a:lnTo>
                        <a:pt x="403150" y="145669"/>
                      </a:lnTo>
                      <a:cubicBezTo>
                        <a:pt x="425725" y="185103"/>
                        <a:pt x="425661" y="233966"/>
                        <a:pt x="402960" y="273304"/>
                      </a:cubicBezTo>
                      <a:lnTo>
                        <a:pt x="320855" y="415544"/>
                      </a:lnTo>
                      <a:cubicBezTo>
                        <a:pt x="303709" y="445230"/>
                        <a:pt x="276024" y="466408"/>
                        <a:pt x="242877" y="475202"/>
                      </a:cubicBezTo>
                      <a:cubicBezTo>
                        <a:pt x="231955" y="478091"/>
                        <a:pt x="220810" y="479584"/>
                        <a:pt x="209730" y="479584"/>
                      </a:cubicBezTo>
                      <a:cubicBezTo>
                        <a:pt x="187441" y="479584"/>
                        <a:pt x="165248" y="473520"/>
                        <a:pt x="145594" y="462026"/>
                      </a:cubicBezTo>
                      <a:cubicBezTo>
                        <a:pt x="85015" y="426625"/>
                        <a:pt x="64251" y="348393"/>
                        <a:pt x="99335" y="287655"/>
                      </a:cubicBezTo>
                      <a:lnTo>
                        <a:pt x="178805" y="150019"/>
                      </a:lnTo>
                      <a:cubicBezTo>
                        <a:pt x="202871" y="108236"/>
                        <a:pt x="247449" y="82328"/>
                        <a:pt x="295074" y="82328"/>
                      </a:cubicBezTo>
                      <a:moveTo>
                        <a:pt x="295074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3" y="552101"/>
                        <a:pt x="172963" y="561848"/>
                        <a:pt x="209730" y="561848"/>
                      </a:cubicBezTo>
                      <a:cubicBezTo>
                        <a:pt x="227827" y="561848"/>
                        <a:pt x="246020" y="559498"/>
                        <a:pt x="263959" y="554736"/>
                      </a:cubicBezTo>
                      <a:cubicBezTo>
                        <a:pt x="318410" y="540290"/>
                        <a:pt x="363939" y="505460"/>
                        <a:pt x="392102" y="456660"/>
                      </a:cubicBezTo>
                      <a:lnTo>
                        <a:pt x="474207" y="314452"/>
                      </a:lnTo>
                      <a:cubicBezTo>
                        <a:pt x="511640" y="249618"/>
                        <a:pt x="511640" y="169005"/>
                        <a:pt x="474143" y="104077"/>
                      </a:cubicBezTo>
                      <a:cubicBezTo>
                        <a:pt x="474143" y="104045"/>
                        <a:pt x="474112" y="104013"/>
                        <a:pt x="474112" y="104013"/>
                      </a:cubicBezTo>
                      <a:cubicBezTo>
                        <a:pt x="454935" y="70834"/>
                        <a:pt x="426963" y="43529"/>
                        <a:pt x="393149" y="24987"/>
                      </a:cubicBezTo>
                      <a:cubicBezTo>
                        <a:pt x="362256" y="8065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67" name="Google Shape;567;p94"/>
              <p:cNvGrpSpPr/>
              <p:nvPr/>
            </p:nvGrpSpPr>
            <p:grpSpPr>
              <a:xfrm>
                <a:off x="6314320" y="-916368"/>
                <a:ext cx="4666886" cy="7775669"/>
                <a:chOff x="6314320" y="-916368"/>
                <a:chExt cx="4666886" cy="7775669"/>
              </a:xfrm>
            </p:grpSpPr>
            <p:sp>
              <p:nvSpPr>
                <p:cNvPr id="568" name="Google Shape;568;p94"/>
                <p:cNvSpPr/>
                <p:nvPr/>
              </p:nvSpPr>
              <p:spPr>
                <a:xfrm>
                  <a:off x="8110173" y="2135123"/>
                  <a:ext cx="1109206" cy="1613630"/>
                </a:xfrm>
                <a:custGeom>
                  <a:rect b="b" l="l" r="r" t="t"/>
                  <a:pathLst>
                    <a:path extrusionOk="0" h="1613630" w="1109206">
                      <a:moveTo>
                        <a:pt x="899498" y="82328"/>
                      </a:moveTo>
                      <a:cubicBezTo>
                        <a:pt x="921595" y="82328"/>
                        <a:pt x="943598" y="88265"/>
                        <a:pt x="963093" y="99536"/>
                      </a:cubicBezTo>
                      <a:cubicBezTo>
                        <a:pt x="982492" y="110744"/>
                        <a:pt x="998685" y="126905"/>
                        <a:pt x="1009892" y="146272"/>
                      </a:cubicBezTo>
                      <a:cubicBezTo>
                        <a:pt x="1021005" y="165481"/>
                        <a:pt x="1026910" y="187643"/>
                        <a:pt x="1026910" y="210407"/>
                      </a:cubicBezTo>
                      <a:cubicBezTo>
                        <a:pt x="1026974" y="232823"/>
                        <a:pt x="1021068" y="254889"/>
                        <a:pt x="1009924" y="274257"/>
                      </a:cubicBezTo>
                      <a:lnTo>
                        <a:pt x="321076" y="1467358"/>
                      </a:lnTo>
                      <a:cubicBezTo>
                        <a:pt x="303995" y="1496917"/>
                        <a:pt x="276404" y="1518095"/>
                        <a:pt x="243415" y="1526921"/>
                      </a:cubicBezTo>
                      <a:cubicBezTo>
                        <a:pt x="232398" y="1529874"/>
                        <a:pt x="221127" y="1531366"/>
                        <a:pt x="209951" y="1531366"/>
                      </a:cubicBezTo>
                      <a:cubicBezTo>
                        <a:pt x="187853" y="1531366"/>
                        <a:pt x="165850" y="1525429"/>
                        <a:pt x="146356" y="1514158"/>
                      </a:cubicBezTo>
                      <a:cubicBezTo>
                        <a:pt x="116765" y="1497076"/>
                        <a:pt x="95619" y="1469486"/>
                        <a:pt x="86793" y="1436497"/>
                      </a:cubicBezTo>
                      <a:cubicBezTo>
                        <a:pt x="77934" y="1403477"/>
                        <a:pt x="82475" y="1369029"/>
                        <a:pt x="99556" y="1339437"/>
                      </a:cubicBezTo>
                      <a:lnTo>
                        <a:pt x="788404" y="146336"/>
                      </a:lnTo>
                      <a:cubicBezTo>
                        <a:pt x="805486" y="116777"/>
                        <a:pt x="833045" y="95599"/>
                        <a:pt x="866065" y="86773"/>
                      </a:cubicBezTo>
                      <a:cubicBezTo>
                        <a:pt x="877050" y="83820"/>
                        <a:pt x="888321" y="82328"/>
                        <a:pt x="899498" y="82328"/>
                      </a:cubicBezTo>
                      <a:moveTo>
                        <a:pt x="899498" y="0"/>
                      </a:moveTo>
                      <a:cubicBezTo>
                        <a:pt x="881241" y="0"/>
                        <a:pt x="862858" y="2413"/>
                        <a:pt x="844729" y="7239"/>
                      </a:cubicBezTo>
                      <a:cubicBezTo>
                        <a:pt x="790500" y="21781"/>
                        <a:pt x="745161" y="56547"/>
                        <a:pt x="717094" y="105156"/>
                      </a:cubicBezTo>
                      <a:lnTo>
                        <a:pt x="28246" y="1298258"/>
                      </a:lnTo>
                      <a:cubicBezTo>
                        <a:pt x="179" y="1346867"/>
                        <a:pt x="-7282" y="1403541"/>
                        <a:pt x="7259" y="1457770"/>
                      </a:cubicBezTo>
                      <a:cubicBezTo>
                        <a:pt x="21800" y="1511998"/>
                        <a:pt x="56567" y="1557338"/>
                        <a:pt x="105176" y="1585404"/>
                      </a:cubicBezTo>
                      <a:cubicBezTo>
                        <a:pt x="137561" y="1604105"/>
                        <a:pt x="173502" y="1613630"/>
                        <a:pt x="209919" y="1613630"/>
                      </a:cubicBezTo>
                      <a:cubicBezTo>
                        <a:pt x="228176" y="1613630"/>
                        <a:pt x="246559" y="1611217"/>
                        <a:pt x="264688" y="1606392"/>
                      </a:cubicBezTo>
                      <a:cubicBezTo>
                        <a:pt x="318917" y="1591850"/>
                        <a:pt x="364256" y="1557084"/>
                        <a:pt x="392323" y="1508474"/>
                      </a:cubicBezTo>
                      <a:lnTo>
                        <a:pt x="1081171" y="315373"/>
                      </a:lnTo>
                      <a:cubicBezTo>
                        <a:pt x="1099840" y="283020"/>
                        <a:pt x="1109270" y="246634"/>
                        <a:pt x="1109206" y="210185"/>
                      </a:cubicBezTo>
                      <a:cubicBezTo>
                        <a:pt x="1109175" y="173895"/>
                        <a:pt x="1099840" y="137382"/>
                        <a:pt x="1081107" y="105029"/>
                      </a:cubicBezTo>
                      <a:cubicBezTo>
                        <a:pt x="1062724" y="73279"/>
                        <a:pt x="1036150" y="46641"/>
                        <a:pt x="1004241" y="28226"/>
                      </a:cubicBezTo>
                      <a:cubicBezTo>
                        <a:pt x="971856" y="9557"/>
                        <a:pt x="935915" y="0"/>
                        <a:pt x="899498" y="0"/>
                      </a:cubicBezTo>
                      <a:lnTo>
                        <a:pt x="8994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69" name="Google Shape;569;p94"/>
                <p:cNvSpPr/>
                <p:nvPr/>
              </p:nvSpPr>
              <p:spPr>
                <a:xfrm>
                  <a:off x="9101938" y="978916"/>
                  <a:ext cx="784972" cy="1052163"/>
                </a:xfrm>
                <a:custGeom>
                  <a:rect b="b" l="l" r="r" t="t"/>
                  <a:pathLst>
                    <a:path extrusionOk="0" h="1052163" w="784972">
                      <a:moveTo>
                        <a:pt x="575276" y="82296"/>
                      </a:moveTo>
                      <a:cubicBezTo>
                        <a:pt x="597374" y="82296"/>
                        <a:pt x="619345" y="88265"/>
                        <a:pt x="638871" y="99536"/>
                      </a:cubicBezTo>
                      <a:cubicBezTo>
                        <a:pt x="657604" y="110363"/>
                        <a:pt x="673320" y="125730"/>
                        <a:pt x="684401" y="144082"/>
                      </a:cubicBezTo>
                      <a:lnTo>
                        <a:pt x="684464" y="144208"/>
                      </a:lnTo>
                      <a:lnTo>
                        <a:pt x="685829" y="146526"/>
                      </a:lnTo>
                      <a:cubicBezTo>
                        <a:pt x="708435" y="185991"/>
                        <a:pt x="708404" y="234886"/>
                        <a:pt x="685671" y="274225"/>
                      </a:cubicBezTo>
                      <a:lnTo>
                        <a:pt x="321054" y="905764"/>
                      </a:lnTo>
                      <a:cubicBezTo>
                        <a:pt x="303972" y="935355"/>
                        <a:pt x="276413" y="956501"/>
                        <a:pt x="243393" y="965359"/>
                      </a:cubicBezTo>
                      <a:cubicBezTo>
                        <a:pt x="232376" y="968311"/>
                        <a:pt x="221136" y="969804"/>
                        <a:pt x="209960" y="969804"/>
                      </a:cubicBezTo>
                      <a:cubicBezTo>
                        <a:pt x="187862" y="969804"/>
                        <a:pt x="165891" y="963835"/>
                        <a:pt x="146365" y="952595"/>
                      </a:cubicBezTo>
                      <a:cubicBezTo>
                        <a:pt x="116774" y="935514"/>
                        <a:pt x="95597" y="907923"/>
                        <a:pt x="86770" y="874935"/>
                      </a:cubicBezTo>
                      <a:cubicBezTo>
                        <a:pt x="77944" y="841915"/>
                        <a:pt x="82484" y="807466"/>
                        <a:pt x="99566" y="777875"/>
                      </a:cubicBezTo>
                      <a:lnTo>
                        <a:pt x="464183" y="146336"/>
                      </a:lnTo>
                      <a:cubicBezTo>
                        <a:pt x="481264" y="116745"/>
                        <a:pt x="508823" y="95599"/>
                        <a:pt x="541843" y="86741"/>
                      </a:cubicBezTo>
                      <a:cubicBezTo>
                        <a:pt x="552829" y="83788"/>
                        <a:pt x="564100" y="82296"/>
                        <a:pt x="575276" y="82296"/>
                      </a:cubicBezTo>
                      <a:moveTo>
                        <a:pt x="575276" y="0"/>
                      </a:moveTo>
                      <a:cubicBezTo>
                        <a:pt x="557020" y="0"/>
                        <a:pt x="538636" y="2413"/>
                        <a:pt x="520507" y="7271"/>
                      </a:cubicBezTo>
                      <a:cubicBezTo>
                        <a:pt x="466278" y="21812"/>
                        <a:pt x="420939" y="56579"/>
                        <a:pt x="392872" y="105219"/>
                      </a:cubicBezTo>
                      <a:lnTo>
                        <a:pt x="28255" y="736759"/>
                      </a:lnTo>
                      <a:cubicBezTo>
                        <a:pt x="188" y="785368"/>
                        <a:pt x="-7273" y="842042"/>
                        <a:pt x="7237" y="896271"/>
                      </a:cubicBezTo>
                      <a:cubicBezTo>
                        <a:pt x="21778" y="950532"/>
                        <a:pt x="56576" y="995839"/>
                        <a:pt x="105185" y="1023906"/>
                      </a:cubicBezTo>
                      <a:cubicBezTo>
                        <a:pt x="137570" y="1042607"/>
                        <a:pt x="173511" y="1052163"/>
                        <a:pt x="209929" y="1052163"/>
                      </a:cubicBezTo>
                      <a:cubicBezTo>
                        <a:pt x="228185" y="1052163"/>
                        <a:pt x="246568" y="1049750"/>
                        <a:pt x="264666" y="1044892"/>
                      </a:cubicBezTo>
                      <a:cubicBezTo>
                        <a:pt x="318895" y="1030351"/>
                        <a:pt x="364234" y="995585"/>
                        <a:pt x="392301" y="946944"/>
                      </a:cubicBezTo>
                      <a:lnTo>
                        <a:pt x="756918" y="315405"/>
                      </a:lnTo>
                      <a:cubicBezTo>
                        <a:pt x="794351" y="250571"/>
                        <a:pt x="794319" y="169958"/>
                        <a:pt x="756854" y="105029"/>
                      </a:cubicBezTo>
                      <a:cubicBezTo>
                        <a:pt x="756854" y="104997"/>
                        <a:pt x="756823" y="104965"/>
                        <a:pt x="756823" y="104965"/>
                      </a:cubicBezTo>
                      <a:cubicBezTo>
                        <a:pt x="738471" y="73215"/>
                        <a:pt x="711896" y="46704"/>
                        <a:pt x="679987" y="28257"/>
                      </a:cubicBezTo>
                      <a:cubicBezTo>
                        <a:pt x="647634" y="9557"/>
                        <a:pt x="611693" y="0"/>
                        <a:pt x="575276" y="0"/>
                      </a:cubicBezTo>
                      <a:lnTo>
                        <a:pt x="575276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0" name="Google Shape;570;p94"/>
                <p:cNvSpPr/>
                <p:nvPr/>
              </p:nvSpPr>
              <p:spPr>
                <a:xfrm>
                  <a:off x="10154546" y="-916368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00" y="82296"/>
                      </a:moveTo>
                      <a:cubicBezTo>
                        <a:pt x="638998" y="82296"/>
                        <a:pt x="660969" y="88265"/>
                        <a:pt x="680495" y="99536"/>
                      </a:cubicBezTo>
                      <a:cubicBezTo>
                        <a:pt x="699926" y="110744"/>
                        <a:pt x="716087" y="126873"/>
                        <a:pt x="727231" y="146145"/>
                      </a:cubicBezTo>
                      <a:lnTo>
                        <a:pt x="727327" y="146304"/>
                      </a:lnTo>
                      <a:lnTo>
                        <a:pt x="727422" y="146463"/>
                      </a:lnTo>
                      <a:lnTo>
                        <a:pt x="727708" y="146939"/>
                      </a:lnTo>
                      <a:cubicBezTo>
                        <a:pt x="750123" y="186341"/>
                        <a:pt x="749996" y="235045"/>
                        <a:pt x="727359" y="274288"/>
                      </a:cubicBezTo>
                      <a:lnTo>
                        <a:pt x="321053" y="977900"/>
                      </a:lnTo>
                      <a:cubicBezTo>
                        <a:pt x="303972" y="1007491"/>
                        <a:pt x="276413" y="1028637"/>
                        <a:pt x="243393" y="1037495"/>
                      </a:cubicBezTo>
                      <a:cubicBezTo>
                        <a:pt x="232376" y="1040448"/>
                        <a:pt x="221105" y="1041940"/>
                        <a:pt x="209928" y="1041940"/>
                      </a:cubicBezTo>
                      <a:cubicBezTo>
                        <a:pt x="187831" y="1041940"/>
                        <a:pt x="165859" y="1035971"/>
                        <a:pt x="146334" y="1024700"/>
                      </a:cubicBezTo>
                      <a:cubicBezTo>
                        <a:pt x="116742" y="1007618"/>
                        <a:pt x="95565" y="980027"/>
                        <a:pt x="86739" y="947071"/>
                      </a:cubicBezTo>
                      <a:cubicBezTo>
                        <a:pt x="77912" y="914051"/>
                        <a:pt x="82421" y="879570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5"/>
                        <a:pt x="550447" y="95599"/>
                        <a:pt x="583467" y="86741"/>
                      </a:cubicBezTo>
                      <a:cubicBezTo>
                        <a:pt x="594484" y="83788"/>
                        <a:pt x="605724" y="82296"/>
                        <a:pt x="616900" y="82296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31" y="7271"/>
                      </a:cubicBezTo>
                      <a:cubicBezTo>
                        <a:pt x="507902" y="21812"/>
                        <a:pt x="462563" y="56579"/>
                        <a:pt x="434496" y="105220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14"/>
                        <a:pt x="7237" y="968375"/>
                      </a:cubicBezTo>
                      <a:cubicBezTo>
                        <a:pt x="21778" y="1022636"/>
                        <a:pt x="56576" y="1067943"/>
                        <a:pt x="105185" y="1096010"/>
                      </a:cubicBezTo>
                      <a:cubicBezTo>
                        <a:pt x="137570" y="1114711"/>
                        <a:pt x="173511" y="1124268"/>
                        <a:pt x="209928" y="1124268"/>
                      </a:cubicBezTo>
                      <a:cubicBezTo>
                        <a:pt x="228185" y="1124268"/>
                        <a:pt x="246568" y="1121855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405"/>
                      </a:lnTo>
                      <a:cubicBezTo>
                        <a:pt x="836039" y="250571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8" y="73215"/>
                        <a:pt x="753584" y="46672"/>
                        <a:pt x="721675" y="28257"/>
                      </a:cubicBezTo>
                      <a:cubicBezTo>
                        <a:pt x="689259" y="9557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1" name="Google Shape;571;p94"/>
                <p:cNvSpPr/>
                <p:nvPr/>
              </p:nvSpPr>
              <p:spPr>
                <a:xfrm>
                  <a:off x="9769713" y="312927"/>
                  <a:ext cx="502305" cy="561847"/>
                </a:xfrm>
                <a:custGeom>
                  <a:rect b="b" l="l" r="r" t="t"/>
                  <a:pathLst>
                    <a:path extrusionOk="0" h="561847" w="502305">
                      <a:moveTo>
                        <a:pt x="295073" y="82328"/>
                      </a:moveTo>
                      <a:cubicBezTo>
                        <a:pt x="315933" y="82328"/>
                        <a:pt x="335650" y="87313"/>
                        <a:pt x="353621" y="97187"/>
                      </a:cubicBezTo>
                      <a:cubicBezTo>
                        <a:pt x="374195" y="108490"/>
                        <a:pt x="391244" y="125063"/>
                        <a:pt x="402865" y="145193"/>
                      </a:cubicBezTo>
                      <a:lnTo>
                        <a:pt x="403151" y="145701"/>
                      </a:lnTo>
                      <a:lnTo>
                        <a:pt x="403151" y="145733"/>
                      </a:lnTo>
                      <a:cubicBezTo>
                        <a:pt x="425693" y="185166"/>
                        <a:pt x="425629" y="233997"/>
                        <a:pt x="402928" y="273336"/>
                      </a:cubicBezTo>
                      <a:lnTo>
                        <a:pt x="320823" y="415576"/>
                      </a:lnTo>
                      <a:cubicBezTo>
                        <a:pt x="303678" y="445262"/>
                        <a:pt x="275992" y="466439"/>
                        <a:pt x="242845" y="475234"/>
                      </a:cubicBezTo>
                      <a:cubicBezTo>
                        <a:pt x="231923" y="478123"/>
                        <a:pt x="220779" y="479616"/>
                        <a:pt x="209698" y="479616"/>
                      </a:cubicBezTo>
                      <a:cubicBezTo>
                        <a:pt x="187409" y="479616"/>
                        <a:pt x="165216" y="473551"/>
                        <a:pt x="145563" y="462058"/>
                      </a:cubicBezTo>
                      <a:cubicBezTo>
                        <a:pt x="84984" y="426657"/>
                        <a:pt x="64219" y="348425"/>
                        <a:pt x="99303" y="287687"/>
                      </a:cubicBezTo>
                      <a:lnTo>
                        <a:pt x="178773" y="150051"/>
                      </a:lnTo>
                      <a:cubicBezTo>
                        <a:pt x="202872" y="108236"/>
                        <a:pt x="247448" y="82328"/>
                        <a:pt x="295073" y="82328"/>
                      </a:cubicBezTo>
                      <a:moveTo>
                        <a:pt x="295073" y="0"/>
                      </a:moveTo>
                      <a:cubicBezTo>
                        <a:pt x="220874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6" y="533051"/>
                      </a:cubicBezTo>
                      <a:cubicBezTo>
                        <a:pt x="136673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2" y="540290"/>
                        <a:pt x="363971" y="505460"/>
                        <a:pt x="392133" y="456660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5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7" y="70834"/>
                        <a:pt x="426995" y="43529"/>
                        <a:pt x="393181" y="24987"/>
                      </a:cubicBezTo>
                      <a:cubicBezTo>
                        <a:pt x="362256" y="8065"/>
                        <a:pt x="328570" y="0"/>
                        <a:pt x="295073" y="0"/>
                      </a:cubicBezTo>
                      <a:lnTo>
                        <a:pt x="29507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2" name="Google Shape;572;p94"/>
                <p:cNvSpPr/>
                <p:nvPr/>
              </p:nvSpPr>
              <p:spPr>
                <a:xfrm>
                  <a:off x="7740740" y="3829081"/>
                  <a:ext cx="501000" cy="562578"/>
                </a:xfrm>
                <a:custGeom>
                  <a:rect b="b" l="l" r="r" t="t"/>
                  <a:pathLst>
                    <a:path extrusionOk="0" h="562578" w="501000">
                      <a:moveTo>
                        <a:pt x="291157" y="82328"/>
                      </a:moveTo>
                      <a:cubicBezTo>
                        <a:pt x="313160" y="82328"/>
                        <a:pt x="334909" y="88106"/>
                        <a:pt x="354054" y="99028"/>
                      </a:cubicBezTo>
                      <a:cubicBezTo>
                        <a:pt x="383835" y="116015"/>
                        <a:pt x="405171" y="143605"/>
                        <a:pt x="414125" y="176689"/>
                      </a:cubicBezTo>
                      <a:cubicBezTo>
                        <a:pt x="423078" y="209804"/>
                        <a:pt x="418570" y="244380"/>
                        <a:pt x="401425" y="274066"/>
                      </a:cubicBezTo>
                      <a:lnTo>
                        <a:pt x="319319" y="416274"/>
                      </a:lnTo>
                      <a:cubicBezTo>
                        <a:pt x="296523" y="455740"/>
                        <a:pt x="254041" y="480251"/>
                        <a:pt x="208385" y="480251"/>
                      </a:cubicBezTo>
                      <a:lnTo>
                        <a:pt x="207369" y="480251"/>
                      </a:lnTo>
                      <a:cubicBezTo>
                        <a:pt x="184445" y="480060"/>
                        <a:pt x="161903" y="473615"/>
                        <a:pt x="142091" y="461613"/>
                      </a:cubicBezTo>
                      <a:cubicBezTo>
                        <a:pt x="114087" y="444595"/>
                        <a:pt x="94180" y="416909"/>
                        <a:pt x="86116" y="383635"/>
                      </a:cubicBezTo>
                      <a:cubicBezTo>
                        <a:pt x="77861" y="349567"/>
                        <a:pt x="82941" y="314134"/>
                        <a:pt x="100435" y="283813"/>
                      </a:cubicBezTo>
                      <a:lnTo>
                        <a:pt x="179905" y="146177"/>
                      </a:lnTo>
                      <a:cubicBezTo>
                        <a:pt x="202638" y="106775"/>
                        <a:pt x="245278" y="82328"/>
                        <a:pt x="291157" y="82328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7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69999" y="562546"/>
                        <a:pt x="208321" y="562578"/>
                      </a:cubicBezTo>
                      <a:cubicBezTo>
                        <a:pt x="208353" y="562578"/>
                        <a:pt x="208385" y="562578"/>
                        <a:pt x="208417" y="562578"/>
                      </a:cubicBezTo>
                      <a:cubicBezTo>
                        <a:pt x="283378" y="562578"/>
                        <a:pt x="353197" y="522288"/>
                        <a:pt x="390630" y="457454"/>
                      </a:cubicBezTo>
                      <a:lnTo>
                        <a:pt x="472735" y="315246"/>
                      </a:lnTo>
                      <a:cubicBezTo>
                        <a:pt x="500929" y="266446"/>
                        <a:pt x="508327" y="209614"/>
                        <a:pt x="493595" y="155226"/>
                      </a:cubicBezTo>
                      <a:cubicBezTo>
                        <a:pt x="478863" y="100838"/>
                        <a:pt x="443811" y="55499"/>
                        <a:pt x="394853" y="27591"/>
                      </a:cubicBezTo>
                      <a:cubicBezTo>
                        <a:pt x="362150" y="8858"/>
                        <a:pt x="326432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3" name="Google Shape;573;p94"/>
                <p:cNvSpPr/>
                <p:nvPr/>
              </p:nvSpPr>
              <p:spPr>
                <a:xfrm>
                  <a:off x="6314320" y="5735034"/>
                  <a:ext cx="826660" cy="1124267"/>
                </a:xfrm>
                <a:custGeom>
                  <a:rect b="b" l="l" r="r" t="t"/>
                  <a:pathLst>
                    <a:path extrusionOk="0" h="1124267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9" y="126873"/>
                        <a:pt x="727263" y="146145"/>
                      </a:cubicBezTo>
                      <a:lnTo>
                        <a:pt x="727549" y="146653"/>
                      </a:lnTo>
                      <a:cubicBezTo>
                        <a:pt x="750091" y="186118"/>
                        <a:pt x="750028" y="234950"/>
                        <a:pt x="727327" y="274256"/>
                      </a:cubicBezTo>
                      <a:lnTo>
                        <a:pt x="321054" y="977932"/>
                      </a:lnTo>
                      <a:cubicBezTo>
                        <a:pt x="303972" y="1007522"/>
                        <a:pt x="276413" y="1028668"/>
                        <a:pt x="243393" y="1037527"/>
                      </a:cubicBezTo>
                      <a:cubicBezTo>
                        <a:pt x="232376" y="1040479"/>
                        <a:pt x="221105" y="1041971"/>
                        <a:pt x="209929" y="1041971"/>
                      </a:cubicBezTo>
                      <a:cubicBezTo>
                        <a:pt x="187831" y="1041971"/>
                        <a:pt x="165860" y="1036003"/>
                        <a:pt x="146333" y="1024731"/>
                      </a:cubicBezTo>
                      <a:cubicBezTo>
                        <a:pt x="116742" y="1007649"/>
                        <a:pt x="95565" y="980059"/>
                        <a:pt x="86739" y="947103"/>
                      </a:cubicBezTo>
                      <a:cubicBezTo>
                        <a:pt x="77912" y="914082"/>
                        <a:pt x="82452" y="879602"/>
                        <a:pt x="99534" y="850011"/>
                      </a:cubicBezTo>
                      <a:lnTo>
                        <a:pt x="505807" y="146336"/>
                      </a:lnTo>
                      <a:cubicBezTo>
                        <a:pt x="522888" y="116744"/>
                        <a:pt x="550447" y="95599"/>
                        <a:pt x="583467" y="86741"/>
                      </a:cubicBezTo>
                      <a:cubicBezTo>
                        <a:pt x="594516" y="83788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6" y="0"/>
                        <a:pt x="580292" y="2413"/>
                        <a:pt x="562163" y="7270"/>
                      </a:cubicBezTo>
                      <a:cubicBezTo>
                        <a:pt x="507934" y="21812"/>
                        <a:pt x="462595" y="56578"/>
                        <a:pt x="434528" y="105219"/>
                      </a:cubicBezTo>
                      <a:lnTo>
                        <a:pt x="28255" y="808863"/>
                      </a:lnTo>
                      <a:cubicBezTo>
                        <a:pt x="188" y="857472"/>
                        <a:pt x="-7273" y="914146"/>
                        <a:pt x="7237" y="968375"/>
                      </a:cubicBezTo>
                      <a:cubicBezTo>
                        <a:pt x="21778" y="1022635"/>
                        <a:pt x="56576" y="1067943"/>
                        <a:pt x="105185" y="1096010"/>
                      </a:cubicBezTo>
                      <a:cubicBezTo>
                        <a:pt x="137570" y="1114710"/>
                        <a:pt x="173511" y="1124267"/>
                        <a:pt x="209929" y="1124267"/>
                      </a:cubicBezTo>
                      <a:cubicBezTo>
                        <a:pt x="228185" y="1124267"/>
                        <a:pt x="246568" y="1121854"/>
                        <a:pt x="264697" y="1116997"/>
                      </a:cubicBezTo>
                      <a:cubicBezTo>
                        <a:pt x="318926" y="1102455"/>
                        <a:pt x="364265" y="1067689"/>
                        <a:pt x="392332" y="1019048"/>
                      </a:cubicBezTo>
                      <a:lnTo>
                        <a:pt x="798605" y="315373"/>
                      </a:lnTo>
                      <a:cubicBezTo>
                        <a:pt x="836039" y="250539"/>
                        <a:pt x="836007" y="169926"/>
                        <a:pt x="798542" y="105029"/>
                      </a:cubicBezTo>
                      <a:cubicBezTo>
                        <a:pt x="798542" y="104997"/>
                        <a:pt x="798510" y="104965"/>
                        <a:pt x="798510" y="104965"/>
                      </a:cubicBezTo>
                      <a:cubicBezTo>
                        <a:pt x="780159" y="73215"/>
                        <a:pt x="753584" y="46704"/>
                        <a:pt x="721675" y="28257"/>
                      </a:cubicBezTo>
                      <a:cubicBezTo>
                        <a:pt x="689290" y="9556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4" name="Google Shape;574;p94"/>
                <p:cNvSpPr/>
                <p:nvPr/>
              </p:nvSpPr>
              <p:spPr>
                <a:xfrm>
                  <a:off x="7011411" y="4471955"/>
                  <a:ext cx="859172" cy="1182941"/>
                </a:xfrm>
                <a:custGeom>
                  <a:rect b="b" l="l" r="r" t="t"/>
                  <a:pathLst>
                    <a:path extrusionOk="0" h="1182941" w="859172">
                      <a:moveTo>
                        <a:pt x="649329" y="82328"/>
                      </a:moveTo>
                      <a:cubicBezTo>
                        <a:pt x="671332" y="82328"/>
                        <a:pt x="693080" y="88106"/>
                        <a:pt x="712226" y="99028"/>
                      </a:cubicBezTo>
                      <a:cubicBezTo>
                        <a:pt x="742007" y="116015"/>
                        <a:pt x="763343" y="143605"/>
                        <a:pt x="772297" y="176689"/>
                      </a:cubicBezTo>
                      <a:cubicBezTo>
                        <a:pt x="781250" y="209804"/>
                        <a:pt x="776742" y="244380"/>
                        <a:pt x="759597" y="274066"/>
                      </a:cubicBezTo>
                      <a:lnTo>
                        <a:pt x="319319" y="1036669"/>
                      </a:lnTo>
                      <a:cubicBezTo>
                        <a:pt x="296618" y="1076008"/>
                        <a:pt x="254295" y="1100487"/>
                        <a:pt x="208829" y="1100646"/>
                      </a:cubicBezTo>
                      <a:lnTo>
                        <a:pt x="208353" y="1100646"/>
                      </a:lnTo>
                      <a:lnTo>
                        <a:pt x="208036" y="1100646"/>
                      </a:lnTo>
                      <a:cubicBezTo>
                        <a:pt x="184890" y="1100582"/>
                        <a:pt x="162125" y="1094137"/>
                        <a:pt x="142123" y="1081977"/>
                      </a:cubicBezTo>
                      <a:cubicBezTo>
                        <a:pt x="114119" y="1064990"/>
                        <a:pt x="94244" y="1037272"/>
                        <a:pt x="86147" y="1003998"/>
                      </a:cubicBezTo>
                      <a:cubicBezTo>
                        <a:pt x="77892" y="969931"/>
                        <a:pt x="82972" y="934498"/>
                        <a:pt x="100467" y="904177"/>
                      </a:cubicBezTo>
                      <a:lnTo>
                        <a:pt x="538109" y="146145"/>
                      </a:lnTo>
                      <a:cubicBezTo>
                        <a:pt x="560810" y="106775"/>
                        <a:pt x="603418" y="82328"/>
                        <a:pt x="649329" y="82328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1"/>
                      </a:cubicBezTo>
                      <a:cubicBezTo>
                        <a:pt x="208321" y="1182941"/>
                        <a:pt x="208353" y="1182941"/>
                        <a:pt x="208353" y="1182941"/>
                      </a:cubicBezTo>
                      <a:cubicBezTo>
                        <a:pt x="208385" y="1182941"/>
                        <a:pt x="208385" y="1182941"/>
                        <a:pt x="208417" y="1182941"/>
                      </a:cubicBezTo>
                      <a:cubicBezTo>
                        <a:pt x="283378" y="1182941"/>
                        <a:pt x="353197" y="1142651"/>
                        <a:pt x="390630" y="1077817"/>
                      </a:cubicBezTo>
                      <a:lnTo>
                        <a:pt x="830907" y="315214"/>
                      </a:lnTo>
                      <a:cubicBezTo>
                        <a:pt x="859101" y="266414"/>
                        <a:pt x="866499" y="209582"/>
                        <a:pt x="851767" y="155194"/>
                      </a:cubicBezTo>
                      <a:cubicBezTo>
                        <a:pt x="837035" y="100806"/>
                        <a:pt x="801983" y="55467"/>
                        <a:pt x="753024" y="27559"/>
                      </a:cubicBezTo>
                      <a:cubicBezTo>
                        <a:pt x="720290" y="8890"/>
                        <a:pt x="684571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75" name="Google Shape;575;p94"/>
              <p:cNvGrpSpPr/>
              <p:nvPr/>
            </p:nvGrpSpPr>
            <p:grpSpPr>
              <a:xfrm>
                <a:off x="16376363" y="4795773"/>
                <a:ext cx="1879455" cy="2947194"/>
                <a:chOff x="16376363" y="4795773"/>
                <a:chExt cx="1879455" cy="2947194"/>
              </a:xfrm>
            </p:grpSpPr>
            <p:sp>
              <p:nvSpPr>
                <p:cNvPr id="576" name="Google Shape;576;p94"/>
                <p:cNvSpPr/>
                <p:nvPr/>
              </p:nvSpPr>
              <p:spPr>
                <a:xfrm>
                  <a:off x="16376363" y="6690900"/>
                  <a:ext cx="785157" cy="1052067"/>
                </a:xfrm>
                <a:custGeom>
                  <a:rect b="b" l="l" r="r" t="t"/>
                  <a:pathLst>
                    <a:path extrusionOk="0" h="1052067" w="785157">
                      <a:moveTo>
                        <a:pt x="575284" y="82296"/>
                      </a:moveTo>
                      <a:cubicBezTo>
                        <a:pt x="597382" y="82296"/>
                        <a:pt x="619385" y="88233"/>
                        <a:pt x="638880" y="99504"/>
                      </a:cubicBezTo>
                      <a:cubicBezTo>
                        <a:pt x="668438" y="116586"/>
                        <a:pt x="689616" y="144145"/>
                        <a:pt x="698443" y="177164"/>
                      </a:cubicBezTo>
                      <a:cubicBezTo>
                        <a:pt x="707301" y="210185"/>
                        <a:pt x="702760" y="244633"/>
                        <a:pt x="685679" y="274193"/>
                      </a:cubicBezTo>
                      <a:lnTo>
                        <a:pt x="321030" y="905763"/>
                      </a:lnTo>
                      <a:cubicBezTo>
                        <a:pt x="309886" y="925068"/>
                        <a:pt x="293662" y="941229"/>
                        <a:pt x="274040" y="952531"/>
                      </a:cubicBezTo>
                      <a:cubicBezTo>
                        <a:pt x="254578" y="963771"/>
                        <a:pt x="232639" y="969740"/>
                        <a:pt x="210604" y="969740"/>
                      </a:cubicBezTo>
                      <a:lnTo>
                        <a:pt x="210287" y="969740"/>
                      </a:lnTo>
                      <a:lnTo>
                        <a:pt x="209937" y="969740"/>
                      </a:lnTo>
                      <a:lnTo>
                        <a:pt x="209714" y="969740"/>
                      </a:lnTo>
                      <a:cubicBezTo>
                        <a:pt x="187648" y="969740"/>
                        <a:pt x="165709" y="963802"/>
                        <a:pt x="146278" y="952595"/>
                      </a:cubicBezTo>
                      <a:cubicBezTo>
                        <a:pt x="116719" y="935513"/>
                        <a:pt x="95542" y="907955"/>
                        <a:pt x="86715" y="874934"/>
                      </a:cubicBezTo>
                      <a:cubicBezTo>
                        <a:pt x="77857" y="841915"/>
                        <a:pt x="82397" y="807465"/>
                        <a:pt x="99479" y="777906"/>
                      </a:cubicBezTo>
                      <a:lnTo>
                        <a:pt x="464128" y="146335"/>
                      </a:lnTo>
                      <a:cubicBezTo>
                        <a:pt x="481209" y="116776"/>
                        <a:pt x="508768" y="95599"/>
                        <a:pt x="541788" y="86772"/>
                      </a:cubicBezTo>
                      <a:cubicBezTo>
                        <a:pt x="552837" y="83788"/>
                        <a:pt x="564108" y="82296"/>
                        <a:pt x="575284" y="82296"/>
                      </a:cubicBezTo>
                      <a:moveTo>
                        <a:pt x="575284" y="0"/>
                      </a:moveTo>
                      <a:cubicBezTo>
                        <a:pt x="557028" y="0"/>
                        <a:pt x="538645" y="2412"/>
                        <a:pt x="520516" y="7270"/>
                      </a:cubicBezTo>
                      <a:cubicBezTo>
                        <a:pt x="466286" y="21812"/>
                        <a:pt x="420947" y="56578"/>
                        <a:pt x="392881" y="105187"/>
                      </a:cubicBezTo>
                      <a:lnTo>
                        <a:pt x="28232" y="736758"/>
                      </a:lnTo>
                      <a:cubicBezTo>
                        <a:pt x="164" y="785368"/>
                        <a:pt x="-7265" y="842042"/>
                        <a:pt x="7245" y="896238"/>
                      </a:cubicBezTo>
                      <a:cubicBezTo>
                        <a:pt x="21755" y="950468"/>
                        <a:pt x="56552" y="995807"/>
                        <a:pt x="105162" y="1023874"/>
                      </a:cubicBezTo>
                      <a:cubicBezTo>
                        <a:pt x="136975" y="1042225"/>
                        <a:pt x="173138" y="1052068"/>
                        <a:pt x="209746" y="1052068"/>
                      </a:cubicBezTo>
                      <a:cubicBezTo>
                        <a:pt x="209873" y="1052068"/>
                        <a:pt x="210000" y="1052068"/>
                        <a:pt x="210096" y="1052068"/>
                      </a:cubicBezTo>
                      <a:cubicBezTo>
                        <a:pt x="210255" y="1052068"/>
                        <a:pt x="210414" y="1052068"/>
                        <a:pt x="210572" y="1052068"/>
                      </a:cubicBezTo>
                      <a:cubicBezTo>
                        <a:pt x="247910" y="1052068"/>
                        <a:pt x="283851" y="1041940"/>
                        <a:pt x="315220" y="1023810"/>
                      </a:cubicBezTo>
                      <a:cubicBezTo>
                        <a:pt x="346653" y="1005712"/>
                        <a:pt x="373577" y="979392"/>
                        <a:pt x="392277" y="946944"/>
                      </a:cubicBezTo>
                      <a:lnTo>
                        <a:pt x="756926" y="315372"/>
                      </a:lnTo>
                      <a:cubicBezTo>
                        <a:pt x="784993" y="266763"/>
                        <a:pt x="792422" y="210090"/>
                        <a:pt x="777913" y="155892"/>
                      </a:cubicBezTo>
                      <a:cubicBezTo>
                        <a:pt x="763371" y="101663"/>
                        <a:pt x="728605" y="56324"/>
                        <a:pt x="679996" y="28257"/>
                      </a:cubicBezTo>
                      <a:cubicBezTo>
                        <a:pt x="647675" y="9525"/>
                        <a:pt x="611702" y="0"/>
                        <a:pt x="575284" y="0"/>
                      </a:cubicBezTo>
                      <a:lnTo>
                        <a:pt x="5752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7" name="Google Shape;577;p94"/>
                <p:cNvSpPr/>
                <p:nvPr/>
              </p:nvSpPr>
              <p:spPr>
                <a:xfrm>
                  <a:off x="17043947" y="5462460"/>
                  <a:ext cx="826828" cy="1124204"/>
                </a:xfrm>
                <a:custGeom>
                  <a:rect b="b" l="l" r="r" t="t"/>
                  <a:pathLst>
                    <a:path extrusionOk="0" h="1124204" w="826828">
                      <a:moveTo>
                        <a:pt x="616900" y="82328"/>
                      </a:moveTo>
                      <a:cubicBezTo>
                        <a:pt x="638999" y="82328"/>
                        <a:pt x="661001" y="88297"/>
                        <a:pt x="680495" y="99568"/>
                      </a:cubicBezTo>
                      <a:cubicBezTo>
                        <a:pt x="710087" y="116649"/>
                        <a:pt x="731232" y="144240"/>
                        <a:pt x="740090" y="177229"/>
                      </a:cubicBezTo>
                      <a:cubicBezTo>
                        <a:pt x="748917" y="210217"/>
                        <a:pt x="744408" y="244697"/>
                        <a:pt x="727295" y="274288"/>
                      </a:cubicBezTo>
                      <a:lnTo>
                        <a:pt x="321022" y="977964"/>
                      </a:lnTo>
                      <a:cubicBezTo>
                        <a:pt x="298257" y="1017429"/>
                        <a:pt x="255744" y="1041940"/>
                        <a:pt x="210088" y="1041940"/>
                      </a:cubicBezTo>
                      <a:lnTo>
                        <a:pt x="210056" y="1041940"/>
                      </a:lnTo>
                      <a:lnTo>
                        <a:pt x="210056" y="1041940"/>
                      </a:lnTo>
                      <a:cubicBezTo>
                        <a:pt x="187799" y="1041940"/>
                        <a:pt x="165765" y="1036003"/>
                        <a:pt x="146333" y="1024763"/>
                      </a:cubicBezTo>
                      <a:cubicBezTo>
                        <a:pt x="116742" y="1007682"/>
                        <a:pt x="95597" y="980123"/>
                        <a:pt x="86739" y="947134"/>
                      </a:cubicBezTo>
                      <a:cubicBezTo>
                        <a:pt x="77912" y="914114"/>
                        <a:pt x="82421" y="879666"/>
                        <a:pt x="99534" y="850075"/>
                      </a:cubicBezTo>
                      <a:lnTo>
                        <a:pt x="505807" y="146399"/>
                      </a:lnTo>
                      <a:cubicBezTo>
                        <a:pt x="522889" y="116808"/>
                        <a:pt x="550479" y="95663"/>
                        <a:pt x="583467" y="86805"/>
                      </a:cubicBezTo>
                      <a:cubicBezTo>
                        <a:pt x="594485" y="83820"/>
                        <a:pt x="605724" y="82328"/>
                        <a:pt x="616900" y="82328"/>
                      </a:cubicBezTo>
                      <a:moveTo>
                        <a:pt x="616900" y="0"/>
                      </a:moveTo>
                      <a:cubicBezTo>
                        <a:pt x="598644" y="0"/>
                        <a:pt x="580261" y="2413"/>
                        <a:pt x="562163" y="7239"/>
                      </a:cubicBezTo>
                      <a:cubicBezTo>
                        <a:pt x="507935" y="21780"/>
                        <a:pt x="462595" y="56547"/>
                        <a:pt x="434528" y="105188"/>
                      </a:cubicBezTo>
                      <a:lnTo>
                        <a:pt x="28255" y="808863"/>
                      </a:lnTo>
                      <a:cubicBezTo>
                        <a:pt x="188" y="857504"/>
                        <a:pt x="-7273" y="914114"/>
                        <a:pt x="7236" y="968375"/>
                      </a:cubicBezTo>
                      <a:cubicBezTo>
                        <a:pt x="21778" y="1022604"/>
                        <a:pt x="56544" y="1067943"/>
                        <a:pt x="105185" y="1096010"/>
                      </a:cubicBezTo>
                      <a:cubicBezTo>
                        <a:pt x="137094" y="1114425"/>
                        <a:pt x="173353" y="1124204"/>
                        <a:pt x="210024" y="1124204"/>
                      </a:cubicBezTo>
                      <a:cubicBezTo>
                        <a:pt x="210056" y="1124204"/>
                        <a:pt x="210056" y="1124204"/>
                        <a:pt x="210088" y="1124204"/>
                      </a:cubicBezTo>
                      <a:cubicBezTo>
                        <a:pt x="210088" y="1124204"/>
                        <a:pt x="210119" y="1124204"/>
                        <a:pt x="210119" y="1124204"/>
                      </a:cubicBezTo>
                      <a:cubicBezTo>
                        <a:pt x="285049" y="1124204"/>
                        <a:pt x="354899" y="1083914"/>
                        <a:pt x="392332" y="1019080"/>
                      </a:cubicBezTo>
                      <a:lnTo>
                        <a:pt x="798573" y="315405"/>
                      </a:lnTo>
                      <a:cubicBezTo>
                        <a:pt x="826641" y="266764"/>
                        <a:pt x="834102" y="210122"/>
                        <a:pt x="819592" y="155893"/>
                      </a:cubicBezTo>
                      <a:cubicBezTo>
                        <a:pt x="805082" y="101664"/>
                        <a:pt x="770284" y="56324"/>
                        <a:pt x="721643" y="28258"/>
                      </a:cubicBezTo>
                      <a:cubicBezTo>
                        <a:pt x="689290" y="9589"/>
                        <a:pt x="653317" y="0"/>
                        <a:pt x="616900" y="0"/>
                      </a:cubicBezTo>
                      <a:lnTo>
                        <a:pt x="61690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78" name="Google Shape;578;p94"/>
                <p:cNvSpPr/>
                <p:nvPr/>
              </p:nvSpPr>
              <p:spPr>
                <a:xfrm>
                  <a:off x="17754849" y="4795773"/>
                  <a:ext cx="500969" cy="562578"/>
                </a:xfrm>
                <a:custGeom>
                  <a:rect b="b" l="l" r="r" t="t"/>
                  <a:pathLst>
                    <a:path extrusionOk="0" h="562578" w="500969">
                      <a:moveTo>
                        <a:pt x="291189" y="82296"/>
                      </a:moveTo>
                      <a:cubicBezTo>
                        <a:pt x="313192" y="82296"/>
                        <a:pt x="334941" y="88074"/>
                        <a:pt x="354086" y="98997"/>
                      </a:cubicBezTo>
                      <a:cubicBezTo>
                        <a:pt x="383867" y="115983"/>
                        <a:pt x="405203" y="143573"/>
                        <a:pt x="414157" y="176657"/>
                      </a:cubicBezTo>
                      <a:cubicBezTo>
                        <a:pt x="423110" y="209741"/>
                        <a:pt x="418602" y="244316"/>
                        <a:pt x="401457" y="274003"/>
                      </a:cubicBezTo>
                      <a:lnTo>
                        <a:pt x="319352" y="416242"/>
                      </a:lnTo>
                      <a:cubicBezTo>
                        <a:pt x="296618" y="455613"/>
                        <a:pt x="254232" y="480123"/>
                        <a:pt x="208703" y="480219"/>
                      </a:cubicBezTo>
                      <a:lnTo>
                        <a:pt x="208385" y="480219"/>
                      </a:lnTo>
                      <a:lnTo>
                        <a:pt x="208004" y="480219"/>
                      </a:lnTo>
                      <a:cubicBezTo>
                        <a:pt x="184890" y="480155"/>
                        <a:pt x="162126" y="473710"/>
                        <a:pt x="142155" y="461582"/>
                      </a:cubicBezTo>
                      <a:cubicBezTo>
                        <a:pt x="114151" y="444595"/>
                        <a:pt x="94244" y="416878"/>
                        <a:pt x="86179" y="383604"/>
                      </a:cubicBezTo>
                      <a:cubicBezTo>
                        <a:pt x="77925" y="349536"/>
                        <a:pt x="83004" y="314103"/>
                        <a:pt x="100498" y="283782"/>
                      </a:cubicBezTo>
                      <a:lnTo>
                        <a:pt x="179969" y="146145"/>
                      </a:lnTo>
                      <a:cubicBezTo>
                        <a:pt x="202670" y="106743"/>
                        <a:pt x="245310" y="82296"/>
                        <a:pt x="291189" y="82296"/>
                      </a:cubicBezTo>
                      <a:moveTo>
                        <a:pt x="291189" y="0"/>
                      </a:moveTo>
                      <a:cubicBezTo>
                        <a:pt x="218418" y="0"/>
                        <a:pt x="147488" y="37719"/>
                        <a:pt x="108658" y="104997"/>
                      </a:cubicBezTo>
                      <a:lnTo>
                        <a:pt x="29188" y="242634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4"/>
                        <a:pt x="170000" y="562547"/>
                        <a:pt x="208321" y="562578"/>
                      </a:cubicBezTo>
                      <a:cubicBezTo>
                        <a:pt x="208321" y="562578"/>
                        <a:pt x="208353" y="562578"/>
                        <a:pt x="208353" y="562578"/>
                      </a:cubicBezTo>
                      <a:cubicBezTo>
                        <a:pt x="208385" y="562578"/>
                        <a:pt x="208385" y="562578"/>
                        <a:pt x="208385" y="562578"/>
                      </a:cubicBezTo>
                      <a:cubicBezTo>
                        <a:pt x="283347" y="562578"/>
                        <a:pt x="353165" y="522288"/>
                        <a:pt x="390598" y="457454"/>
                      </a:cubicBezTo>
                      <a:lnTo>
                        <a:pt x="472704" y="315246"/>
                      </a:lnTo>
                      <a:cubicBezTo>
                        <a:pt x="500898" y="266446"/>
                        <a:pt x="508296" y="209614"/>
                        <a:pt x="493563" y="155226"/>
                      </a:cubicBezTo>
                      <a:cubicBezTo>
                        <a:pt x="478832" y="100838"/>
                        <a:pt x="443780" y="55499"/>
                        <a:pt x="394821" y="27591"/>
                      </a:cubicBezTo>
                      <a:cubicBezTo>
                        <a:pt x="362151" y="8858"/>
                        <a:pt x="326464" y="0"/>
                        <a:pt x="291189" y="0"/>
                      </a:cubicBezTo>
                      <a:lnTo>
                        <a:pt x="29118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sp>
            <p:nvSpPr>
              <p:cNvPr id="579" name="Google Shape;579;p94"/>
              <p:cNvSpPr/>
              <p:nvPr/>
            </p:nvSpPr>
            <p:spPr>
              <a:xfrm>
                <a:off x="17417304" y="6615493"/>
                <a:ext cx="1109321" cy="1613566"/>
              </a:xfrm>
              <a:custGeom>
                <a:rect b="b" l="l" r="r" t="t"/>
                <a:pathLst>
                  <a:path extrusionOk="0" h="1613566" w="1109321">
                    <a:moveTo>
                      <a:pt x="899402" y="82296"/>
                    </a:moveTo>
                    <a:cubicBezTo>
                      <a:pt x="921500" y="82296"/>
                      <a:pt x="943504" y="88264"/>
                      <a:pt x="962998" y="99504"/>
                    </a:cubicBezTo>
                    <a:cubicBezTo>
                      <a:pt x="992589" y="116586"/>
                      <a:pt x="1013734" y="144145"/>
                      <a:pt x="1022561" y="177164"/>
                    </a:cubicBezTo>
                    <a:cubicBezTo>
                      <a:pt x="1031419" y="210185"/>
                      <a:pt x="1026878" y="244633"/>
                      <a:pt x="1009797" y="274224"/>
                    </a:cubicBezTo>
                    <a:lnTo>
                      <a:pt x="321013" y="1467231"/>
                    </a:lnTo>
                    <a:cubicBezTo>
                      <a:pt x="298248" y="1506696"/>
                      <a:pt x="255735" y="1531207"/>
                      <a:pt x="210110" y="1531207"/>
                    </a:cubicBezTo>
                    <a:lnTo>
                      <a:pt x="206713" y="1531207"/>
                    </a:lnTo>
                    <a:cubicBezTo>
                      <a:pt x="185599" y="1530635"/>
                      <a:pt x="164803" y="1524730"/>
                      <a:pt x="146324" y="1514062"/>
                    </a:cubicBezTo>
                    <a:cubicBezTo>
                      <a:pt x="116765" y="1496981"/>
                      <a:pt x="95588" y="1469389"/>
                      <a:pt x="86761" y="1436402"/>
                    </a:cubicBezTo>
                    <a:cubicBezTo>
                      <a:pt x="77903" y="1403381"/>
                      <a:pt x="82443" y="1368933"/>
                      <a:pt x="99525" y="1339342"/>
                    </a:cubicBezTo>
                    <a:lnTo>
                      <a:pt x="788309" y="146335"/>
                    </a:lnTo>
                    <a:cubicBezTo>
                      <a:pt x="805391" y="116776"/>
                      <a:pt x="832982" y="95599"/>
                      <a:pt x="865970" y="86740"/>
                    </a:cubicBezTo>
                    <a:cubicBezTo>
                      <a:pt x="876955" y="83788"/>
                      <a:pt x="888226" y="82296"/>
                      <a:pt x="899402" y="82296"/>
                    </a:cubicBezTo>
                    <a:moveTo>
                      <a:pt x="899402" y="0"/>
                    </a:moveTo>
                    <a:cubicBezTo>
                      <a:pt x="881146" y="0"/>
                      <a:pt x="862763" y="2412"/>
                      <a:pt x="844665" y="7238"/>
                    </a:cubicBezTo>
                    <a:cubicBezTo>
                      <a:pt x="790436" y="21780"/>
                      <a:pt x="745097" y="56546"/>
                      <a:pt x="717031" y="105156"/>
                    </a:cubicBezTo>
                    <a:lnTo>
                      <a:pt x="28246" y="1298162"/>
                    </a:lnTo>
                    <a:cubicBezTo>
                      <a:pt x="179" y="1346771"/>
                      <a:pt x="-7283" y="1403445"/>
                      <a:pt x="7259" y="1457674"/>
                    </a:cubicBezTo>
                    <a:cubicBezTo>
                      <a:pt x="21801" y="1511903"/>
                      <a:pt x="56567" y="1557242"/>
                      <a:pt x="105176" y="1585309"/>
                    </a:cubicBezTo>
                    <a:cubicBezTo>
                      <a:pt x="137085" y="1603724"/>
                      <a:pt x="173280" y="1613503"/>
                      <a:pt x="209951" y="1613535"/>
                    </a:cubicBezTo>
                    <a:cubicBezTo>
                      <a:pt x="209951" y="1613535"/>
                      <a:pt x="209983" y="1613567"/>
                      <a:pt x="210015" y="1613567"/>
                    </a:cubicBezTo>
                    <a:cubicBezTo>
                      <a:pt x="210047" y="1613567"/>
                      <a:pt x="210079" y="1613567"/>
                      <a:pt x="210110" y="1613503"/>
                    </a:cubicBezTo>
                    <a:cubicBezTo>
                      <a:pt x="210110" y="1613503"/>
                      <a:pt x="210141" y="1613503"/>
                      <a:pt x="210141" y="1613503"/>
                    </a:cubicBezTo>
                    <a:cubicBezTo>
                      <a:pt x="285072" y="1613503"/>
                      <a:pt x="354826" y="1573275"/>
                      <a:pt x="392291" y="1508379"/>
                    </a:cubicBezTo>
                    <a:lnTo>
                      <a:pt x="1081076" y="315372"/>
                    </a:lnTo>
                    <a:cubicBezTo>
                      <a:pt x="1109143" y="266763"/>
                      <a:pt x="1116604" y="210090"/>
                      <a:pt x="1102063" y="155860"/>
                    </a:cubicBezTo>
                    <a:cubicBezTo>
                      <a:pt x="1087521" y="101631"/>
                      <a:pt x="1052755" y="56293"/>
                      <a:pt x="1004146" y="28225"/>
                    </a:cubicBezTo>
                    <a:cubicBezTo>
                      <a:pt x="971761" y="9556"/>
                      <a:pt x="935820" y="0"/>
                      <a:pt x="899402" y="0"/>
                    </a:cubicBezTo>
                    <a:lnTo>
                      <a:pt x="899402" y="0"/>
                    </a:lnTo>
                    <a:close/>
                  </a:path>
                </a:pathLst>
              </a:custGeom>
              <a:solidFill>
                <a:srgbClr val="3000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grpSp>
            <p:nvGrpSpPr>
              <p:cNvPr id="580" name="Google Shape;580;p94"/>
              <p:cNvGrpSpPr/>
              <p:nvPr/>
            </p:nvGrpSpPr>
            <p:grpSpPr>
              <a:xfrm>
                <a:off x="16146272" y="3277044"/>
                <a:ext cx="2325552" cy="3719988"/>
                <a:chOff x="16146272" y="3277044"/>
                <a:chExt cx="2325552" cy="3719988"/>
              </a:xfrm>
            </p:grpSpPr>
            <p:sp>
              <p:nvSpPr>
                <p:cNvPr id="581" name="Google Shape;581;p94"/>
                <p:cNvSpPr/>
                <p:nvPr/>
              </p:nvSpPr>
              <p:spPr>
                <a:xfrm>
                  <a:off x="16146272" y="5720651"/>
                  <a:ext cx="914719" cy="1276381"/>
                </a:xfrm>
                <a:custGeom>
                  <a:rect b="b" l="l" r="r" t="t"/>
                  <a:pathLst>
                    <a:path extrusionOk="0" h="1276381" w="914719">
                      <a:moveTo>
                        <a:pt x="704760" y="82296"/>
                      </a:moveTo>
                      <a:cubicBezTo>
                        <a:pt x="726858" y="82296"/>
                        <a:pt x="748860" y="88265"/>
                        <a:pt x="768354" y="99536"/>
                      </a:cubicBezTo>
                      <a:cubicBezTo>
                        <a:pt x="797946" y="116618"/>
                        <a:pt x="819092" y="144208"/>
                        <a:pt x="827949" y="177197"/>
                      </a:cubicBezTo>
                      <a:cubicBezTo>
                        <a:pt x="836776" y="210185"/>
                        <a:pt x="832268" y="244665"/>
                        <a:pt x="815155" y="274257"/>
                      </a:cubicBezTo>
                      <a:lnTo>
                        <a:pt x="321061" y="1130078"/>
                      </a:lnTo>
                      <a:cubicBezTo>
                        <a:pt x="298296" y="1169543"/>
                        <a:pt x="255783" y="1194054"/>
                        <a:pt x="210095" y="1194054"/>
                      </a:cubicBezTo>
                      <a:cubicBezTo>
                        <a:pt x="187838" y="1194054"/>
                        <a:pt x="165804" y="1188117"/>
                        <a:pt x="146372" y="1176877"/>
                      </a:cubicBezTo>
                      <a:cubicBezTo>
                        <a:pt x="116781" y="1159796"/>
                        <a:pt x="95636" y="1132236"/>
                        <a:pt x="86777" y="1099248"/>
                      </a:cubicBezTo>
                      <a:cubicBezTo>
                        <a:pt x="77951" y="1066229"/>
                        <a:pt x="82460" y="1031780"/>
                        <a:pt x="99573" y="1002188"/>
                      </a:cubicBezTo>
                      <a:lnTo>
                        <a:pt x="593698" y="146336"/>
                      </a:lnTo>
                      <a:cubicBezTo>
                        <a:pt x="610780" y="116745"/>
                        <a:pt x="638370" y="95599"/>
                        <a:pt x="671359" y="86741"/>
                      </a:cubicBezTo>
                      <a:cubicBezTo>
                        <a:pt x="682344" y="83788"/>
                        <a:pt x="693584" y="82296"/>
                        <a:pt x="704760" y="82296"/>
                      </a:cubicBezTo>
                      <a:moveTo>
                        <a:pt x="704760" y="0"/>
                      </a:moveTo>
                      <a:cubicBezTo>
                        <a:pt x="686504" y="0"/>
                        <a:pt x="668120" y="2413"/>
                        <a:pt x="650023" y="7239"/>
                      </a:cubicBezTo>
                      <a:cubicBezTo>
                        <a:pt x="595794" y="21780"/>
                        <a:pt x="550455" y="56547"/>
                        <a:pt x="522387" y="105188"/>
                      </a:cubicBezTo>
                      <a:lnTo>
                        <a:pt x="28262" y="961041"/>
                      </a:lnTo>
                      <a:cubicBezTo>
                        <a:pt x="163" y="1009682"/>
                        <a:pt x="-7266" y="1066292"/>
                        <a:pt x="7243" y="1120553"/>
                      </a:cubicBezTo>
                      <a:cubicBezTo>
                        <a:pt x="21785" y="1174782"/>
                        <a:pt x="56551" y="1220121"/>
                        <a:pt x="105193" y="1248187"/>
                      </a:cubicBezTo>
                      <a:cubicBezTo>
                        <a:pt x="137101" y="1266603"/>
                        <a:pt x="173360" y="1276350"/>
                        <a:pt x="210031" y="1276382"/>
                      </a:cubicBezTo>
                      <a:cubicBezTo>
                        <a:pt x="210063" y="1276382"/>
                        <a:pt x="210095" y="1276382"/>
                        <a:pt x="210126" y="1276382"/>
                      </a:cubicBezTo>
                      <a:cubicBezTo>
                        <a:pt x="285056" y="1276382"/>
                        <a:pt x="354906" y="1236091"/>
                        <a:pt x="392339" y="1171257"/>
                      </a:cubicBezTo>
                      <a:lnTo>
                        <a:pt x="886465" y="315404"/>
                      </a:lnTo>
                      <a:cubicBezTo>
                        <a:pt x="914532" y="266764"/>
                        <a:pt x="921993" y="210121"/>
                        <a:pt x="907483" y="155892"/>
                      </a:cubicBezTo>
                      <a:cubicBezTo>
                        <a:pt x="892942" y="101664"/>
                        <a:pt x="858175" y="56324"/>
                        <a:pt x="809535" y="28258"/>
                      </a:cubicBezTo>
                      <a:cubicBezTo>
                        <a:pt x="777149" y="9557"/>
                        <a:pt x="741177" y="0"/>
                        <a:pt x="704760" y="0"/>
                      </a:cubicBezTo>
                      <a:lnTo>
                        <a:pt x="70476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82" name="Google Shape;582;p94"/>
                <p:cNvSpPr/>
                <p:nvPr/>
              </p:nvSpPr>
              <p:spPr>
                <a:xfrm>
                  <a:off x="17362462" y="3277044"/>
                  <a:ext cx="1109362" cy="1613598"/>
                </a:xfrm>
                <a:custGeom>
                  <a:rect b="b" l="l" r="r" t="t"/>
                  <a:pathLst>
                    <a:path extrusionOk="0" h="1613598" w="1109362">
                      <a:moveTo>
                        <a:pt x="899666" y="82328"/>
                      </a:moveTo>
                      <a:cubicBezTo>
                        <a:pt x="921796" y="82391"/>
                        <a:pt x="943703" y="88328"/>
                        <a:pt x="963039" y="99504"/>
                      </a:cubicBezTo>
                      <a:cubicBezTo>
                        <a:pt x="992630" y="116586"/>
                        <a:pt x="1013775" y="144145"/>
                        <a:pt x="1022602" y="177165"/>
                      </a:cubicBezTo>
                      <a:cubicBezTo>
                        <a:pt x="1031428" y="210153"/>
                        <a:pt x="1026888" y="244634"/>
                        <a:pt x="1009838" y="274225"/>
                      </a:cubicBezTo>
                      <a:lnTo>
                        <a:pt x="321022" y="1467263"/>
                      </a:lnTo>
                      <a:cubicBezTo>
                        <a:pt x="303940" y="1496854"/>
                        <a:pt x="276350" y="1517999"/>
                        <a:pt x="243362" y="1526858"/>
                      </a:cubicBezTo>
                      <a:cubicBezTo>
                        <a:pt x="232345" y="1529810"/>
                        <a:pt x="221105" y="1531302"/>
                        <a:pt x="209929" y="1531302"/>
                      </a:cubicBezTo>
                      <a:cubicBezTo>
                        <a:pt x="187831" y="1531302"/>
                        <a:pt x="165828" y="1525334"/>
                        <a:pt x="146302" y="1514062"/>
                      </a:cubicBezTo>
                      <a:cubicBezTo>
                        <a:pt x="116711" y="1496981"/>
                        <a:pt x="95565" y="1469390"/>
                        <a:pt x="86707" y="1436402"/>
                      </a:cubicBezTo>
                      <a:cubicBezTo>
                        <a:pt x="77880" y="1403414"/>
                        <a:pt x="82421" y="1368933"/>
                        <a:pt x="99502" y="1339342"/>
                      </a:cubicBezTo>
                      <a:lnTo>
                        <a:pt x="788287" y="146304"/>
                      </a:lnTo>
                      <a:cubicBezTo>
                        <a:pt x="811051" y="106839"/>
                        <a:pt x="853565" y="82328"/>
                        <a:pt x="899221" y="82328"/>
                      </a:cubicBezTo>
                      <a:lnTo>
                        <a:pt x="899666" y="82328"/>
                      </a:lnTo>
                      <a:moveTo>
                        <a:pt x="899285" y="0"/>
                      </a:moveTo>
                      <a:cubicBezTo>
                        <a:pt x="899285" y="0"/>
                        <a:pt x="899253" y="0"/>
                        <a:pt x="899253" y="0"/>
                      </a:cubicBezTo>
                      <a:cubicBezTo>
                        <a:pt x="824292" y="0"/>
                        <a:pt x="754473" y="40291"/>
                        <a:pt x="717040" y="105156"/>
                      </a:cubicBezTo>
                      <a:lnTo>
                        <a:pt x="28256" y="1298194"/>
                      </a:lnTo>
                      <a:cubicBezTo>
                        <a:pt x="188" y="1346835"/>
                        <a:pt x="-7273" y="1403477"/>
                        <a:pt x="7237" y="1457706"/>
                      </a:cubicBezTo>
                      <a:cubicBezTo>
                        <a:pt x="21747" y="1511935"/>
                        <a:pt x="56545" y="1557274"/>
                        <a:pt x="105186" y="1585341"/>
                      </a:cubicBezTo>
                      <a:cubicBezTo>
                        <a:pt x="137571" y="1604042"/>
                        <a:pt x="173512" y="1613598"/>
                        <a:pt x="209961" y="1613598"/>
                      </a:cubicBezTo>
                      <a:cubicBezTo>
                        <a:pt x="228217" y="1613598"/>
                        <a:pt x="246600" y="1611185"/>
                        <a:pt x="264698" y="1606328"/>
                      </a:cubicBezTo>
                      <a:cubicBezTo>
                        <a:pt x="318926" y="1591786"/>
                        <a:pt x="364265" y="1557020"/>
                        <a:pt x="392333" y="1508379"/>
                      </a:cubicBezTo>
                      <a:lnTo>
                        <a:pt x="1081117" y="315341"/>
                      </a:lnTo>
                      <a:cubicBezTo>
                        <a:pt x="1109184" y="266732"/>
                        <a:pt x="1116645" y="210058"/>
                        <a:pt x="1102104" y="155829"/>
                      </a:cubicBezTo>
                      <a:cubicBezTo>
                        <a:pt x="1087594" y="101600"/>
                        <a:pt x="1052796" y="56261"/>
                        <a:pt x="1004187" y="28194"/>
                      </a:cubicBezTo>
                      <a:cubicBezTo>
                        <a:pt x="972278" y="9747"/>
                        <a:pt x="936020" y="0"/>
                        <a:pt x="899316" y="0"/>
                      </a:cubicBezTo>
                      <a:cubicBezTo>
                        <a:pt x="899316" y="0"/>
                        <a:pt x="899285" y="0"/>
                        <a:pt x="899285" y="0"/>
                      </a:cubicBezTo>
                      <a:lnTo>
                        <a:pt x="89928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83" name="Google Shape;583;p94"/>
                <p:cNvSpPr/>
                <p:nvPr/>
              </p:nvSpPr>
              <p:spPr>
                <a:xfrm>
                  <a:off x="16943321" y="4994814"/>
                  <a:ext cx="535004" cy="621474"/>
                </a:xfrm>
                <a:custGeom>
                  <a:rect b="b" l="l" r="r" t="t"/>
                  <a:pathLst>
                    <a:path extrusionOk="0" h="621474" w="535004">
                      <a:moveTo>
                        <a:pt x="326683" y="82296"/>
                      </a:moveTo>
                      <a:cubicBezTo>
                        <a:pt x="349924" y="82296"/>
                        <a:pt x="372848" y="88741"/>
                        <a:pt x="392914" y="100933"/>
                      </a:cubicBezTo>
                      <a:cubicBezTo>
                        <a:pt x="420917" y="117920"/>
                        <a:pt x="440825" y="145637"/>
                        <a:pt x="448889" y="178911"/>
                      </a:cubicBezTo>
                      <a:cubicBezTo>
                        <a:pt x="457144" y="212979"/>
                        <a:pt x="452064" y="248412"/>
                        <a:pt x="434570" y="278733"/>
                      </a:cubicBezTo>
                      <a:lnTo>
                        <a:pt x="321064" y="475297"/>
                      </a:lnTo>
                      <a:cubicBezTo>
                        <a:pt x="298330" y="514667"/>
                        <a:pt x="255722" y="539115"/>
                        <a:pt x="209843" y="539115"/>
                      </a:cubicBezTo>
                      <a:cubicBezTo>
                        <a:pt x="187841" y="539115"/>
                        <a:pt x="166092" y="533336"/>
                        <a:pt x="146946" y="522414"/>
                      </a:cubicBezTo>
                      <a:cubicBezTo>
                        <a:pt x="117165" y="505428"/>
                        <a:pt x="95829" y="477838"/>
                        <a:pt x="86876" y="444754"/>
                      </a:cubicBezTo>
                      <a:cubicBezTo>
                        <a:pt x="77922" y="411638"/>
                        <a:pt x="82430" y="377063"/>
                        <a:pt x="99576" y="347376"/>
                      </a:cubicBezTo>
                      <a:lnTo>
                        <a:pt x="215717" y="146209"/>
                      </a:lnTo>
                      <a:cubicBezTo>
                        <a:pt x="238514" y="106743"/>
                        <a:pt x="280995" y="82232"/>
                        <a:pt x="326652" y="82232"/>
                      </a:cubicBezTo>
                      <a:lnTo>
                        <a:pt x="326683" y="82232"/>
                      </a:lnTo>
                      <a:moveTo>
                        <a:pt x="326715" y="0"/>
                      </a:moveTo>
                      <a:cubicBezTo>
                        <a:pt x="326683" y="0"/>
                        <a:pt x="326652" y="0"/>
                        <a:pt x="326620" y="0"/>
                      </a:cubicBezTo>
                      <a:cubicBezTo>
                        <a:pt x="251658" y="0"/>
                        <a:pt x="181840" y="40291"/>
                        <a:pt x="144406" y="105124"/>
                      </a:cubicBezTo>
                      <a:lnTo>
                        <a:pt x="28265" y="306292"/>
                      </a:lnTo>
                      <a:cubicBezTo>
                        <a:pt x="71" y="355092"/>
                        <a:pt x="-7326" y="411924"/>
                        <a:pt x="7405" y="466312"/>
                      </a:cubicBezTo>
                      <a:cubicBezTo>
                        <a:pt x="22137" y="520700"/>
                        <a:pt x="57189" y="566039"/>
                        <a:pt x="106148" y="593947"/>
                      </a:cubicBezTo>
                      <a:cubicBezTo>
                        <a:pt x="138850" y="612616"/>
                        <a:pt x="174569" y="621475"/>
                        <a:pt x="209812" y="621475"/>
                      </a:cubicBezTo>
                      <a:cubicBezTo>
                        <a:pt x="282582" y="621475"/>
                        <a:pt x="353512" y="583755"/>
                        <a:pt x="392342" y="516477"/>
                      </a:cubicBezTo>
                      <a:lnTo>
                        <a:pt x="505817" y="319913"/>
                      </a:lnTo>
                      <a:cubicBezTo>
                        <a:pt x="563983" y="219170"/>
                        <a:pt x="532486" y="89376"/>
                        <a:pt x="435586" y="30575"/>
                      </a:cubicBezTo>
                      <a:cubicBezTo>
                        <a:pt x="402693" y="10573"/>
                        <a:pt x="365037" y="0"/>
                        <a:pt x="326715" y="0"/>
                      </a:cubicBezTo>
                      <a:lnTo>
                        <a:pt x="326715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84" name="Google Shape;584;p94"/>
              <p:cNvGrpSpPr/>
              <p:nvPr/>
            </p:nvGrpSpPr>
            <p:grpSpPr>
              <a:xfrm>
                <a:off x="17333907" y="5286946"/>
                <a:ext cx="1299049" cy="1944973"/>
                <a:chOff x="17333907" y="5286946"/>
                <a:chExt cx="1299049" cy="1944973"/>
              </a:xfrm>
            </p:grpSpPr>
            <p:sp>
              <p:nvSpPr>
                <p:cNvPr id="585" name="Google Shape;585;p94"/>
                <p:cNvSpPr/>
                <p:nvPr/>
              </p:nvSpPr>
              <p:spPr>
                <a:xfrm>
                  <a:off x="17718231" y="5286946"/>
                  <a:ext cx="914725" cy="1276381"/>
                </a:xfrm>
                <a:custGeom>
                  <a:rect b="b" l="l" r="r" t="t"/>
                  <a:pathLst>
                    <a:path extrusionOk="0" h="1276381" w="914725">
                      <a:moveTo>
                        <a:pt x="704743" y="82296"/>
                      </a:moveTo>
                      <a:cubicBezTo>
                        <a:pt x="726841" y="82296"/>
                        <a:pt x="748844" y="88265"/>
                        <a:pt x="768338" y="99536"/>
                      </a:cubicBezTo>
                      <a:cubicBezTo>
                        <a:pt x="797930" y="116618"/>
                        <a:pt x="819075" y="144208"/>
                        <a:pt x="827933" y="177197"/>
                      </a:cubicBezTo>
                      <a:cubicBezTo>
                        <a:pt x="836760" y="210217"/>
                        <a:pt x="832251" y="244665"/>
                        <a:pt x="815170" y="274257"/>
                      </a:cubicBezTo>
                      <a:lnTo>
                        <a:pt x="321045" y="1130109"/>
                      </a:lnTo>
                      <a:cubicBezTo>
                        <a:pt x="298375" y="1169416"/>
                        <a:pt x="256115" y="1193895"/>
                        <a:pt x="210682" y="1194086"/>
                      </a:cubicBezTo>
                      <a:lnTo>
                        <a:pt x="210078" y="1194086"/>
                      </a:lnTo>
                      <a:cubicBezTo>
                        <a:pt x="187821" y="1194086"/>
                        <a:pt x="165787" y="1188148"/>
                        <a:pt x="146356" y="1176909"/>
                      </a:cubicBezTo>
                      <a:cubicBezTo>
                        <a:pt x="116765" y="1159827"/>
                        <a:pt x="95620" y="1132269"/>
                        <a:pt x="86793" y="1099280"/>
                      </a:cubicBezTo>
                      <a:cubicBezTo>
                        <a:pt x="77966" y="1066260"/>
                        <a:pt x="82475" y="1031811"/>
                        <a:pt x="99557" y="1002220"/>
                      </a:cubicBezTo>
                      <a:lnTo>
                        <a:pt x="593682" y="146367"/>
                      </a:lnTo>
                      <a:cubicBezTo>
                        <a:pt x="610763" y="116776"/>
                        <a:pt x="638354" y="95631"/>
                        <a:pt x="671342" y="86773"/>
                      </a:cubicBezTo>
                      <a:cubicBezTo>
                        <a:pt x="682295" y="83788"/>
                        <a:pt x="693567" y="82296"/>
                        <a:pt x="704743" y="82296"/>
                      </a:cubicBezTo>
                      <a:moveTo>
                        <a:pt x="704743" y="0"/>
                      </a:moveTo>
                      <a:cubicBezTo>
                        <a:pt x="686487" y="0"/>
                        <a:pt x="668103" y="2413"/>
                        <a:pt x="650006" y="7239"/>
                      </a:cubicBezTo>
                      <a:cubicBezTo>
                        <a:pt x="595777" y="21780"/>
                        <a:pt x="550438" y="56547"/>
                        <a:pt x="522371" y="105188"/>
                      </a:cubicBezTo>
                      <a:lnTo>
                        <a:pt x="28245" y="961041"/>
                      </a:lnTo>
                      <a:cubicBezTo>
                        <a:pt x="179" y="1009681"/>
                        <a:pt x="-7283" y="1066292"/>
                        <a:pt x="7259" y="1120553"/>
                      </a:cubicBezTo>
                      <a:cubicBezTo>
                        <a:pt x="21801" y="1174781"/>
                        <a:pt x="56567" y="1220121"/>
                        <a:pt x="105208" y="1248188"/>
                      </a:cubicBezTo>
                      <a:cubicBezTo>
                        <a:pt x="137116" y="1266603"/>
                        <a:pt x="173375" y="1276381"/>
                        <a:pt x="210046" y="1276381"/>
                      </a:cubicBezTo>
                      <a:cubicBezTo>
                        <a:pt x="210078" y="1276381"/>
                        <a:pt x="210110" y="1276381"/>
                        <a:pt x="210141" y="1276381"/>
                      </a:cubicBezTo>
                      <a:cubicBezTo>
                        <a:pt x="285072" y="1276381"/>
                        <a:pt x="354922" y="1236091"/>
                        <a:pt x="392355" y="1171257"/>
                      </a:cubicBezTo>
                      <a:lnTo>
                        <a:pt x="886480" y="315404"/>
                      </a:lnTo>
                      <a:cubicBezTo>
                        <a:pt x="914546" y="266795"/>
                        <a:pt x="922008" y="210153"/>
                        <a:pt x="907467" y="155892"/>
                      </a:cubicBezTo>
                      <a:cubicBezTo>
                        <a:pt x="892925" y="101663"/>
                        <a:pt x="858159" y="56324"/>
                        <a:pt x="809518" y="28257"/>
                      </a:cubicBezTo>
                      <a:cubicBezTo>
                        <a:pt x="777101" y="9556"/>
                        <a:pt x="741160" y="0"/>
                        <a:pt x="704743" y="0"/>
                      </a:cubicBezTo>
                      <a:lnTo>
                        <a:pt x="7047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86" name="Google Shape;586;p94"/>
                <p:cNvSpPr/>
                <p:nvPr/>
              </p:nvSpPr>
              <p:spPr>
                <a:xfrm>
                  <a:off x="17333907" y="6669373"/>
                  <a:ext cx="501000" cy="562546"/>
                </a:xfrm>
                <a:custGeom>
                  <a:rect b="b" l="l" r="r" t="t"/>
                  <a:pathLst>
                    <a:path extrusionOk="0" h="562546" w="501000">
                      <a:moveTo>
                        <a:pt x="291157" y="82296"/>
                      </a:moveTo>
                      <a:cubicBezTo>
                        <a:pt x="313160" y="82296"/>
                        <a:pt x="334908" y="88074"/>
                        <a:pt x="354054" y="98996"/>
                      </a:cubicBezTo>
                      <a:cubicBezTo>
                        <a:pt x="383836" y="115983"/>
                        <a:pt x="405172" y="143573"/>
                        <a:pt x="414125" y="176657"/>
                      </a:cubicBezTo>
                      <a:cubicBezTo>
                        <a:pt x="423078" y="209772"/>
                        <a:pt x="418570" y="244348"/>
                        <a:pt x="401425" y="274034"/>
                      </a:cubicBezTo>
                      <a:lnTo>
                        <a:pt x="319320" y="416242"/>
                      </a:lnTo>
                      <a:cubicBezTo>
                        <a:pt x="296555" y="455708"/>
                        <a:pt x="254041" y="480219"/>
                        <a:pt x="208385" y="480219"/>
                      </a:cubicBezTo>
                      <a:lnTo>
                        <a:pt x="208322" y="480219"/>
                      </a:lnTo>
                      <a:cubicBezTo>
                        <a:pt x="185080" y="480219"/>
                        <a:pt x="162157" y="473773"/>
                        <a:pt x="142091" y="461581"/>
                      </a:cubicBezTo>
                      <a:cubicBezTo>
                        <a:pt x="114088" y="444595"/>
                        <a:pt x="94212" y="416877"/>
                        <a:pt x="86116" y="383603"/>
                      </a:cubicBezTo>
                      <a:cubicBezTo>
                        <a:pt x="77861" y="349535"/>
                        <a:pt x="82941" y="314103"/>
                        <a:pt x="100435" y="283781"/>
                      </a:cubicBezTo>
                      <a:lnTo>
                        <a:pt x="179906" y="146145"/>
                      </a:lnTo>
                      <a:cubicBezTo>
                        <a:pt x="202638" y="106775"/>
                        <a:pt x="245278" y="82296"/>
                        <a:pt x="291157" y="82296"/>
                      </a:cubicBezTo>
                      <a:moveTo>
                        <a:pt x="291157" y="0"/>
                      </a:moveTo>
                      <a:cubicBezTo>
                        <a:pt x="218386" y="0"/>
                        <a:pt x="147456" y="37719"/>
                        <a:pt x="108658" y="104997"/>
                      </a:cubicBezTo>
                      <a:lnTo>
                        <a:pt x="29188" y="242633"/>
                      </a:lnTo>
                      <a:cubicBezTo>
                        <a:pt x="-28978" y="343376"/>
                        <a:pt x="2518" y="473170"/>
                        <a:pt x="99419" y="531971"/>
                      </a:cubicBezTo>
                      <a:cubicBezTo>
                        <a:pt x="132344" y="551973"/>
                        <a:pt x="169999" y="562546"/>
                        <a:pt x="208322" y="562546"/>
                      </a:cubicBezTo>
                      <a:cubicBezTo>
                        <a:pt x="208353" y="562546"/>
                        <a:pt x="208353" y="562546"/>
                        <a:pt x="208385" y="562546"/>
                      </a:cubicBezTo>
                      <a:cubicBezTo>
                        <a:pt x="208385" y="562546"/>
                        <a:pt x="208417" y="562546"/>
                        <a:pt x="208417" y="562546"/>
                      </a:cubicBezTo>
                      <a:cubicBezTo>
                        <a:pt x="208417" y="562546"/>
                        <a:pt x="208449" y="562546"/>
                        <a:pt x="208449" y="562546"/>
                      </a:cubicBezTo>
                      <a:cubicBezTo>
                        <a:pt x="283378" y="562546"/>
                        <a:pt x="353197" y="522256"/>
                        <a:pt x="390630" y="457422"/>
                      </a:cubicBezTo>
                      <a:lnTo>
                        <a:pt x="472736" y="315214"/>
                      </a:lnTo>
                      <a:cubicBezTo>
                        <a:pt x="500929" y="266414"/>
                        <a:pt x="508327" y="209582"/>
                        <a:pt x="493595" y="155194"/>
                      </a:cubicBezTo>
                      <a:cubicBezTo>
                        <a:pt x="478863" y="100806"/>
                        <a:pt x="443811" y="55467"/>
                        <a:pt x="394853" y="27527"/>
                      </a:cubicBezTo>
                      <a:cubicBezTo>
                        <a:pt x="362150" y="8858"/>
                        <a:pt x="326431" y="0"/>
                        <a:pt x="291157" y="0"/>
                      </a:cubicBezTo>
                      <a:lnTo>
                        <a:pt x="291157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87" name="Google Shape;587;p94"/>
              <p:cNvGrpSpPr/>
              <p:nvPr/>
            </p:nvGrpSpPr>
            <p:grpSpPr>
              <a:xfrm>
                <a:off x="14284901" y="126269"/>
                <a:ext cx="4023738" cy="6661657"/>
                <a:chOff x="14284901" y="126269"/>
                <a:chExt cx="4023738" cy="6661657"/>
              </a:xfrm>
            </p:grpSpPr>
            <p:sp>
              <p:nvSpPr>
                <p:cNvPr id="588" name="Google Shape;588;p94"/>
                <p:cNvSpPr/>
                <p:nvPr/>
              </p:nvSpPr>
              <p:spPr>
                <a:xfrm>
                  <a:off x="17199245" y="126269"/>
                  <a:ext cx="1109394" cy="1613598"/>
                </a:xfrm>
                <a:custGeom>
                  <a:rect b="b" l="l" r="r" t="t"/>
                  <a:pathLst>
                    <a:path extrusionOk="0" h="1613598" w="1109394">
                      <a:moveTo>
                        <a:pt x="899402" y="82296"/>
                      </a:moveTo>
                      <a:cubicBezTo>
                        <a:pt x="921500" y="82296"/>
                        <a:pt x="943503" y="88265"/>
                        <a:pt x="963030" y="99536"/>
                      </a:cubicBezTo>
                      <a:cubicBezTo>
                        <a:pt x="992620" y="116618"/>
                        <a:pt x="1013766" y="144209"/>
                        <a:pt x="1022624" y="177197"/>
                      </a:cubicBezTo>
                      <a:cubicBezTo>
                        <a:pt x="1031450" y="210185"/>
                        <a:pt x="1026910" y="244666"/>
                        <a:pt x="1009829" y="274257"/>
                      </a:cubicBezTo>
                      <a:lnTo>
                        <a:pt x="321012" y="1467263"/>
                      </a:lnTo>
                      <a:cubicBezTo>
                        <a:pt x="298279" y="1506633"/>
                        <a:pt x="255894" y="1531144"/>
                        <a:pt x="210364" y="1531239"/>
                      </a:cubicBezTo>
                      <a:lnTo>
                        <a:pt x="210078" y="1531239"/>
                      </a:lnTo>
                      <a:lnTo>
                        <a:pt x="209856" y="1531239"/>
                      </a:lnTo>
                      <a:cubicBezTo>
                        <a:pt x="187662" y="1531207"/>
                        <a:pt x="165691" y="1525270"/>
                        <a:pt x="146293" y="1514062"/>
                      </a:cubicBezTo>
                      <a:cubicBezTo>
                        <a:pt x="116701" y="1496981"/>
                        <a:pt x="95556" y="1469422"/>
                        <a:pt x="86729" y="1436402"/>
                      </a:cubicBezTo>
                      <a:cubicBezTo>
                        <a:pt x="77903" y="1403414"/>
                        <a:pt x="82443" y="1368933"/>
                        <a:pt x="99493" y="1339342"/>
                      </a:cubicBezTo>
                      <a:lnTo>
                        <a:pt x="788309" y="146304"/>
                      </a:lnTo>
                      <a:cubicBezTo>
                        <a:pt x="805390" y="116713"/>
                        <a:pt x="832981" y="95568"/>
                        <a:pt x="865970" y="86709"/>
                      </a:cubicBezTo>
                      <a:cubicBezTo>
                        <a:pt x="876987" y="83788"/>
                        <a:pt x="888226" y="82296"/>
                        <a:pt x="899402" y="82296"/>
                      </a:cubicBezTo>
                      <a:moveTo>
                        <a:pt x="899402" y="0"/>
                      </a:moveTo>
                      <a:cubicBezTo>
                        <a:pt x="881146" y="0"/>
                        <a:pt x="862763" y="2413"/>
                        <a:pt x="844665" y="7271"/>
                      </a:cubicBezTo>
                      <a:cubicBezTo>
                        <a:pt x="790436" y="21812"/>
                        <a:pt x="745097" y="56579"/>
                        <a:pt x="717031" y="105220"/>
                      </a:cubicBezTo>
                      <a:lnTo>
                        <a:pt x="28245" y="1298258"/>
                      </a:lnTo>
                      <a:cubicBezTo>
                        <a:pt x="179" y="1346867"/>
                        <a:pt x="-7283" y="1403509"/>
                        <a:pt x="7259" y="1457770"/>
                      </a:cubicBezTo>
                      <a:cubicBezTo>
                        <a:pt x="21800" y="1511999"/>
                        <a:pt x="56567" y="1557338"/>
                        <a:pt x="105176" y="1585405"/>
                      </a:cubicBezTo>
                      <a:cubicBezTo>
                        <a:pt x="137085" y="1603851"/>
                        <a:pt x="173344" y="1613599"/>
                        <a:pt x="210046" y="1613599"/>
                      </a:cubicBezTo>
                      <a:cubicBezTo>
                        <a:pt x="210078" y="1613599"/>
                        <a:pt x="210078" y="1613599"/>
                        <a:pt x="210110" y="1613599"/>
                      </a:cubicBezTo>
                      <a:cubicBezTo>
                        <a:pt x="210110" y="1613599"/>
                        <a:pt x="210141" y="1613599"/>
                        <a:pt x="210141" y="1613599"/>
                      </a:cubicBezTo>
                      <a:cubicBezTo>
                        <a:pt x="285103" y="1613599"/>
                        <a:pt x="354922" y="1573308"/>
                        <a:pt x="392355" y="1508443"/>
                      </a:cubicBezTo>
                      <a:lnTo>
                        <a:pt x="1081139" y="315405"/>
                      </a:lnTo>
                      <a:cubicBezTo>
                        <a:pt x="1109206" y="266764"/>
                        <a:pt x="1116667" y="210153"/>
                        <a:pt x="1102157" y="155893"/>
                      </a:cubicBezTo>
                      <a:cubicBezTo>
                        <a:pt x="1087617" y="101664"/>
                        <a:pt x="1052850" y="56324"/>
                        <a:pt x="1004209" y="28257"/>
                      </a:cubicBezTo>
                      <a:cubicBezTo>
                        <a:pt x="971793" y="9557"/>
                        <a:pt x="935820" y="0"/>
                        <a:pt x="899402" y="0"/>
                      </a:cubicBezTo>
                      <a:lnTo>
                        <a:pt x="8994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89" name="Google Shape;589;p94"/>
                <p:cNvSpPr/>
                <p:nvPr/>
              </p:nvSpPr>
              <p:spPr>
                <a:xfrm>
                  <a:off x="16415646" y="1820608"/>
                  <a:ext cx="914512" cy="1276477"/>
                </a:xfrm>
                <a:custGeom>
                  <a:rect b="b" l="l" r="r" t="t"/>
                  <a:pathLst>
                    <a:path extrusionOk="0" h="1276477" w="914512">
                      <a:moveTo>
                        <a:pt x="704784" y="82296"/>
                      </a:moveTo>
                      <a:cubicBezTo>
                        <a:pt x="726882" y="82296"/>
                        <a:pt x="748853" y="88265"/>
                        <a:pt x="768379" y="99536"/>
                      </a:cubicBezTo>
                      <a:cubicBezTo>
                        <a:pt x="787811" y="110744"/>
                        <a:pt x="803971" y="126873"/>
                        <a:pt x="815115" y="146145"/>
                      </a:cubicBezTo>
                      <a:lnTo>
                        <a:pt x="815306" y="146463"/>
                      </a:lnTo>
                      <a:lnTo>
                        <a:pt x="815497" y="146780"/>
                      </a:lnTo>
                      <a:lnTo>
                        <a:pt x="815528" y="146844"/>
                      </a:lnTo>
                      <a:cubicBezTo>
                        <a:pt x="837975" y="186277"/>
                        <a:pt x="837881" y="235014"/>
                        <a:pt x="815211" y="274257"/>
                      </a:cubicBezTo>
                      <a:lnTo>
                        <a:pt x="321086" y="1130110"/>
                      </a:lnTo>
                      <a:cubicBezTo>
                        <a:pt x="304004" y="1159701"/>
                        <a:pt x="276445" y="1180846"/>
                        <a:pt x="243425" y="1189704"/>
                      </a:cubicBezTo>
                      <a:cubicBezTo>
                        <a:pt x="232407" y="1192657"/>
                        <a:pt x="221137" y="1194149"/>
                        <a:pt x="209961" y="1194149"/>
                      </a:cubicBezTo>
                      <a:cubicBezTo>
                        <a:pt x="187862" y="1194149"/>
                        <a:pt x="165891" y="1188180"/>
                        <a:pt x="146365" y="1176909"/>
                      </a:cubicBezTo>
                      <a:cubicBezTo>
                        <a:pt x="116774" y="1159828"/>
                        <a:pt x="95597" y="1132237"/>
                        <a:pt x="86771" y="1099249"/>
                      </a:cubicBezTo>
                      <a:cubicBezTo>
                        <a:pt x="77944" y="1066229"/>
                        <a:pt x="82484" y="1031780"/>
                        <a:pt x="99566" y="1002189"/>
                      </a:cubicBezTo>
                      <a:lnTo>
                        <a:pt x="593691" y="146336"/>
                      </a:lnTo>
                      <a:cubicBezTo>
                        <a:pt x="610773" y="116745"/>
                        <a:pt x="638332" y="95599"/>
                        <a:pt x="671351" y="86741"/>
                      </a:cubicBezTo>
                      <a:cubicBezTo>
                        <a:pt x="682368" y="83788"/>
                        <a:pt x="693608" y="82296"/>
                        <a:pt x="704784" y="82296"/>
                      </a:cubicBezTo>
                      <a:moveTo>
                        <a:pt x="704784" y="0"/>
                      </a:moveTo>
                      <a:cubicBezTo>
                        <a:pt x="686528" y="0"/>
                        <a:pt x="668144" y="2413"/>
                        <a:pt x="650015" y="7271"/>
                      </a:cubicBezTo>
                      <a:cubicBezTo>
                        <a:pt x="595787" y="21812"/>
                        <a:pt x="550448" y="56579"/>
                        <a:pt x="522380" y="105220"/>
                      </a:cubicBezTo>
                      <a:lnTo>
                        <a:pt x="28256" y="961073"/>
                      </a:lnTo>
                      <a:cubicBezTo>
                        <a:pt x="188" y="1009682"/>
                        <a:pt x="-7273" y="1066356"/>
                        <a:pt x="7237" y="1120585"/>
                      </a:cubicBezTo>
                      <a:cubicBezTo>
                        <a:pt x="21778" y="1174845"/>
                        <a:pt x="56545" y="1220153"/>
                        <a:pt x="105186" y="1248220"/>
                      </a:cubicBezTo>
                      <a:cubicBezTo>
                        <a:pt x="137571" y="1266920"/>
                        <a:pt x="173512" y="1276477"/>
                        <a:pt x="209929" y="1276477"/>
                      </a:cubicBezTo>
                      <a:cubicBezTo>
                        <a:pt x="228185" y="1276477"/>
                        <a:pt x="246568" y="1274064"/>
                        <a:pt x="264698" y="1269206"/>
                      </a:cubicBezTo>
                      <a:cubicBezTo>
                        <a:pt x="318926" y="1254665"/>
                        <a:pt x="364265" y="1219899"/>
                        <a:pt x="392333" y="1171258"/>
                      </a:cubicBezTo>
                      <a:lnTo>
                        <a:pt x="886458" y="315436"/>
                      </a:lnTo>
                      <a:cubicBezTo>
                        <a:pt x="923891" y="250603"/>
                        <a:pt x="923859" y="169958"/>
                        <a:pt x="886394" y="105061"/>
                      </a:cubicBezTo>
                      <a:cubicBezTo>
                        <a:pt x="886394" y="105029"/>
                        <a:pt x="886362" y="104997"/>
                        <a:pt x="886362" y="104997"/>
                      </a:cubicBezTo>
                      <a:cubicBezTo>
                        <a:pt x="868011" y="73247"/>
                        <a:pt x="841436" y="46704"/>
                        <a:pt x="809527" y="28289"/>
                      </a:cubicBezTo>
                      <a:cubicBezTo>
                        <a:pt x="777142" y="9557"/>
                        <a:pt x="741201" y="0"/>
                        <a:pt x="704784" y="0"/>
                      </a:cubicBezTo>
                      <a:lnTo>
                        <a:pt x="70478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0" name="Google Shape;590;p94"/>
                <p:cNvSpPr/>
                <p:nvPr/>
              </p:nvSpPr>
              <p:spPr>
                <a:xfrm>
                  <a:off x="14949976" y="3927062"/>
                  <a:ext cx="1164199" cy="1709007"/>
                </a:xfrm>
                <a:custGeom>
                  <a:rect b="b" l="l" r="r" t="t"/>
                  <a:pathLst>
                    <a:path extrusionOk="0" h="1709007" w="1164199">
                      <a:moveTo>
                        <a:pt x="954302" y="82296"/>
                      </a:moveTo>
                      <a:cubicBezTo>
                        <a:pt x="976401" y="82296"/>
                        <a:pt x="998371" y="88265"/>
                        <a:pt x="1017897" y="99536"/>
                      </a:cubicBezTo>
                      <a:cubicBezTo>
                        <a:pt x="1047488" y="116618"/>
                        <a:pt x="1068665" y="144209"/>
                        <a:pt x="1077492" y="177165"/>
                      </a:cubicBezTo>
                      <a:cubicBezTo>
                        <a:pt x="1086319" y="210185"/>
                        <a:pt x="1081779" y="244666"/>
                        <a:pt x="1064697" y="274225"/>
                      </a:cubicBezTo>
                      <a:lnTo>
                        <a:pt x="320858" y="1562608"/>
                      </a:lnTo>
                      <a:cubicBezTo>
                        <a:pt x="303776" y="1592199"/>
                        <a:pt x="276186" y="1613376"/>
                        <a:pt x="243197" y="1622203"/>
                      </a:cubicBezTo>
                      <a:cubicBezTo>
                        <a:pt x="232180" y="1625156"/>
                        <a:pt x="220940" y="1626648"/>
                        <a:pt x="209764" y="1626648"/>
                      </a:cubicBezTo>
                      <a:cubicBezTo>
                        <a:pt x="187666" y="1626648"/>
                        <a:pt x="165696" y="1620679"/>
                        <a:pt x="146138" y="1609408"/>
                      </a:cubicBezTo>
                      <a:cubicBezTo>
                        <a:pt x="126707" y="1598200"/>
                        <a:pt x="110546" y="1582103"/>
                        <a:pt x="99401" y="1562798"/>
                      </a:cubicBezTo>
                      <a:lnTo>
                        <a:pt x="99180" y="1562417"/>
                      </a:lnTo>
                      <a:lnTo>
                        <a:pt x="99180" y="1562417"/>
                      </a:lnTo>
                      <a:cubicBezTo>
                        <a:pt x="76573" y="1522921"/>
                        <a:pt x="76605" y="1474026"/>
                        <a:pt x="99338" y="1434687"/>
                      </a:cubicBezTo>
                      <a:lnTo>
                        <a:pt x="843177" y="146304"/>
                      </a:lnTo>
                      <a:cubicBezTo>
                        <a:pt x="860259" y="116713"/>
                        <a:pt x="887849" y="95536"/>
                        <a:pt x="920838" y="86709"/>
                      </a:cubicBezTo>
                      <a:cubicBezTo>
                        <a:pt x="931887" y="83788"/>
                        <a:pt x="943126" y="82296"/>
                        <a:pt x="954302" y="82296"/>
                      </a:cubicBezTo>
                      <a:moveTo>
                        <a:pt x="954302" y="0"/>
                      </a:moveTo>
                      <a:cubicBezTo>
                        <a:pt x="936046" y="0"/>
                        <a:pt x="917663" y="2413"/>
                        <a:pt x="899533" y="7271"/>
                      </a:cubicBezTo>
                      <a:cubicBezTo>
                        <a:pt x="845305" y="21812"/>
                        <a:pt x="799997" y="56578"/>
                        <a:pt x="771898" y="105220"/>
                      </a:cubicBezTo>
                      <a:lnTo>
                        <a:pt x="28059" y="1393603"/>
                      </a:lnTo>
                      <a:cubicBezTo>
                        <a:pt x="-9374" y="1458436"/>
                        <a:pt x="-9342" y="1539050"/>
                        <a:pt x="28091" y="1603979"/>
                      </a:cubicBezTo>
                      <a:cubicBezTo>
                        <a:pt x="28091" y="1604010"/>
                        <a:pt x="28123" y="1604042"/>
                        <a:pt x="28123" y="1604042"/>
                      </a:cubicBezTo>
                      <a:cubicBezTo>
                        <a:pt x="46474" y="1635792"/>
                        <a:pt x="73049" y="1662335"/>
                        <a:pt x="104989" y="1680750"/>
                      </a:cubicBezTo>
                      <a:cubicBezTo>
                        <a:pt x="137375" y="1699451"/>
                        <a:pt x="173315" y="1709007"/>
                        <a:pt x="209733" y="1709007"/>
                      </a:cubicBezTo>
                      <a:cubicBezTo>
                        <a:pt x="227989" y="1709007"/>
                        <a:pt x="246372" y="1706594"/>
                        <a:pt x="264470" y="1701768"/>
                      </a:cubicBezTo>
                      <a:cubicBezTo>
                        <a:pt x="318699" y="1687227"/>
                        <a:pt x="364006" y="1652460"/>
                        <a:pt x="392105" y="1603820"/>
                      </a:cubicBezTo>
                      <a:lnTo>
                        <a:pt x="1135944" y="315436"/>
                      </a:lnTo>
                      <a:cubicBezTo>
                        <a:pt x="1164011" y="266827"/>
                        <a:pt x="1171472" y="210185"/>
                        <a:pt x="1156962" y="155924"/>
                      </a:cubicBezTo>
                      <a:cubicBezTo>
                        <a:pt x="1142421" y="101695"/>
                        <a:pt x="1107623" y="56356"/>
                        <a:pt x="1059013" y="28289"/>
                      </a:cubicBezTo>
                      <a:cubicBezTo>
                        <a:pt x="1026660" y="9557"/>
                        <a:pt x="990719" y="0"/>
                        <a:pt x="954302" y="0"/>
                      </a:cubicBezTo>
                      <a:lnTo>
                        <a:pt x="95430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1" name="Google Shape;591;p94"/>
                <p:cNvSpPr/>
                <p:nvPr/>
              </p:nvSpPr>
              <p:spPr>
                <a:xfrm>
                  <a:off x="14284901" y="5740177"/>
                  <a:ext cx="782498" cy="1047749"/>
                </a:xfrm>
                <a:custGeom>
                  <a:rect b="b" l="l" r="r" t="t"/>
                  <a:pathLst>
                    <a:path extrusionOk="0" h="1047749" w="782498">
                      <a:moveTo>
                        <a:pt x="572579" y="82296"/>
                      </a:moveTo>
                      <a:cubicBezTo>
                        <a:pt x="594677" y="82296"/>
                        <a:pt x="616681" y="88265"/>
                        <a:pt x="636175" y="99504"/>
                      </a:cubicBezTo>
                      <a:cubicBezTo>
                        <a:pt x="665734" y="116586"/>
                        <a:pt x="686911" y="144145"/>
                        <a:pt x="695738" y="177165"/>
                      </a:cubicBezTo>
                      <a:cubicBezTo>
                        <a:pt x="704596" y="210185"/>
                        <a:pt x="700056" y="244634"/>
                        <a:pt x="682974" y="274225"/>
                      </a:cubicBezTo>
                      <a:lnTo>
                        <a:pt x="320833" y="901446"/>
                      </a:lnTo>
                      <a:cubicBezTo>
                        <a:pt x="303752" y="931005"/>
                        <a:pt x="276194" y="952183"/>
                        <a:pt x="243173" y="961009"/>
                      </a:cubicBezTo>
                      <a:cubicBezTo>
                        <a:pt x="232156" y="963962"/>
                        <a:pt x="220885" y="965454"/>
                        <a:pt x="209708" y="965454"/>
                      </a:cubicBezTo>
                      <a:cubicBezTo>
                        <a:pt x="187611" y="965454"/>
                        <a:pt x="165608" y="959516"/>
                        <a:pt x="146113" y="948246"/>
                      </a:cubicBezTo>
                      <a:cubicBezTo>
                        <a:pt x="126746" y="937070"/>
                        <a:pt x="110521" y="920877"/>
                        <a:pt x="99187" y="901414"/>
                      </a:cubicBezTo>
                      <a:cubicBezTo>
                        <a:pt x="88107" y="882205"/>
                        <a:pt x="82233" y="860171"/>
                        <a:pt x="82296" y="837724"/>
                      </a:cubicBezTo>
                      <a:lnTo>
                        <a:pt x="82296" y="837565"/>
                      </a:lnTo>
                      <a:lnTo>
                        <a:pt x="82296" y="837406"/>
                      </a:lnTo>
                      <a:cubicBezTo>
                        <a:pt x="82233" y="814991"/>
                        <a:pt x="88138" y="792924"/>
                        <a:pt x="99314" y="773557"/>
                      </a:cubicBezTo>
                      <a:lnTo>
                        <a:pt x="461454" y="146336"/>
                      </a:lnTo>
                      <a:cubicBezTo>
                        <a:pt x="478536" y="116776"/>
                        <a:pt x="506127" y="95599"/>
                        <a:pt x="539115" y="86773"/>
                      </a:cubicBezTo>
                      <a:cubicBezTo>
                        <a:pt x="550132" y="83788"/>
                        <a:pt x="561403" y="82296"/>
                        <a:pt x="572579" y="82296"/>
                      </a:cubicBezTo>
                      <a:moveTo>
                        <a:pt x="572579" y="0"/>
                      </a:moveTo>
                      <a:cubicBezTo>
                        <a:pt x="554323" y="0"/>
                        <a:pt x="535940" y="2413"/>
                        <a:pt x="517811" y="7239"/>
                      </a:cubicBezTo>
                      <a:cubicBezTo>
                        <a:pt x="463581" y="21780"/>
                        <a:pt x="418243" y="56547"/>
                        <a:pt x="390176" y="105156"/>
                      </a:cubicBezTo>
                      <a:lnTo>
                        <a:pt x="28035" y="732377"/>
                      </a:lnTo>
                      <a:cubicBezTo>
                        <a:pt x="9366" y="764730"/>
                        <a:pt x="-63" y="801084"/>
                        <a:pt x="0" y="837565"/>
                      </a:cubicBezTo>
                      <a:cubicBezTo>
                        <a:pt x="-63" y="873791"/>
                        <a:pt x="9271" y="910304"/>
                        <a:pt x="27971" y="942658"/>
                      </a:cubicBezTo>
                      <a:cubicBezTo>
                        <a:pt x="46450" y="974471"/>
                        <a:pt x="73056" y="1001077"/>
                        <a:pt x="104965" y="1019524"/>
                      </a:cubicBezTo>
                      <a:cubicBezTo>
                        <a:pt x="137350" y="1038225"/>
                        <a:pt x="173291" y="1047750"/>
                        <a:pt x="209708" y="1047750"/>
                      </a:cubicBezTo>
                      <a:cubicBezTo>
                        <a:pt x="227965" y="1047750"/>
                        <a:pt x="246348" y="1045337"/>
                        <a:pt x="264477" y="1040511"/>
                      </a:cubicBezTo>
                      <a:cubicBezTo>
                        <a:pt x="318706" y="1025970"/>
                        <a:pt x="364046" y="991203"/>
                        <a:pt x="392113" y="942594"/>
                      </a:cubicBezTo>
                      <a:lnTo>
                        <a:pt x="754253" y="315373"/>
                      </a:lnTo>
                      <a:cubicBezTo>
                        <a:pt x="782320" y="266763"/>
                        <a:pt x="789782" y="210090"/>
                        <a:pt x="775240" y="155861"/>
                      </a:cubicBezTo>
                      <a:cubicBezTo>
                        <a:pt x="760698" y="101631"/>
                        <a:pt x="725932" y="56293"/>
                        <a:pt x="677323" y="28225"/>
                      </a:cubicBezTo>
                      <a:cubicBezTo>
                        <a:pt x="644938" y="9556"/>
                        <a:pt x="608997" y="0"/>
                        <a:pt x="572579" y="0"/>
                      </a:cubicBezTo>
                      <a:lnTo>
                        <a:pt x="57257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2" name="Google Shape;592;p94"/>
                <p:cNvSpPr/>
                <p:nvPr/>
              </p:nvSpPr>
              <p:spPr>
                <a:xfrm>
                  <a:off x="15996766" y="3201193"/>
                  <a:ext cx="536341" cy="620807"/>
                </a:xfrm>
                <a:custGeom>
                  <a:rect b="b" l="l" r="r" t="t"/>
                  <a:pathLst>
                    <a:path extrusionOk="0" h="620807" w="536341">
                      <a:moveTo>
                        <a:pt x="326612" y="82296"/>
                      </a:moveTo>
                      <a:cubicBezTo>
                        <a:pt x="348900" y="82296"/>
                        <a:pt x="371094" y="88360"/>
                        <a:pt x="390747" y="99854"/>
                      </a:cubicBezTo>
                      <a:cubicBezTo>
                        <a:pt x="451326" y="135255"/>
                        <a:pt x="472091" y="213487"/>
                        <a:pt x="437007" y="274225"/>
                      </a:cubicBezTo>
                      <a:lnTo>
                        <a:pt x="323500" y="470789"/>
                      </a:lnTo>
                      <a:cubicBezTo>
                        <a:pt x="299403" y="512540"/>
                        <a:pt x="254826" y="538480"/>
                        <a:pt x="207232" y="538480"/>
                      </a:cubicBezTo>
                      <a:cubicBezTo>
                        <a:pt x="186372" y="538480"/>
                        <a:pt x="166656" y="533495"/>
                        <a:pt x="148686" y="523621"/>
                      </a:cubicBezTo>
                      <a:cubicBezTo>
                        <a:pt x="128174" y="512382"/>
                        <a:pt x="111189" y="495840"/>
                        <a:pt x="99568" y="475837"/>
                      </a:cubicBezTo>
                      <a:lnTo>
                        <a:pt x="99409" y="475520"/>
                      </a:lnTo>
                      <a:lnTo>
                        <a:pt x="99251" y="475266"/>
                      </a:lnTo>
                      <a:cubicBezTo>
                        <a:pt x="76581" y="435801"/>
                        <a:pt x="76612" y="386874"/>
                        <a:pt x="99346" y="347504"/>
                      </a:cubicBezTo>
                      <a:lnTo>
                        <a:pt x="215487" y="146336"/>
                      </a:lnTo>
                      <a:cubicBezTo>
                        <a:pt x="232632" y="116649"/>
                        <a:pt x="260318" y="95472"/>
                        <a:pt x="293465" y="86678"/>
                      </a:cubicBezTo>
                      <a:cubicBezTo>
                        <a:pt x="304387" y="83757"/>
                        <a:pt x="315531" y="82296"/>
                        <a:pt x="326612" y="82296"/>
                      </a:cubicBezTo>
                      <a:moveTo>
                        <a:pt x="326612" y="0"/>
                      </a:moveTo>
                      <a:cubicBezTo>
                        <a:pt x="308515" y="0"/>
                        <a:pt x="290322" y="2349"/>
                        <a:pt x="272352" y="7112"/>
                      </a:cubicBezTo>
                      <a:cubicBezTo>
                        <a:pt x="217900" y="21558"/>
                        <a:pt x="172371" y="56388"/>
                        <a:pt x="144208" y="105188"/>
                      </a:cubicBezTo>
                      <a:lnTo>
                        <a:pt x="28067" y="306356"/>
                      </a:lnTo>
                      <a:cubicBezTo>
                        <a:pt x="-9366" y="371189"/>
                        <a:pt x="-9366" y="451803"/>
                        <a:pt x="28130" y="516731"/>
                      </a:cubicBezTo>
                      <a:cubicBezTo>
                        <a:pt x="28130" y="516763"/>
                        <a:pt x="28162" y="516795"/>
                        <a:pt x="28162" y="516795"/>
                      </a:cubicBezTo>
                      <a:cubicBezTo>
                        <a:pt x="47339" y="549973"/>
                        <a:pt x="75311" y="577278"/>
                        <a:pt x="109124" y="595821"/>
                      </a:cubicBezTo>
                      <a:cubicBezTo>
                        <a:pt x="140017" y="612775"/>
                        <a:pt x="173736" y="620808"/>
                        <a:pt x="207232" y="620808"/>
                      </a:cubicBezTo>
                      <a:cubicBezTo>
                        <a:pt x="281432" y="620808"/>
                        <a:pt x="354711" y="581374"/>
                        <a:pt x="394779" y="511969"/>
                      </a:cubicBezTo>
                      <a:lnTo>
                        <a:pt x="508285" y="315404"/>
                      </a:lnTo>
                      <a:cubicBezTo>
                        <a:pt x="565944" y="215551"/>
                        <a:pt x="531876" y="86995"/>
                        <a:pt x="432276" y="28829"/>
                      </a:cubicBezTo>
                      <a:cubicBezTo>
                        <a:pt x="399669" y="9747"/>
                        <a:pt x="363379" y="0"/>
                        <a:pt x="326612" y="0"/>
                      </a:cubicBezTo>
                      <a:lnTo>
                        <a:pt x="32661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93" name="Google Shape;593;p94"/>
              <p:cNvGrpSpPr/>
              <p:nvPr/>
            </p:nvGrpSpPr>
            <p:grpSpPr>
              <a:xfrm>
                <a:off x="15448143" y="2731135"/>
                <a:ext cx="2678444" cy="4330921"/>
                <a:chOff x="15448143" y="2731135"/>
                <a:chExt cx="2678444" cy="4330921"/>
              </a:xfrm>
            </p:grpSpPr>
            <p:sp>
              <p:nvSpPr>
                <p:cNvPr id="594" name="Google Shape;594;p94"/>
                <p:cNvSpPr/>
                <p:nvPr/>
              </p:nvSpPr>
              <p:spPr>
                <a:xfrm>
                  <a:off x="15834303" y="4779327"/>
                  <a:ext cx="1109175" cy="1613630"/>
                </a:xfrm>
                <a:custGeom>
                  <a:rect b="b" l="l" r="r" t="t"/>
                  <a:pathLst>
                    <a:path extrusionOk="0" h="1613630" w="1109175">
                      <a:moveTo>
                        <a:pt x="899443" y="82328"/>
                      </a:moveTo>
                      <a:cubicBezTo>
                        <a:pt x="921542" y="82328"/>
                        <a:pt x="943544" y="88297"/>
                        <a:pt x="963039" y="99536"/>
                      </a:cubicBezTo>
                      <a:cubicBezTo>
                        <a:pt x="982406" y="110712"/>
                        <a:pt x="998504" y="126746"/>
                        <a:pt x="1009648" y="145955"/>
                      </a:cubicBezTo>
                      <a:lnTo>
                        <a:pt x="1009774" y="146145"/>
                      </a:lnTo>
                      <a:lnTo>
                        <a:pt x="1009902" y="146336"/>
                      </a:lnTo>
                      <a:cubicBezTo>
                        <a:pt x="1032635" y="185864"/>
                        <a:pt x="1032603" y="234855"/>
                        <a:pt x="1009870" y="274257"/>
                      </a:cubicBezTo>
                      <a:lnTo>
                        <a:pt x="321085" y="1467294"/>
                      </a:lnTo>
                      <a:cubicBezTo>
                        <a:pt x="304004" y="1496885"/>
                        <a:pt x="276413" y="1518063"/>
                        <a:pt x="243425" y="1526889"/>
                      </a:cubicBezTo>
                      <a:cubicBezTo>
                        <a:pt x="232408" y="1529842"/>
                        <a:pt x="221168" y="1531334"/>
                        <a:pt x="209992" y="1531334"/>
                      </a:cubicBezTo>
                      <a:cubicBezTo>
                        <a:pt x="187894" y="1531334"/>
                        <a:pt x="165892" y="1525365"/>
                        <a:pt x="146397" y="1514125"/>
                      </a:cubicBezTo>
                      <a:cubicBezTo>
                        <a:pt x="116806" y="1497044"/>
                        <a:pt x="95629" y="1469453"/>
                        <a:pt x="86802" y="1436465"/>
                      </a:cubicBezTo>
                      <a:cubicBezTo>
                        <a:pt x="77975" y="1403445"/>
                        <a:pt x="82484" y="1368996"/>
                        <a:pt x="99597" y="1339406"/>
                      </a:cubicBezTo>
                      <a:lnTo>
                        <a:pt x="788382" y="146367"/>
                      </a:lnTo>
                      <a:cubicBezTo>
                        <a:pt x="805464" y="116776"/>
                        <a:pt x="833054" y="95631"/>
                        <a:pt x="866042" y="86773"/>
                      </a:cubicBezTo>
                      <a:cubicBezTo>
                        <a:pt x="876996" y="83820"/>
                        <a:pt x="888267" y="82328"/>
                        <a:pt x="899443" y="82328"/>
                      </a:cubicBezTo>
                      <a:moveTo>
                        <a:pt x="899443" y="0"/>
                      </a:moveTo>
                      <a:cubicBezTo>
                        <a:pt x="881187" y="0"/>
                        <a:pt x="862804" y="2413"/>
                        <a:pt x="844674" y="7239"/>
                      </a:cubicBezTo>
                      <a:cubicBezTo>
                        <a:pt x="790446" y="21780"/>
                        <a:pt x="745107" y="56547"/>
                        <a:pt x="717040" y="105188"/>
                      </a:cubicBezTo>
                      <a:lnTo>
                        <a:pt x="28255" y="1298225"/>
                      </a:lnTo>
                      <a:cubicBezTo>
                        <a:pt x="188" y="1346835"/>
                        <a:pt x="-7273" y="1403509"/>
                        <a:pt x="7236" y="1457738"/>
                      </a:cubicBezTo>
                      <a:cubicBezTo>
                        <a:pt x="21746" y="1511967"/>
                        <a:pt x="56544" y="1557306"/>
                        <a:pt x="105185" y="1585373"/>
                      </a:cubicBezTo>
                      <a:cubicBezTo>
                        <a:pt x="137570" y="1604073"/>
                        <a:pt x="173512" y="1613630"/>
                        <a:pt x="209929" y="1613630"/>
                      </a:cubicBezTo>
                      <a:cubicBezTo>
                        <a:pt x="228185" y="1613630"/>
                        <a:pt x="246568" y="1611217"/>
                        <a:pt x="264697" y="1606359"/>
                      </a:cubicBezTo>
                      <a:cubicBezTo>
                        <a:pt x="318927" y="1591818"/>
                        <a:pt x="364234" y="1557052"/>
                        <a:pt x="392332" y="1508411"/>
                      </a:cubicBezTo>
                      <a:lnTo>
                        <a:pt x="1081117" y="315373"/>
                      </a:lnTo>
                      <a:cubicBezTo>
                        <a:pt x="1118550" y="250539"/>
                        <a:pt x="1118518" y="169926"/>
                        <a:pt x="1081086" y="104997"/>
                      </a:cubicBezTo>
                      <a:cubicBezTo>
                        <a:pt x="1081086" y="104965"/>
                        <a:pt x="1081054" y="104934"/>
                        <a:pt x="1081054" y="104934"/>
                      </a:cubicBezTo>
                      <a:cubicBezTo>
                        <a:pt x="1062702" y="73184"/>
                        <a:pt x="1036127" y="46641"/>
                        <a:pt x="1004218" y="28225"/>
                      </a:cubicBezTo>
                      <a:cubicBezTo>
                        <a:pt x="971802" y="9557"/>
                        <a:pt x="935860" y="0"/>
                        <a:pt x="899443" y="0"/>
                      </a:cubicBezTo>
                      <a:lnTo>
                        <a:pt x="899443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5" name="Google Shape;595;p94"/>
                <p:cNvSpPr/>
                <p:nvPr/>
              </p:nvSpPr>
              <p:spPr>
                <a:xfrm>
                  <a:off x="16826046" y="3398773"/>
                  <a:ext cx="914480" cy="1276413"/>
                </a:xfrm>
                <a:custGeom>
                  <a:rect b="b" l="l" r="r" t="t"/>
                  <a:pathLst>
                    <a:path extrusionOk="0" h="1276413" w="914480">
                      <a:moveTo>
                        <a:pt x="704752" y="82328"/>
                      </a:moveTo>
                      <a:cubicBezTo>
                        <a:pt x="726850" y="82328"/>
                        <a:pt x="748854" y="88297"/>
                        <a:pt x="768348" y="99568"/>
                      </a:cubicBezTo>
                      <a:cubicBezTo>
                        <a:pt x="786985" y="110331"/>
                        <a:pt x="802638" y="125603"/>
                        <a:pt x="813687" y="143859"/>
                      </a:cubicBezTo>
                      <a:lnTo>
                        <a:pt x="813909" y="144304"/>
                      </a:lnTo>
                      <a:lnTo>
                        <a:pt x="815465" y="146876"/>
                      </a:lnTo>
                      <a:cubicBezTo>
                        <a:pt x="837912" y="186277"/>
                        <a:pt x="837785" y="235014"/>
                        <a:pt x="815147" y="274257"/>
                      </a:cubicBezTo>
                      <a:lnTo>
                        <a:pt x="321022" y="1130110"/>
                      </a:lnTo>
                      <a:cubicBezTo>
                        <a:pt x="303940" y="1159669"/>
                        <a:pt x="276382" y="1180846"/>
                        <a:pt x="243361" y="1189704"/>
                      </a:cubicBezTo>
                      <a:cubicBezTo>
                        <a:pt x="232344" y="1192657"/>
                        <a:pt x="221105" y="1194149"/>
                        <a:pt x="209929" y="1194149"/>
                      </a:cubicBezTo>
                      <a:cubicBezTo>
                        <a:pt x="187830" y="1194149"/>
                        <a:pt x="165860" y="1188180"/>
                        <a:pt x="146334" y="1176909"/>
                      </a:cubicBezTo>
                      <a:cubicBezTo>
                        <a:pt x="116742" y="1159828"/>
                        <a:pt x="95597" y="1132269"/>
                        <a:pt x="86739" y="1099280"/>
                      </a:cubicBezTo>
                      <a:cubicBezTo>
                        <a:pt x="77912" y="1066261"/>
                        <a:pt x="82452" y="1031811"/>
                        <a:pt x="99534" y="1002221"/>
                      </a:cubicBezTo>
                      <a:lnTo>
                        <a:pt x="593659" y="146367"/>
                      </a:lnTo>
                      <a:cubicBezTo>
                        <a:pt x="610741" y="116777"/>
                        <a:pt x="638300" y="95631"/>
                        <a:pt x="671319" y="86773"/>
                      </a:cubicBezTo>
                      <a:cubicBezTo>
                        <a:pt x="682305" y="83820"/>
                        <a:pt x="693576" y="82328"/>
                        <a:pt x="704752" y="82328"/>
                      </a:cubicBezTo>
                      <a:moveTo>
                        <a:pt x="704752" y="0"/>
                      </a:moveTo>
                      <a:cubicBezTo>
                        <a:pt x="686496" y="0"/>
                        <a:pt x="668113" y="2413"/>
                        <a:pt x="650015" y="7239"/>
                      </a:cubicBezTo>
                      <a:cubicBezTo>
                        <a:pt x="595786" y="21780"/>
                        <a:pt x="550448" y="56547"/>
                        <a:pt x="522381" y="105188"/>
                      </a:cubicBezTo>
                      <a:lnTo>
                        <a:pt x="28255" y="961009"/>
                      </a:lnTo>
                      <a:cubicBezTo>
                        <a:pt x="188" y="1009618"/>
                        <a:pt x="-7273" y="1066292"/>
                        <a:pt x="7237" y="1120521"/>
                      </a:cubicBezTo>
                      <a:cubicBezTo>
                        <a:pt x="21778" y="1174782"/>
                        <a:pt x="56576" y="1220089"/>
                        <a:pt x="105186" y="1248156"/>
                      </a:cubicBezTo>
                      <a:cubicBezTo>
                        <a:pt x="137571" y="1266857"/>
                        <a:pt x="173511" y="1276414"/>
                        <a:pt x="209929" y="1276414"/>
                      </a:cubicBezTo>
                      <a:cubicBezTo>
                        <a:pt x="228185" y="1276414"/>
                        <a:pt x="246568" y="1274001"/>
                        <a:pt x="264666" y="1269143"/>
                      </a:cubicBezTo>
                      <a:cubicBezTo>
                        <a:pt x="318894" y="1254601"/>
                        <a:pt x="364234" y="1219835"/>
                        <a:pt x="392301" y="1171194"/>
                      </a:cubicBezTo>
                      <a:lnTo>
                        <a:pt x="886426" y="315373"/>
                      </a:lnTo>
                      <a:cubicBezTo>
                        <a:pt x="923859" y="250539"/>
                        <a:pt x="923827" y="169894"/>
                        <a:pt x="886362" y="104997"/>
                      </a:cubicBezTo>
                      <a:cubicBezTo>
                        <a:pt x="886362" y="104966"/>
                        <a:pt x="886330" y="104934"/>
                        <a:pt x="886330" y="104934"/>
                      </a:cubicBezTo>
                      <a:cubicBezTo>
                        <a:pt x="867980" y="73184"/>
                        <a:pt x="841404" y="46641"/>
                        <a:pt x="809496" y="28226"/>
                      </a:cubicBezTo>
                      <a:cubicBezTo>
                        <a:pt x="777111" y="9557"/>
                        <a:pt x="741169" y="0"/>
                        <a:pt x="704752" y="0"/>
                      </a:cubicBezTo>
                      <a:lnTo>
                        <a:pt x="70475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6" name="Google Shape;596;p94"/>
                <p:cNvSpPr/>
                <p:nvPr/>
              </p:nvSpPr>
              <p:spPr>
                <a:xfrm>
                  <a:off x="15448143" y="6500209"/>
                  <a:ext cx="502315" cy="561847"/>
                </a:xfrm>
                <a:custGeom>
                  <a:rect b="b" l="l" r="r" t="t"/>
                  <a:pathLst>
                    <a:path extrusionOk="0" h="561847" w="502315">
                      <a:moveTo>
                        <a:pt x="295194" y="82296"/>
                      </a:moveTo>
                      <a:cubicBezTo>
                        <a:pt x="315991" y="82296"/>
                        <a:pt x="335580" y="87249"/>
                        <a:pt x="353456" y="97059"/>
                      </a:cubicBezTo>
                      <a:cubicBezTo>
                        <a:pt x="372665" y="107696"/>
                        <a:pt x="388857" y="122904"/>
                        <a:pt x="400477" y="141256"/>
                      </a:cubicBezTo>
                      <a:lnTo>
                        <a:pt x="402796" y="145288"/>
                      </a:lnTo>
                      <a:cubicBezTo>
                        <a:pt x="425655" y="184880"/>
                        <a:pt x="425719" y="233934"/>
                        <a:pt x="402954" y="273367"/>
                      </a:cubicBezTo>
                      <a:lnTo>
                        <a:pt x="320849" y="415575"/>
                      </a:lnTo>
                      <a:cubicBezTo>
                        <a:pt x="303735" y="445230"/>
                        <a:pt x="276017" y="466375"/>
                        <a:pt x="242680" y="475202"/>
                      </a:cubicBezTo>
                      <a:cubicBezTo>
                        <a:pt x="231790" y="478091"/>
                        <a:pt x="220677" y="479584"/>
                        <a:pt x="209628" y="479584"/>
                      </a:cubicBezTo>
                      <a:cubicBezTo>
                        <a:pt x="187340" y="479584"/>
                        <a:pt x="165115" y="473487"/>
                        <a:pt x="145430" y="462026"/>
                      </a:cubicBezTo>
                      <a:cubicBezTo>
                        <a:pt x="84914" y="426656"/>
                        <a:pt x="64245" y="348456"/>
                        <a:pt x="99297" y="287718"/>
                      </a:cubicBezTo>
                      <a:lnTo>
                        <a:pt x="178736" y="150114"/>
                      </a:lnTo>
                      <a:cubicBezTo>
                        <a:pt x="202929" y="108267"/>
                        <a:pt x="247538" y="82296"/>
                        <a:pt x="295194" y="82296"/>
                      </a:cubicBezTo>
                      <a:moveTo>
                        <a:pt x="295194" y="0"/>
                      </a:moveTo>
                      <a:cubicBezTo>
                        <a:pt x="220995" y="0"/>
                        <a:pt x="147620" y="39465"/>
                        <a:pt x="107521" y="108903"/>
                      </a:cubicBezTo>
                      <a:lnTo>
                        <a:pt x="28082" y="246507"/>
                      </a:lnTo>
                      <a:cubicBezTo>
                        <a:pt x="-29608" y="346424"/>
                        <a:pt x="4459" y="474884"/>
                        <a:pt x="103964" y="533019"/>
                      </a:cubicBezTo>
                      <a:cubicBezTo>
                        <a:pt x="136635" y="552069"/>
                        <a:pt x="172893" y="561848"/>
                        <a:pt x="209692" y="561848"/>
                      </a:cubicBezTo>
                      <a:cubicBezTo>
                        <a:pt x="227757" y="561848"/>
                        <a:pt x="245982" y="559498"/>
                        <a:pt x="263921" y="554704"/>
                      </a:cubicBezTo>
                      <a:cubicBezTo>
                        <a:pt x="318340" y="540290"/>
                        <a:pt x="363996" y="505523"/>
                        <a:pt x="392191" y="456692"/>
                      </a:cubicBezTo>
                      <a:lnTo>
                        <a:pt x="474296" y="314484"/>
                      </a:lnTo>
                      <a:cubicBezTo>
                        <a:pt x="511761" y="249586"/>
                        <a:pt x="511602" y="168973"/>
                        <a:pt x="474138" y="104077"/>
                      </a:cubicBezTo>
                      <a:cubicBezTo>
                        <a:pt x="474138" y="104077"/>
                        <a:pt x="474138" y="104077"/>
                        <a:pt x="474201" y="103981"/>
                      </a:cubicBezTo>
                      <a:cubicBezTo>
                        <a:pt x="454929" y="70865"/>
                        <a:pt x="426957" y="43593"/>
                        <a:pt x="393207" y="24955"/>
                      </a:cubicBezTo>
                      <a:cubicBezTo>
                        <a:pt x="362314" y="8033"/>
                        <a:pt x="328659" y="0"/>
                        <a:pt x="295194" y="0"/>
                      </a:cubicBezTo>
                      <a:lnTo>
                        <a:pt x="29519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597" name="Google Shape;597;p94"/>
                <p:cNvSpPr/>
                <p:nvPr/>
              </p:nvSpPr>
              <p:spPr>
                <a:xfrm>
                  <a:off x="17624282" y="2731135"/>
                  <a:ext cx="502305" cy="561879"/>
                </a:xfrm>
                <a:custGeom>
                  <a:rect b="b" l="l" r="r" t="t"/>
                  <a:pathLst>
                    <a:path extrusionOk="0" h="561879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3528" y="108077"/>
                        <a:pt x="390101" y="123952"/>
                        <a:pt x="401690" y="143192"/>
                      </a:cubicBezTo>
                      <a:lnTo>
                        <a:pt x="401690" y="143224"/>
                      </a:lnTo>
                      <a:lnTo>
                        <a:pt x="403055" y="145542"/>
                      </a:lnTo>
                      <a:cubicBezTo>
                        <a:pt x="425725" y="185007"/>
                        <a:pt x="425693" y="233934"/>
                        <a:pt x="402960" y="273304"/>
                      </a:cubicBezTo>
                      <a:lnTo>
                        <a:pt x="320854" y="415544"/>
                      </a:lnTo>
                      <a:cubicBezTo>
                        <a:pt x="303710" y="445230"/>
                        <a:pt x="276024" y="466407"/>
                        <a:pt x="242876" y="475202"/>
                      </a:cubicBezTo>
                      <a:cubicBezTo>
                        <a:pt x="231954" y="478092"/>
                        <a:pt x="220810" y="479584"/>
                        <a:pt x="209729" y="479584"/>
                      </a:cubicBezTo>
                      <a:cubicBezTo>
                        <a:pt x="187441" y="479584"/>
                        <a:pt x="165247" y="473520"/>
                        <a:pt x="145594" y="462026"/>
                      </a:cubicBezTo>
                      <a:cubicBezTo>
                        <a:pt x="85015" y="426625"/>
                        <a:pt x="64250" y="348393"/>
                        <a:pt x="99334" y="287655"/>
                      </a:cubicBezTo>
                      <a:lnTo>
                        <a:pt x="178805" y="150019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4" y="39433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82"/>
                      </a:cubicBezTo>
                      <a:cubicBezTo>
                        <a:pt x="136672" y="552132"/>
                        <a:pt x="172963" y="561880"/>
                        <a:pt x="209729" y="561880"/>
                      </a:cubicBezTo>
                      <a:cubicBezTo>
                        <a:pt x="227827" y="561880"/>
                        <a:pt x="246019" y="559530"/>
                        <a:pt x="263990" y="554768"/>
                      </a:cubicBezTo>
                      <a:cubicBezTo>
                        <a:pt x="318473" y="540322"/>
                        <a:pt x="363971" y="505492"/>
                        <a:pt x="392133" y="456692"/>
                      </a:cubicBezTo>
                      <a:lnTo>
                        <a:pt x="474239" y="314484"/>
                      </a:lnTo>
                      <a:cubicBezTo>
                        <a:pt x="511672" y="249650"/>
                        <a:pt x="511672" y="169037"/>
                        <a:pt x="474175" y="104108"/>
                      </a:cubicBezTo>
                      <a:cubicBezTo>
                        <a:pt x="474175" y="104076"/>
                        <a:pt x="474143" y="104045"/>
                        <a:pt x="474143" y="104045"/>
                      </a:cubicBezTo>
                      <a:cubicBezTo>
                        <a:pt x="454966" y="70866"/>
                        <a:pt x="426963" y="43561"/>
                        <a:pt x="393181" y="25019"/>
                      </a:cubicBezTo>
                      <a:cubicBezTo>
                        <a:pt x="362288" y="8033"/>
                        <a:pt x="328569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  <p:grpSp>
            <p:nvGrpSpPr>
              <p:cNvPr id="598" name="Google Shape;598;p94"/>
              <p:cNvGrpSpPr/>
              <p:nvPr/>
            </p:nvGrpSpPr>
            <p:grpSpPr>
              <a:xfrm>
                <a:off x="14938169" y="1540128"/>
                <a:ext cx="3215025" cy="5260467"/>
                <a:chOff x="14938169" y="1540128"/>
                <a:chExt cx="3215025" cy="5260467"/>
              </a:xfrm>
            </p:grpSpPr>
            <p:sp>
              <p:nvSpPr>
                <p:cNvPr id="599" name="Google Shape;599;p94"/>
                <p:cNvSpPr/>
                <p:nvPr/>
              </p:nvSpPr>
              <p:spPr>
                <a:xfrm>
                  <a:off x="14938169" y="6239319"/>
                  <a:ext cx="501607" cy="561276"/>
                </a:xfrm>
                <a:custGeom>
                  <a:rect b="b" l="l" r="r" t="t"/>
                  <a:pathLst>
                    <a:path extrusionOk="0" h="561276" w="501607">
                      <a:moveTo>
                        <a:pt x="291898" y="82328"/>
                      </a:moveTo>
                      <a:cubicBezTo>
                        <a:pt x="313996" y="82328"/>
                        <a:pt x="335998" y="88265"/>
                        <a:pt x="355493" y="99536"/>
                      </a:cubicBezTo>
                      <a:cubicBezTo>
                        <a:pt x="374892" y="110744"/>
                        <a:pt x="390990" y="126841"/>
                        <a:pt x="402166" y="146209"/>
                      </a:cubicBezTo>
                      <a:cubicBezTo>
                        <a:pt x="413278" y="165417"/>
                        <a:pt x="419215" y="187674"/>
                        <a:pt x="419310" y="210407"/>
                      </a:cubicBezTo>
                      <a:cubicBezTo>
                        <a:pt x="419374" y="232823"/>
                        <a:pt x="413469" y="254889"/>
                        <a:pt x="402325" y="274257"/>
                      </a:cubicBezTo>
                      <a:lnTo>
                        <a:pt x="321076" y="415005"/>
                      </a:lnTo>
                      <a:cubicBezTo>
                        <a:pt x="303995" y="444563"/>
                        <a:pt x="276435" y="465741"/>
                        <a:pt x="243416" y="474568"/>
                      </a:cubicBezTo>
                      <a:cubicBezTo>
                        <a:pt x="232399" y="477520"/>
                        <a:pt x="221127" y="479012"/>
                        <a:pt x="209951" y="479012"/>
                      </a:cubicBezTo>
                      <a:cubicBezTo>
                        <a:pt x="187853" y="479012"/>
                        <a:pt x="165851" y="473043"/>
                        <a:pt x="146356" y="461804"/>
                      </a:cubicBezTo>
                      <a:cubicBezTo>
                        <a:pt x="116796" y="444722"/>
                        <a:pt x="95619" y="417163"/>
                        <a:pt x="86793" y="384143"/>
                      </a:cubicBezTo>
                      <a:cubicBezTo>
                        <a:pt x="77934" y="351123"/>
                        <a:pt x="82475" y="316674"/>
                        <a:pt x="99556" y="287084"/>
                      </a:cubicBezTo>
                      <a:lnTo>
                        <a:pt x="180805" y="146336"/>
                      </a:lnTo>
                      <a:cubicBezTo>
                        <a:pt x="197886" y="116777"/>
                        <a:pt x="225476" y="95599"/>
                        <a:pt x="258465" y="86773"/>
                      </a:cubicBezTo>
                      <a:cubicBezTo>
                        <a:pt x="269451" y="83820"/>
                        <a:pt x="280722" y="82328"/>
                        <a:pt x="291898" y="82328"/>
                      </a:cubicBezTo>
                      <a:moveTo>
                        <a:pt x="291898" y="0"/>
                      </a:moveTo>
                      <a:cubicBezTo>
                        <a:pt x="273642" y="0"/>
                        <a:pt x="255258" y="2413"/>
                        <a:pt x="237129" y="7239"/>
                      </a:cubicBezTo>
                      <a:cubicBezTo>
                        <a:pt x="182900" y="21780"/>
                        <a:pt x="137561" y="56547"/>
                        <a:pt x="109494" y="105156"/>
                      </a:cubicBezTo>
                      <a:lnTo>
                        <a:pt x="28246" y="245904"/>
                      </a:lnTo>
                      <a:cubicBezTo>
                        <a:pt x="179" y="294513"/>
                        <a:pt x="-7282" y="351187"/>
                        <a:pt x="7259" y="405416"/>
                      </a:cubicBezTo>
                      <a:cubicBezTo>
                        <a:pt x="21801" y="459644"/>
                        <a:pt x="56567" y="504984"/>
                        <a:pt x="105176" y="533051"/>
                      </a:cubicBezTo>
                      <a:cubicBezTo>
                        <a:pt x="137561" y="551751"/>
                        <a:pt x="173502" y="561276"/>
                        <a:pt x="209919" y="561276"/>
                      </a:cubicBezTo>
                      <a:cubicBezTo>
                        <a:pt x="228176" y="561276"/>
                        <a:pt x="246559" y="558863"/>
                        <a:pt x="264688" y="554037"/>
                      </a:cubicBezTo>
                      <a:cubicBezTo>
                        <a:pt x="318917" y="539496"/>
                        <a:pt x="364256" y="504730"/>
                        <a:pt x="392323" y="456121"/>
                      </a:cubicBezTo>
                      <a:lnTo>
                        <a:pt x="473571" y="315373"/>
                      </a:lnTo>
                      <a:cubicBezTo>
                        <a:pt x="492240" y="283020"/>
                        <a:pt x="501670" y="246634"/>
                        <a:pt x="501607" y="210185"/>
                      </a:cubicBezTo>
                      <a:cubicBezTo>
                        <a:pt x="501448" y="173831"/>
                        <a:pt x="492145" y="137319"/>
                        <a:pt x="473412" y="104965"/>
                      </a:cubicBezTo>
                      <a:cubicBezTo>
                        <a:pt x="455156" y="73279"/>
                        <a:pt x="428550" y="46641"/>
                        <a:pt x="396641" y="28226"/>
                      </a:cubicBezTo>
                      <a:cubicBezTo>
                        <a:pt x="364256" y="9557"/>
                        <a:pt x="328315" y="0"/>
                        <a:pt x="291898" y="0"/>
                      </a:cubicBezTo>
                      <a:lnTo>
                        <a:pt x="291898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00" name="Google Shape;600;p94"/>
                <p:cNvSpPr/>
                <p:nvPr/>
              </p:nvSpPr>
              <p:spPr>
                <a:xfrm>
                  <a:off x="15308460" y="4698460"/>
                  <a:ext cx="1020906" cy="1460786"/>
                </a:xfrm>
                <a:custGeom>
                  <a:rect b="b" l="l" r="r" t="t"/>
                  <a:pathLst>
                    <a:path extrusionOk="0" h="1460786" w="1020906">
                      <a:moveTo>
                        <a:pt x="811210" y="82296"/>
                      </a:moveTo>
                      <a:cubicBezTo>
                        <a:pt x="833308" y="82296"/>
                        <a:pt x="855279" y="88265"/>
                        <a:pt x="874806" y="99537"/>
                      </a:cubicBezTo>
                      <a:cubicBezTo>
                        <a:pt x="894236" y="110744"/>
                        <a:pt x="910397" y="126873"/>
                        <a:pt x="921541" y="146145"/>
                      </a:cubicBezTo>
                      <a:lnTo>
                        <a:pt x="921827" y="146653"/>
                      </a:lnTo>
                      <a:cubicBezTo>
                        <a:pt x="944369" y="186118"/>
                        <a:pt x="944306" y="234950"/>
                        <a:pt x="921605" y="274257"/>
                      </a:cubicBezTo>
                      <a:lnTo>
                        <a:pt x="321054" y="1314450"/>
                      </a:lnTo>
                      <a:cubicBezTo>
                        <a:pt x="303972" y="1344041"/>
                        <a:pt x="276413" y="1365187"/>
                        <a:pt x="243393" y="1374045"/>
                      </a:cubicBezTo>
                      <a:cubicBezTo>
                        <a:pt x="232376" y="1376998"/>
                        <a:pt x="221136" y="1378490"/>
                        <a:pt x="209960" y="1378490"/>
                      </a:cubicBezTo>
                      <a:cubicBezTo>
                        <a:pt x="187862" y="1378490"/>
                        <a:pt x="165860" y="1372521"/>
                        <a:pt x="146365" y="1361281"/>
                      </a:cubicBezTo>
                      <a:cubicBezTo>
                        <a:pt x="116774" y="1344200"/>
                        <a:pt x="95629" y="1316609"/>
                        <a:pt x="86771" y="1283621"/>
                      </a:cubicBezTo>
                      <a:cubicBezTo>
                        <a:pt x="77944" y="1250601"/>
                        <a:pt x="82452" y="1216152"/>
                        <a:pt x="99566" y="1186561"/>
                      </a:cubicBezTo>
                      <a:lnTo>
                        <a:pt x="700117" y="146368"/>
                      </a:lnTo>
                      <a:cubicBezTo>
                        <a:pt x="717198" y="116777"/>
                        <a:pt x="744758" y="95631"/>
                        <a:pt x="777777" y="86773"/>
                      </a:cubicBezTo>
                      <a:cubicBezTo>
                        <a:pt x="788794" y="83820"/>
                        <a:pt x="800034" y="82296"/>
                        <a:pt x="811210" y="82296"/>
                      </a:cubicBezTo>
                      <a:moveTo>
                        <a:pt x="811210" y="0"/>
                      </a:moveTo>
                      <a:cubicBezTo>
                        <a:pt x="792954" y="0"/>
                        <a:pt x="774571" y="2413"/>
                        <a:pt x="756441" y="7271"/>
                      </a:cubicBezTo>
                      <a:cubicBezTo>
                        <a:pt x="702212" y="21812"/>
                        <a:pt x="656873" y="56579"/>
                        <a:pt x="628807" y="105220"/>
                      </a:cubicBezTo>
                      <a:lnTo>
                        <a:pt x="28255" y="1145381"/>
                      </a:lnTo>
                      <a:cubicBezTo>
                        <a:pt x="188" y="1193991"/>
                        <a:pt x="-7273" y="1250664"/>
                        <a:pt x="7237" y="1304893"/>
                      </a:cubicBezTo>
                      <a:cubicBezTo>
                        <a:pt x="21778" y="1359154"/>
                        <a:pt x="56545" y="1404462"/>
                        <a:pt x="105185" y="1432529"/>
                      </a:cubicBezTo>
                      <a:cubicBezTo>
                        <a:pt x="137571" y="1451229"/>
                        <a:pt x="173511" y="1460786"/>
                        <a:pt x="209929" y="1460786"/>
                      </a:cubicBezTo>
                      <a:cubicBezTo>
                        <a:pt x="228185" y="1460786"/>
                        <a:pt x="246568" y="1458373"/>
                        <a:pt x="264666" y="1453515"/>
                      </a:cubicBezTo>
                      <a:cubicBezTo>
                        <a:pt x="318894" y="1438974"/>
                        <a:pt x="364234" y="1404207"/>
                        <a:pt x="392301" y="1355567"/>
                      </a:cubicBezTo>
                      <a:lnTo>
                        <a:pt x="992852" y="315405"/>
                      </a:lnTo>
                      <a:cubicBezTo>
                        <a:pt x="1030285" y="250571"/>
                        <a:pt x="1030253" y="169958"/>
                        <a:pt x="992788" y="105029"/>
                      </a:cubicBezTo>
                      <a:cubicBezTo>
                        <a:pt x="992788" y="104997"/>
                        <a:pt x="992756" y="104966"/>
                        <a:pt x="992756" y="104966"/>
                      </a:cubicBezTo>
                      <a:cubicBezTo>
                        <a:pt x="974405" y="73216"/>
                        <a:pt x="947831" y="46705"/>
                        <a:pt x="915922" y="28258"/>
                      </a:cubicBezTo>
                      <a:cubicBezTo>
                        <a:pt x="883569" y="9557"/>
                        <a:pt x="847627" y="0"/>
                        <a:pt x="811210" y="0"/>
                      </a:cubicBezTo>
                      <a:lnTo>
                        <a:pt x="811210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01" name="Google Shape;601;p94"/>
                <p:cNvSpPr/>
                <p:nvPr/>
              </p:nvSpPr>
              <p:spPr>
                <a:xfrm>
                  <a:off x="16596970" y="2803175"/>
                  <a:ext cx="826660" cy="1124299"/>
                </a:xfrm>
                <a:custGeom>
                  <a:rect b="b" l="l" r="r" t="t"/>
                  <a:pathLst>
                    <a:path extrusionOk="0" h="1124299" w="826660">
                      <a:moveTo>
                        <a:pt x="616932" y="82296"/>
                      </a:moveTo>
                      <a:cubicBezTo>
                        <a:pt x="639030" y="82296"/>
                        <a:pt x="661001" y="88265"/>
                        <a:pt x="680527" y="99536"/>
                      </a:cubicBezTo>
                      <a:cubicBezTo>
                        <a:pt x="699958" y="110744"/>
                        <a:pt x="716118" y="126873"/>
                        <a:pt x="727263" y="146145"/>
                      </a:cubicBezTo>
                      <a:lnTo>
                        <a:pt x="727358" y="146304"/>
                      </a:lnTo>
                      <a:lnTo>
                        <a:pt x="727453" y="146463"/>
                      </a:lnTo>
                      <a:lnTo>
                        <a:pt x="727708" y="146907"/>
                      </a:lnTo>
                      <a:cubicBezTo>
                        <a:pt x="750123" y="186309"/>
                        <a:pt x="749996" y="235045"/>
                        <a:pt x="727358" y="274257"/>
                      </a:cubicBezTo>
                      <a:lnTo>
                        <a:pt x="321085" y="977932"/>
                      </a:lnTo>
                      <a:cubicBezTo>
                        <a:pt x="304004" y="1007523"/>
                        <a:pt x="276445" y="1028668"/>
                        <a:pt x="243425" y="1037527"/>
                      </a:cubicBezTo>
                      <a:cubicBezTo>
                        <a:pt x="232408" y="1040479"/>
                        <a:pt x="221168" y="1041971"/>
                        <a:pt x="209960" y="1041971"/>
                      </a:cubicBezTo>
                      <a:cubicBezTo>
                        <a:pt x="187862" y="1041971"/>
                        <a:pt x="165892" y="1036002"/>
                        <a:pt x="146365" y="1024731"/>
                      </a:cubicBezTo>
                      <a:cubicBezTo>
                        <a:pt x="116774" y="1007650"/>
                        <a:pt x="95597" y="980059"/>
                        <a:pt x="86770" y="947102"/>
                      </a:cubicBezTo>
                      <a:cubicBezTo>
                        <a:pt x="77943" y="914083"/>
                        <a:pt x="82484" y="879602"/>
                        <a:pt x="99565" y="850043"/>
                      </a:cubicBezTo>
                      <a:lnTo>
                        <a:pt x="505838" y="146367"/>
                      </a:lnTo>
                      <a:cubicBezTo>
                        <a:pt x="522920" y="116776"/>
                        <a:pt x="550479" y="95631"/>
                        <a:pt x="583499" y="86773"/>
                      </a:cubicBezTo>
                      <a:cubicBezTo>
                        <a:pt x="594517" y="83820"/>
                        <a:pt x="605756" y="82296"/>
                        <a:pt x="616932" y="82296"/>
                      </a:cubicBezTo>
                      <a:moveTo>
                        <a:pt x="616932" y="0"/>
                      </a:moveTo>
                      <a:cubicBezTo>
                        <a:pt x="598675" y="0"/>
                        <a:pt x="580293" y="2413"/>
                        <a:pt x="562163" y="7271"/>
                      </a:cubicBezTo>
                      <a:cubicBezTo>
                        <a:pt x="507934" y="21812"/>
                        <a:pt x="462595" y="56579"/>
                        <a:pt x="434528" y="105220"/>
                      </a:cubicBezTo>
                      <a:lnTo>
                        <a:pt x="28255" y="808895"/>
                      </a:lnTo>
                      <a:cubicBezTo>
                        <a:pt x="188" y="857504"/>
                        <a:pt x="-7273" y="914146"/>
                        <a:pt x="7237" y="968407"/>
                      </a:cubicBezTo>
                      <a:cubicBezTo>
                        <a:pt x="21778" y="1022667"/>
                        <a:pt x="56576" y="1067975"/>
                        <a:pt x="105185" y="1096042"/>
                      </a:cubicBezTo>
                      <a:cubicBezTo>
                        <a:pt x="137570" y="1114742"/>
                        <a:pt x="173511" y="1124299"/>
                        <a:pt x="209928" y="1124299"/>
                      </a:cubicBezTo>
                      <a:cubicBezTo>
                        <a:pt x="228185" y="1124299"/>
                        <a:pt x="246568" y="1121886"/>
                        <a:pt x="264697" y="1117028"/>
                      </a:cubicBezTo>
                      <a:cubicBezTo>
                        <a:pt x="318926" y="1102487"/>
                        <a:pt x="364266" y="1067721"/>
                        <a:pt x="392332" y="1019080"/>
                      </a:cubicBezTo>
                      <a:lnTo>
                        <a:pt x="798606" y="315436"/>
                      </a:lnTo>
                      <a:cubicBezTo>
                        <a:pt x="836038" y="250603"/>
                        <a:pt x="836007" y="169958"/>
                        <a:pt x="798542" y="105061"/>
                      </a:cubicBezTo>
                      <a:cubicBezTo>
                        <a:pt x="798542" y="105029"/>
                        <a:pt x="798510" y="104997"/>
                        <a:pt x="798510" y="104997"/>
                      </a:cubicBezTo>
                      <a:cubicBezTo>
                        <a:pt x="780159" y="73247"/>
                        <a:pt x="753584" y="46704"/>
                        <a:pt x="721675" y="28289"/>
                      </a:cubicBezTo>
                      <a:cubicBezTo>
                        <a:pt x="689290" y="9557"/>
                        <a:pt x="653349" y="0"/>
                        <a:pt x="616932" y="0"/>
                      </a:cubicBezTo>
                      <a:lnTo>
                        <a:pt x="616932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02" name="Google Shape;602;p94"/>
                <p:cNvSpPr/>
                <p:nvPr/>
              </p:nvSpPr>
              <p:spPr>
                <a:xfrm>
                  <a:off x="16212169" y="4032503"/>
                  <a:ext cx="502305" cy="561848"/>
                </a:xfrm>
                <a:custGeom>
                  <a:rect b="b" l="l" r="r" t="t"/>
                  <a:pathLst>
                    <a:path extrusionOk="0" h="561848" w="502305">
                      <a:moveTo>
                        <a:pt x="295074" y="82296"/>
                      </a:moveTo>
                      <a:cubicBezTo>
                        <a:pt x="315933" y="82296"/>
                        <a:pt x="335650" y="87281"/>
                        <a:pt x="353620" y="97155"/>
                      </a:cubicBezTo>
                      <a:cubicBezTo>
                        <a:pt x="374226" y="108458"/>
                        <a:pt x="391244" y="125063"/>
                        <a:pt x="402865" y="145193"/>
                      </a:cubicBezTo>
                      <a:lnTo>
                        <a:pt x="403087" y="145574"/>
                      </a:lnTo>
                      <a:lnTo>
                        <a:pt x="403151" y="145701"/>
                      </a:lnTo>
                      <a:lnTo>
                        <a:pt x="403151" y="145701"/>
                      </a:lnTo>
                      <a:cubicBezTo>
                        <a:pt x="425693" y="185134"/>
                        <a:pt x="425629" y="233966"/>
                        <a:pt x="402928" y="273272"/>
                      </a:cubicBezTo>
                      <a:lnTo>
                        <a:pt x="320822" y="415512"/>
                      </a:lnTo>
                      <a:cubicBezTo>
                        <a:pt x="303678" y="445199"/>
                        <a:pt x="275992" y="466376"/>
                        <a:pt x="242845" y="475171"/>
                      </a:cubicBezTo>
                      <a:cubicBezTo>
                        <a:pt x="231922" y="478060"/>
                        <a:pt x="220778" y="479552"/>
                        <a:pt x="209697" y="479552"/>
                      </a:cubicBezTo>
                      <a:cubicBezTo>
                        <a:pt x="187409" y="479552"/>
                        <a:pt x="165216" y="473488"/>
                        <a:pt x="145563" y="461994"/>
                      </a:cubicBezTo>
                      <a:cubicBezTo>
                        <a:pt x="84983" y="426593"/>
                        <a:pt x="64219" y="348361"/>
                        <a:pt x="99303" y="287624"/>
                      </a:cubicBezTo>
                      <a:lnTo>
                        <a:pt x="178773" y="149987"/>
                      </a:lnTo>
                      <a:cubicBezTo>
                        <a:pt x="202903" y="108236"/>
                        <a:pt x="247449" y="82296"/>
                        <a:pt x="295074" y="82296"/>
                      </a:cubicBezTo>
                      <a:moveTo>
                        <a:pt x="295074" y="0"/>
                      </a:moveTo>
                      <a:cubicBezTo>
                        <a:pt x="220873" y="0"/>
                        <a:pt x="147595" y="39434"/>
                        <a:pt x="107526" y="108839"/>
                      </a:cubicBezTo>
                      <a:lnTo>
                        <a:pt x="28056" y="246475"/>
                      </a:lnTo>
                      <a:cubicBezTo>
                        <a:pt x="-29602" y="346329"/>
                        <a:pt x="4466" y="474885"/>
                        <a:pt x="104065" y="533051"/>
                      </a:cubicBezTo>
                      <a:cubicBezTo>
                        <a:pt x="136672" y="552101"/>
                        <a:pt x="172963" y="561848"/>
                        <a:pt x="209729" y="561848"/>
                      </a:cubicBezTo>
                      <a:cubicBezTo>
                        <a:pt x="227827" y="561848"/>
                        <a:pt x="246020" y="559499"/>
                        <a:pt x="263990" y="554736"/>
                      </a:cubicBezTo>
                      <a:cubicBezTo>
                        <a:pt x="318441" y="540290"/>
                        <a:pt x="363971" y="505460"/>
                        <a:pt x="392133" y="456661"/>
                      </a:cubicBezTo>
                      <a:lnTo>
                        <a:pt x="474239" y="314452"/>
                      </a:lnTo>
                      <a:cubicBezTo>
                        <a:pt x="511672" y="249618"/>
                        <a:pt x="511672" y="169006"/>
                        <a:pt x="474175" y="104077"/>
                      </a:cubicBezTo>
                      <a:cubicBezTo>
                        <a:pt x="474175" y="104045"/>
                        <a:pt x="474143" y="104013"/>
                        <a:pt x="474143" y="104013"/>
                      </a:cubicBezTo>
                      <a:cubicBezTo>
                        <a:pt x="454966" y="70834"/>
                        <a:pt x="426995" y="43530"/>
                        <a:pt x="393181" y="24987"/>
                      </a:cubicBezTo>
                      <a:cubicBezTo>
                        <a:pt x="362288" y="8033"/>
                        <a:pt x="328570" y="0"/>
                        <a:pt x="295074" y="0"/>
                      </a:cubicBezTo>
                      <a:lnTo>
                        <a:pt x="295074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  <p:sp>
              <p:nvSpPr>
                <p:cNvPr id="603" name="Google Shape;603;p94"/>
                <p:cNvSpPr/>
                <p:nvPr/>
              </p:nvSpPr>
              <p:spPr>
                <a:xfrm>
                  <a:off x="17294061" y="1540128"/>
                  <a:ext cx="859133" cy="1182941"/>
                </a:xfrm>
                <a:custGeom>
                  <a:rect b="b" l="l" r="r" t="t"/>
                  <a:pathLst>
                    <a:path extrusionOk="0" h="1182941" w="859133">
                      <a:moveTo>
                        <a:pt x="649329" y="82296"/>
                      </a:moveTo>
                      <a:cubicBezTo>
                        <a:pt x="671332" y="82296"/>
                        <a:pt x="693080" y="88075"/>
                        <a:pt x="712226" y="98997"/>
                      </a:cubicBezTo>
                      <a:cubicBezTo>
                        <a:pt x="742007" y="115983"/>
                        <a:pt x="763343" y="143574"/>
                        <a:pt x="772296" y="176657"/>
                      </a:cubicBezTo>
                      <a:cubicBezTo>
                        <a:pt x="781250" y="209772"/>
                        <a:pt x="776742" y="244348"/>
                        <a:pt x="759596" y="274034"/>
                      </a:cubicBezTo>
                      <a:lnTo>
                        <a:pt x="319319" y="1036638"/>
                      </a:lnTo>
                      <a:cubicBezTo>
                        <a:pt x="296587" y="1076008"/>
                        <a:pt x="254264" y="1100487"/>
                        <a:pt x="208766" y="1100614"/>
                      </a:cubicBezTo>
                      <a:lnTo>
                        <a:pt x="208321" y="1100614"/>
                      </a:lnTo>
                      <a:cubicBezTo>
                        <a:pt x="185080" y="1100614"/>
                        <a:pt x="162157" y="1094169"/>
                        <a:pt x="142091" y="1081977"/>
                      </a:cubicBezTo>
                      <a:cubicBezTo>
                        <a:pt x="114088" y="1064990"/>
                        <a:pt x="94212" y="1037273"/>
                        <a:pt x="86116" y="1003999"/>
                      </a:cubicBezTo>
                      <a:cubicBezTo>
                        <a:pt x="77860" y="969931"/>
                        <a:pt x="82941" y="934498"/>
                        <a:pt x="100435" y="904177"/>
                      </a:cubicBezTo>
                      <a:lnTo>
                        <a:pt x="538077" y="146145"/>
                      </a:lnTo>
                      <a:cubicBezTo>
                        <a:pt x="560810" y="106744"/>
                        <a:pt x="603450" y="82296"/>
                        <a:pt x="649329" y="82296"/>
                      </a:cubicBezTo>
                      <a:moveTo>
                        <a:pt x="649329" y="0"/>
                      </a:moveTo>
                      <a:cubicBezTo>
                        <a:pt x="576558" y="0"/>
                        <a:pt x="505628" y="37719"/>
                        <a:pt x="466830" y="104997"/>
                      </a:cubicBezTo>
                      <a:lnTo>
                        <a:pt x="29188" y="863029"/>
                      </a:lnTo>
                      <a:cubicBezTo>
                        <a:pt x="-28978" y="963771"/>
                        <a:pt x="2518" y="1093565"/>
                        <a:pt x="99419" y="1152335"/>
                      </a:cubicBezTo>
                      <a:cubicBezTo>
                        <a:pt x="132344" y="1172337"/>
                        <a:pt x="169999" y="1182910"/>
                        <a:pt x="208321" y="1182942"/>
                      </a:cubicBezTo>
                      <a:cubicBezTo>
                        <a:pt x="208321" y="1182942"/>
                        <a:pt x="208353" y="1182942"/>
                        <a:pt x="208353" y="1182942"/>
                      </a:cubicBezTo>
                      <a:cubicBezTo>
                        <a:pt x="208385" y="1182942"/>
                        <a:pt x="208385" y="1182942"/>
                        <a:pt x="208385" y="1182942"/>
                      </a:cubicBezTo>
                      <a:cubicBezTo>
                        <a:pt x="283346" y="1182942"/>
                        <a:pt x="353165" y="1142651"/>
                        <a:pt x="390598" y="1077817"/>
                      </a:cubicBezTo>
                      <a:lnTo>
                        <a:pt x="830876" y="315214"/>
                      </a:lnTo>
                      <a:cubicBezTo>
                        <a:pt x="859038" y="266414"/>
                        <a:pt x="866467" y="209582"/>
                        <a:pt x="851735" y="155194"/>
                      </a:cubicBezTo>
                      <a:cubicBezTo>
                        <a:pt x="837003" y="100806"/>
                        <a:pt x="801951" y="55467"/>
                        <a:pt x="752993" y="27559"/>
                      </a:cubicBezTo>
                      <a:cubicBezTo>
                        <a:pt x="720290" y="8858"/>
                        <a:pt x="684603" y="0"/>
                        <a:pt x="649329" y="0"/>
                      </a:cubicBezTo>
                      <a:lnTo>
                        <a:pt x="649329" y="0"/>
                      </a:lnTo>
                      <a:close/>
                    </a:path>
                  </a:pathLst>
                </a:custGeom>
                <a:solidFill>
                  <a:srgbClr val="30004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DM Sans"/>
                    <a:ea typeface="DM Sans"/>
                    <a:cs typeface="DM Sans"/>
                    <a:sym typeface="DM Sans"/>
                  </a:endParaRPr>
                </a:p>
              </p:txBody>
            </p:sp>
          </p:grpSp>
        </p:grpSp>
        <p:sp>
          <p:nvSpPr>
            <p:cNvPr id="604" name="Google Shape;604;p94"/>
            <p:cNvSpPr/>
            <p:nvPr/>
          </p:nvSpPr>
          <p:spPr>
            <a:xfrm>
              <a:off x="16931720" y="5344128"/>
              <a:ext cx="3193198" cy="4621530"/>
            </a:xfrm>
            <a:custGeom>
              <a:rect b="b" l="l" r="r" t="t"/>
              <a:pathLst>
                <a:path extrusionOk="0" h="4621530" w="3193198">
                  <a:moveTo>
                    <a:pt x="2588788" y="0"/>
                  </a:moveTo>
                  <a:cubicBezTo>
                    <a:pt x="2536209" y="0"/>
                    <a:pt x="2483315" y="6858"/>
                    <a:pt x="2431182" y="20765"/>
                  </a:cubicBezTo>
                  <a:cubicBezTo>
                    <a:pt x="2275066" y="62389"/>
                    <a:pt x="2144574" y="162020"/>
                    <a:pt x="2063737" y="301276"/>
                  </a:cubicBezTo>
                  <a:lnTo>
                    <a:pt x="80792" y="3718179"/>
                  </a:lnTo>
                  <a:cubicBezTo>
                    <a:pt x="-26999" y="3903917"/>
                    <a:pt x="-26904" y="4134771"/>
                    <a:pt x="80919" y="4320699"/>
                  </a:cubicBezTo>
                  <a:cubicBezTo>
                    <a:pt x="80951" y="4320763"/>
                    <a:pt x="81014" y="4320858"/>
                    <a:pt x="81046" y="4320922"/>
                  </a:cubicBezTo>
                  <a:cubicBezTo>
                    <a:pt x="133909" y="4411885"/>
                    <a:pt x="210395" y="4487863"/>
                    <a:pt x="302312" y="4540632"/>
                  </a:cubicBezTo>
                  <a:cubicBezTo>
                    <a:pt x="395530" y="4594162"/>
                    <a:pt x="499003" y="4621531"/>
                    <a:pt x="603873" y="4621531"/>
                  </a:cubicBezTo>
                  <a:cubicBezTo>
                    <a:pt x="656451" y="4621531"/>
                    <a:pt x="709346" y="4614672"/>
                    <a:pt x="761480" y="4600766"/>
                  </a:cubicBezTo>
                  <a:cubicBezTo>
                    <a:pt x="917595" y="4559141"/>
                    <a:pt x="1048088" y="4459510"/>
                    <a:pt x="1128923" y="4320254"/>
                  </a:cubicBezTo>
                  <a:lnTo>
                    <a:pt x="3111869" y="903351"/>
                  </a:lnTo>
                  <a:cubicBezTo>
                    <a:pt x="3192673" y="764096"/>
                    <a:pt x="3214135" y="601821"/>
                    <a:pt x="3172354" y="446500"/>
                  </a:cubicBezTo>
                  <a:cubicBezTo>
                    <a:pt x="3130537" y="291148"/>
                    <a:pt x="3030336" y="161354"/>
                    <a:pt x="2890382" y="80963"/>
                  </a:cubicBezTo>
                  <a:cubicBezTo>
                    <a:pt x="2797162" y="27337"/>
                    <a:pt x="2693659" y="0"/>
                    <a:pt x="2588788" y="0"/>
                  </a:cubicBezTo>
                  <a:moveTo>
                    <a:pt x="2588788" y="254572"/>
                  </a:moveTo>
                  <a:cubicBezTo>
                    <a:pt x="2649082" y="254572"/>
                    <a:pt x="2709120" y="270764"/>
                    <a:pt x="2762428" y="301403"/>
                  </a:cubicBezTo>
                  <a:cubicBezTo>
                    <a:pt x="2843233" y="347821"/>
                    <a:pt x="2901018" y="422720"/>
                    <a:pt x="2925116" y="512318"/>
                  </a:cubicBezTo>
                  <a:cubicBezTo>
                    <a:pt x="2949277" y="602012"/>
                    <a:pt x="2936862" y="695643"/>
                    <a:pt x="2890222" y="776002"/>
                  </a:cubicBezTo>
                  <a:lnTo>
                    <a:pt x="907276" y="4192905"/>
                  </a:lnTo>
                  <a:cubicBezTo>
                    <a:pt x="860604" y="4273297"/>
                    <a:pt x="785293" y="4330796"/>
                    <a:pt x="695186" y="4354831"/>
                  </a:cubicBezTo>
                  <a:cubicBezTo>
                    <a:pt x="665087" y="4362863"/>
                    <a:pt x="634322" y="4366927"/>
                    <a:pt x="603809" y="4366927"/>
                  </a:cubicBezTo>
                  <a:cubicBezTo>
                    <a:pt x="543516" y="4366927"/>
                    <a:pt x="483477" y="4350735"/>
                    <a:pt x="430137" y="4320096"/>
                  </a:cubicBezTo>
                  <a:cubicBezTo>
                    <a:pt x="377083" y="4289679"/>
                    <a:pt x="332982" y="4245896"/>
                    <a:pt x="302534" y="4193508"/>
                  </a:cubicBezTo>
                  <a:lnTo>
                    <a:pt x="302280" y="4193096"/>
                  </a:lnTo>
                  <a:cubicBezTo>
                    <a:pt x="240177" y="4085686"/>
                    <a:pt x="240208" y="3952526"/>
                    <a:pt x="302343" y="3845465"/>
                  </a:cubicBezTo>
                  <a:lnTo>
                    <a:pt x="2285290" y="428562"/>
                  </a:lnTo>
                  <a:cubicBezTo>
                    <a:pt x="2331930" y="348202"/>
                    <a:pt x="2407273" y="290703"/>
                    <a:pt x="2497379" y="266637"/>
                  </a:cubicBezTo>
                  <a:cubicBezTo>
                    <a:pt x="2527542" y="258636"/>
                    <a:pt x="2558276" y="254572"/>
                    <a:pt x="2588788" y="254572"/>
                  </a:cubicBezTo>
                </a:path>
              </a:pathLst>
            </a:custGeom>
            <a:solidFill>
              <a:srgbClr val="3000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Licht">
  <p:cSld name="Foto Slide Gradient Licht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Menselijk gezicht, overdekt, muur, persoon&#10;&#10;Automatisch gegenereerde beschrijving" id="606" name="Google Shape;606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66825" y="-2647092"/>
            <a:ext cx="14906625" cy="9938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fbeelding met Kleurrijkheid, waas, sinaasappel, paars&#10;&#10;Automatisch gegenereerde beschrijving" id="607" name="Google Shape;607;p95"/>
          <p:cNvPicPr preferRelativeResize="0"/>
          <p:nvPr/>
        </p:nvPicPr>
        <p:blipFill rotWithShape="1">
          <a:blip r:embed="rId3">
            <a:alphaModFix/>
          </a:blip>
          <a:srcRect b="-106472" l="-17321" r="-16126" t="-27143"/>
          <a:stretch/>
        </p:blipFill>
        <p:spPr>
          <a:xfrm>
            <a:off x="-2121323" y="-1860098"/>
            <a:ext cx="16269879" cy="16017181"/>
          </a:xfrm>
          <a:custGeom>
            <a:rect b="b" l="l" r="r" t="t"/>
            <a:pathLst>
              <a:path extrusionOk="0" h="16017181" w="16269879">
                <a:moveTo>
                  <a:pt x="7569614" y="6818864"/>
                </a:moveTo>
                <a:cubicBezTo>
                  <a:pt x="7593319" y="6817571"/>
                  <a:pt x="7617973" y="6818331"/>
                  <a:pt x="7641951" y="6820654"/>
                </a:cubicBezTo>
                <a:lnTo>
                  <a:pt x="14151031" y="7357981"/>
                </a:lnTo>
                <a:lnTo>
                  <a:pt x="14303797" y="7363868"/>
                </a:lnTo>
                <a:lnTo>
                  <a:pt x="14303797" y="8717205"/>
                </a:lnTo>
                <a:lnTo>
                  <a:pt x="11667158" y="8717205"/>
                </a:lnTo>
                <a:lnTo>
                  <a:pt x="11644458" y="8681134"/>
                </a:lnTo>
                <a:cubicBezTo>
                  <a:pt x="11385540" y="8311230"/>
                  <a:pt x="11009895" y="8044530"/>
                  <a:pt x="10569383" y="7921518"/>
                </a:cubicBezTo>
                <a:lnTo>
                  <a:pt x="7590602" y="7089671"/>
                </a:lnTo>
                <a:cubicBezTo>
                  <a:pt x="7451799" y="7050869"/>
                  <a:pt x="7415701" y="6952279"/>
                  <a:pt x="7425776" y="6899172"/>
                </a:cubicBezTo>
                <a:cubicBezTo>
                  <a:pt x="7435929" y="6845097"/>
                  <a:pt x="7498500" y="6822741"/>
                  <a:pt x="7569614" y="6818864"/>
                </a:cubicBezTo>
                <a:close/>
                <a:moveTo>
                  <a:pt x="2111797" y="6605929"/>
                </a:moveTo>
                <a:lnTo>
                  <a:pt x="2111797" y="8717205"/>
                </a:lnTo>
                <a:lnTo>
                  <a:pt x="11667158" y="8717205"/>
                </a:lnTo>
                <a:lnTo>
                  <a:pt x="11748125" y="8845865"/>
                </a:lnTo>
                <a:cubicBezTo>
                  <a:pt x="12004708" y="9301366"/>
                  <a:pt x="12068673" y="9829510"/>
                  <a:pt x="11928012" y="10332972"/>
                </a:cubicBezTo>
                <a:cubicBezTo>
                  <a:pt x="11715238" y="11095089"/>
                  <a:pt x="11076331" y="11624295"/>
                  <a:pt x="10341137" y="11738975"/>
                </a:cubicBezTo>
                <a:cubicBezTo>
                  <a:pt x="10326178" y="11743376"/>
                  <a:pt x="6963221" y="12004470"/>
                  <a:pt x="6963221" y="12004470"/>
                </a:cubicBezTo>
                <a:cubicBezTo>
                  <a:pt x="6909066" y="12013012"/>
                  <a:pt x="6893009" y="12050675"/>
                  <a:pt x="6889872" y="12082280"/>
                </a:cubicBezTo>
                <a:cubicBezTo>
                  <a:pt x="6886647" y="12115119"/>
                  <a:pt x="6895312" y="12157764"/>
                  <a:pt x="6954857" y="12174355"/>
                </a:cubicBezTo>
                <a:cubicBezTo>
                  <a:pt x="7988909" y="12463114"/>
                  <a:pt x="8599748" y="13540433"/>
                  <a:pt x="8316240" y="14576049"/>
                </a:cubicBezTo>
                <a:cubicBezTo>
                  <a:pt x="8177778" y="15082100"/>
                  <a:pt x="7850065" y="15503265"/>
                  <a:pt x="7393589" y="15762037"/>
                </a:cubicBezTo>
                <a:lnTo>
                  <a:pt x="7393512" y="15761734"/>
                </a:lnTo>
                <a:cubicBezTo>
                  <a:pt x="6937035" y="16020507"/>
                  <a:pt x="6407319" y="16085278"/>
                  <a:pt x="5901955" y="15944135"/>
                </a:cubicBezTo>
                <a:lnTo>
                  <a:pt x="4429163" y="15532890"/>
                </a:lnTo>
                <a:cubicBezTo>
                  <a:pt x="3757678" y="15345395"/>
                  <a:pt x="3232741" y="14808950"/>
                  <a:pt x="3059188" y="14132981"/>
                </a:cubicBezTo>
                <a:lnTo>
                  <a:pt x="3059013" y="14132299"/>
                </a:lnTo>
                <a:cubicBezTo>
                  <a:pt x="2970484" y="13786842"/>
                  <a:pt x="2978730" y="13422809"/>
                  <a:pt x="3082784" y="13079333"/>
                </a:cubicBezTo>
                <a:cubicBezTo>
                  <a:pt x="3316790" y="12307328"/>
                  <a:pt x="4013517" y="11785454"/>
                  <a:pt x="4794536" y="11711738"/>
                </a:cubicBezTo>
                <a:cubicBezTo>
                  <a:pt x="4801898" y="11710498"/>
                  <a:pt x="4808970" y="11708442"/>
                  <a:pt x="4816506" y="11707886"/>
                </a:cubicBezTo>
                <a:lnTo>
                  <a:pt x="7157977" y="11527241"/>
                </a:lnTo>
                <a:lnTo>
                  <a:pt x="7157895" y="11526293"/>
                </a:lnTo>
                <a:cubicBezTo>
                  <a:pt x="7309163" y="11514689"/>
                  <a:pt x="7373397" y="11404778"/>
                  <a:pt x="7383108" y="11305767"/>
                </a:cubicBezTo>
                <a:cubicBezTo>
                  <a:pt x="7392765" y="11207173"/>
                  <a:pt x="7351282" y="11087571"/>
                  <a:pt x="7206768" y="11046353"/>
                </a:cubicBezTo>
                <a:lnTo>
                  <a:pt x="2976769" y="9865070"/>
                </a:lnTo>
                <a:cubicBezTo>
                  <a:pt x="2305285" y="9677574"/>
                  <a:pt x="1780347" y="9141129"/>
                  <a:pt x="1606794" y="8465161"/>
                </a:cubicBezTo>
                <a:lnTo>
                  <a:pt x="1606620" y="8464479"/>
                </a:lnTo>
                <a:cubicBezTo>
                  <a:pt x="1521842" y="8133662"/>
                  <a:pt x="1525805" y="7784147"/>
                  <a:pt x="1618140" y="7453617"/>
                </a:cubicBezTo>
                <a:cubicBezTo>
                  <a:pt x="1697949" y="7167859"/>
                  <a:pt x="1837591" y="6914663"/>
                  <a:pt x="2019735" y="6703751"/>
                </a:cubicBezTo>
                <a:close/>
                <a:moveTo>
                  <a:pt x="2111797" y="4033231"/>
                </a:moveTo>
                <a:lnTo>
                  <a:pt x="9738809" y="6163091"/>
                </a:lnTo>
                <a:cubicBezTo>
                  <a:pt x="9889270" y="6204483"/>
                  <a:pt x="9878679" y="6334762"/>
                  <a:pt x="9871863" y="6373777"/>
                </a:cubicBezTo>
                <a:cubicBezTo>
                  <a:pt x="9864989" y="6412885"/>
                  <a:pt x="9830444" y="6539278"/>
                  <a:pt x="9674037" y="6526410"/>
                </a:cubicBezTo>
                <a:lnTo>
                  <a:pt x="3654507" y="6028461"/>
                </a:lnTo>
                <a:lnTo>
                  <a:pt x="3654454" y="6029202"/>
                </a:lnTo>
                <a:cubicBezTo>
                  <a:pt x="3083924" y="5984830"/>
                  <a:pt x="2530883" y="6195137"/>
                  <a:pt x="2133982" y="6582356"/>
                </a:cubicBezTo>
                <a:lnTo>
                  <a:pt x="2111797" y="6605929"/>
                </a:lnTo>
                <a:close/>
                <a:moveTo>
                  <a:pt x="14303797" y="3373986"/>
                </a:moveTo>
                <a:lnTo>
                  <a:pt x="14838219" y="3523234"/>
                </a:lnTo>
                <a:cubicBezTo>
                  <a:pt x="15341662" y="3663818"/>
                  <a:pt x="15760380" y="3992079"/>
                  <a:pt x="16016962" y="4447580"/>
                </a:cubicBezTo>
                <a:cubicBezTo>
                  <a:pt x="16273620" y="4903062"/>
                  <a:pt x="16337509" y="5431226"/>
                  <a:pt x="16196848" y="5934687"/>
                </a:cubicBezTo>
                <a:cubicBezTo>
                  <a:pt x="15956619" y="6795048"/>
                  <a:pt x="15174125" y="7359828"/>
                  <a:pt x="14322201" y="7364577"/>
                </a:cubicBezTo>
                <a:lnTo>
                  <a:pt x="14303797" y="7363868"/>
                </a:lnTo>
                <a:close/>
                <a:moveTo>
                  <a:pt x="8886096" y="1860990"/>
                </a:moveTo>
                <a:lnTo>
                  <a:pt x="14303797" y="1860990"/>
                </a:lnTo>
                <a:lnTo>
                  <a:pt x="14303797" y="3373986"/>
                </a:lnTo>
                <a:close/>
                <a:moveTo>
                  <a:pt x="1912043" y="460"/>
                </a:moveTo>
                <a:cubicBezTo>
                  <a:pt x="2102661" y="-3699"/>
                  <a:pt x="2294950" y="20280"/>
                  <a:pt x="2483777" y="73021"/>
                </a:cubicBezTo>
                <a:lnTo>
                  <a:pt x="8886096" y="1860990"/>
                </a:lnTo>
                <a:lnTo>
                  <a:pt x="2111797" y="1860990"/>
                </a:lnTo>
                <a:lnTo>
                  <a:pt x="2111797" y="4033231"/>
                </a:lnTo>
                <a:lnTo>
                  <a:pt x="1430953" y="3843104"/>
                </a:lnTo>
                <a:cubicBezTo>
                  <a:pt x="759467" y="3655608"/>
                  <a:pt x="234529" y="3119163"/>
                  <a:pt x="60978" y="2443194"/>
                </a:cubicBezTo>
                <a:lnTo>
                  <a:pt x="60784" y="2442436"/>
                </a:lnTo>
                <a:cubicBezTo>
                  <a:pt x="-23994" y="2111620"/>
                  <a:pt x="-20032" y="1762105"/>
                  <a:pt x="72304" y="1431574"/>
                </a:cubicBezTo>
                <a:cubicBezTo>
                  <a:pt x="212964" y="928112"/>
                  <a:pt x="541169" y="509489"/>
                  <a:pt x="996651" y="252831"/>
                </a:cubicBezTo>
                <a:cubicBezTo>
                  <a:pt x="1281291" y="92479"/>
                  <a:pt x="1594345" y="7390"/>
                  <a:pt x="1912043" y="460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608" name="Google Shape;608;p95"/>
          <p:cNvGrpSpPr/>
          <p:nvPr/>
        </p:nvGrpSpPr>
        <p:grpSpPr>
          <a:xfrm>
            <a:off x="74622" y="99203"/>
            <a:ext cx="11855153" cy="6612227"/>
            <a:chOff x="74622" y="99203"/>
            <a:chExt cx="11855153" cy="6612227"/>
          </a:xfrm>
        </p:grpSpPr>
        <p:pic>
          <p:nvPicPr>
            <p:cNvPr descr="Afbeelding met Graphics, schermopname, Kleurrijkheid&#10;&#10;Automatisch gegenereerde beschrijving" id="609" name="Google Shape;609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610" name="Google Shape;610;p95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chermopname, Graphics, Kleurrijkheid, symbool&#10;&#10;Automatisch gegenereerde beschrijving" id="611" name="Google Shape;611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72858" y="6549937"/>
              <a:ext cx="456917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Slide Gradient Donker ">
  <p:cSld name="Foto Slide Gradient Donker 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96"/>
          <p:cNvPicPr preferRelativeResize="0"/>
          <p:nvPr/>
        </p:nvPicPr>
        <p:blipFill rotWithShape="1">
          <a:blip r:embed="rId2">
            <a:alphaModFix/>
          </a:blip>
          <a:srcRect b="4217" l="0" r="0" t="4217"/>
          <a:stretch/>
        </p:blipFill>
        <p:spPr>
          <a:xfrm>
            <a:off x="2024376" y="1"/>
            <a:ext cx="11237196" cy="6857998"/>
          </a:xfrm>
          <a:custGeom>
            <a:rect b="b" l="l" r="r" t="t"/>
            <a:pathLst>
              <a:path extrusionOk="0" h="6857998" w="11237196">
                <a:moveTo>
                  <a:pt x="0" y="0"/>
                </a:moveTo>
                <a:lnTo>
                  <a:pt x="11237196" y="0"/>
                </a:lnTo>
                <a:lnTo>
                  <a:pt x="11237196" y="6857998"/>
                </a:lnTo>
                <a:lnTo>
                  <a:pt x="0" y="685799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14" name="Google Shape;61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1722851" y="4851658"/>
                </a:moveTo>
                <a:cubicBezTo>
                  <a:pt x="11744036" y="4853075"/>
                  <a:pt x="11764604" y="4857690"/>
                  <a:pt x="11783495" y="4864554"/>
                </a:cubicBezTo>
                <a:cubicBezTo>
                  <a:pt x="11859376" y="4892136"/>
                  <a:pt x="11932843" y="4964777"/>
                  <a:pt x="11911490" y="5086035"/>
                </a:cubicBezTo>
                <a:lnTo>
                  <a:pt x="11912252" y="5086162"/>
                </a:lnTo>
                <a:lnTo>
                  <a:pt x="11601039" y="6858000"/>
                </a:lnTo>
                <a:lnTo>
                  <a:pt x="10444007" y="6858000"/>
                </a:lnTo>
                <a:lnTo>
                  <a:pt x="11544029" y="4950923"/>
                </a:lnTo>
                <a:cubicBezTo>
                  <a:pt x="11590168" y="4871943"/>
                  <a:pt x="11659293" y="4847407"/>
                  <a:pt x="11722851" y="4851658"/>
                </a:cubicBezTo>
                <a:close/>
                <a:moveTo>
                  <a:pt x="8323946" y="1899270"/>
                </a:moveTo>
                <a:cubicBezTo>
                  <a:pt x="8360536" y="1895822"/>
                  <a:pt x="8392932" y="1907770"/>
                  <a:pt x="8407581" y="1914380"/>
                </a:cubicBezTo>
                <a:cubicBezTo>
                  <a:pt x="8436943" y="1927662"/>
                  <a:pt x="8529347" y="1980283"/>
                  <a:pt x="8487722" y="2100652"/>
                </a:cubicBezTo>
                <a:lnTo>
                  <a:pt x="6883527" y="6732619"/>
                </a:lnTo>
                <a:lnTo>
                  <a:pt x="6884098" y="6732810"/>
                </a:lnTo>
                <a:lnTo>
                  <a:pt x="6847479" y="6858000"/>
                </a:lnTo>
                <a:lnTo>
                  <a:pt x="5399533" y="6858000"/>
                </a:lnTo>
                <a:lnTo>
                  <a:pt x="8215144" y="1976534"/>
                </a:lnTo>
                <a:cubicBezTo>
                  <a:pt x="8246571" y="1921561"/>
                  <a:pt x="8287356" y="1902718"/>
                  <a:pt x="8323946" y="1899270"/>
                </a:cubicBezTo>
                <a:close/>
                <a:moveTo>
                  <a:pt x="9610256" y="0"/>
                </a:moveTo>
                <a:lnTo>
                  <a:pt x="12192000" y="0"/>
                </a:lnTo>
                <a:lnTo>
                  <a:pt x="12192000" y="1285863"/>
                </a:lnTo>
                <a:lnTo>
                  <a:pt x="12130216" y="1228799"/>
                </a:lnTo>
                <a:cubicBezTo>
                  <a:pt x="12069236" y="1180273"/>
                  <a:pt x="12003903" y="1135670"/>
                  <a:pt x="11934369" y="1095568"/>
                </a:cubicBezTo>
                <a:cubicBezTo>
                  <a:pt x="11566908" y="883556"/>
                  <a:pt x="11138818" y="827439"/>
                  <a:pt x="10729030" y="937386"/>
                </a:cubicBezTo>
                <a:cubicBezTo>
                  <a:pt x="10319242" y="1047331"/>
                  <a:pt x="9976822" y="1310376"/>
                  <a:pt x="9764873" y="1677838"/>
                </a:cubicBezTo>
                <a:lnTo>
                  <a:pt x="8510790" y="3852035"/>
                </a:lnTo>
                <a:cubicBezTo>
                  <a:pt x="8452322" y="3953337"/>
                  <a:pt x="8367544" y="3961854"/>
                  <a:pt x="8327822" y="3943233"/>
                </a:cubicBezTo>
                <a:cubicBezTo>
                  <a:pt x="8273866" y="3918066"/>
                  <a:pt x="8283019" y="3830998"/>
                  <a:pt x="8309647" y="3757469"/>
                </a:cubicBezTo>
                <a:close/>
                <a:moveTo>
                  <a:pt x="0" y="0"/>
                </a:moveTo>
                <a:lnTo>
                  <a:pt x="5688066" y="0"/>
                </a:lnTo>
                <a:lnTo>
                  <a:pt x="1965762" y="6453179"/>
                </a:lnTo>
                <a:cubicBezTo>
                  <a:pt x="1912759" y="6545060"/>
                  <a:pt x="1869496" y="6640727"/>
                  <a:pt x="1836133" y="6738945"/>
                </a:cubicBezTo>
                <a:lnTo>
                  <a:pt x="180211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Afbeelding met Graphics, schermopname, Kleurrijkheid&#10;&#10;Automatisch gegenereerde beschrijving" id="615" name="Google Shape;615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2" y="99203"/>
            <a:ext cx="456914" cy="456491"/>
          </a:xfrm>
          <a:prstGeom prst="rect">
            <a:avLst/>
          </a:prstGeom>
          <a:noFill/>
          <a:ln>
            <a:noFill/>
          </a:ln>
        </p:spPr>
      </p:pic>
      <p:sp>
        <p:nvSpPr>
          <p:cNvPr descr="MVX23_Logo_Basislogo_Full_colour_Wit" id="616" name="Google Shape;616;p96"/>
          <p:cNvSpPr txBox="1"/>
          <p:nvPr/>
        </p:nvSpPr>
        <p:spPr>
          <a:xfrm>
            <a:off x="105273" y="6480598"/>
            <a:ext cx="113774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maverx.nl</a:t>
            </a:r>
            <a:endParaRPr/>
          </a:p>
        </p:txBody>
      </p:sp>
      <p:pic>
        <p:nvPicPr>
          <p:cNvPr descr="Afbeelding met symbool, geel, schermopname, Lettertype&#10;&#10;Automatisch gegenereerde beschrijving" id="617" name="Google Shape;617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2862" y="6549937"/>
            <a:ext cx="456914" cy="9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eldmerk Oranje">
  <p:cSld name="Beeldmerk Oranje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7"/>
          <p:cNvSpPr/>
          <p:nvPr/>
        </p:nvSpPr>
        <p:spPr>
          <a:xfrm>
            <a:off x="3743609" y="-366721"/>
            <a:ext cx="8864946" cy="795731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eeldmerk Oranje">
  <p:cSld name="1_Beeldmerk Oranje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98"/>
          <p:cNvSpPr/>
          <p:nvPr/>
        </p:nvSpPr>
        <p:spPr>
          <a:xfrm>
            <a:off x="2276460" y="-1683657"/>
            <a:ext cx="11799244" cy="105911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9"/>
          <p:cNvSpPr/>
          <p:nvPr/>
        </p:nvSpPr>
        <p:spPr>
          <a:xfrm>
            <a:off x="311943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angepaste indeling">
  <p:cSld name="2_Aangepaste indeling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0"/>
          <p:cNvSpPr/>
          <p:nvPr/>
        </p:nvSpPr>
        <p:spPr>
          <a:xfrm>
            <a:off x="311943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angepaste indeling">
  <p:cSld name="3_Aangepaste indeling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1"/>
          <p:cNvSpPr/>
          <p:nvPr/>
        </p:nvSpPr>
        <p:spPr>
          <a:xfrm>
            <a:off x="4558477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Aangepaste indeling">
  <p:cSld name="4_Aangepaste indeling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people posing for a photo&#10;&#10;Description automatically generated" id="631" name="Google Shape;631;p103"/>
          <p:cNvPicPr preferRelativeResize="0"/>
          <p:nvPr/>
        </p:nvPicPr>
        <p:blipFill rotWithShape="1">
          <a:blip r:embed="rId3">
            <a:alphaModFix/>
          </a:blip>
          <a:srcRect b="0" l="0" r="8327" t="0"/>
          <a:stretch/>
        </p:blipFill>
        <p:spPr>
          <a:xfrm>
            <a:off x="4423702" y="952917"/>
            <a:ext cx="6924238" cy="503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Aangepaste indeling">
  <p:cSld name="5_Aangepaste indeling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24438" y="0"/>
            <a:ext cx="716756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angepaste indeling">
  <p:cSld name="6_Aangepaste indeling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Aangepaste indeling">
  <p:cSld name="7_Aangepaste indeling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693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>
  <p:cSld name="Titeldia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kleding, muur, persoon, whiteboard&#10;&#10;Automatisch gegenereerde beschrijving" id="647" name="Google Shape;647;p112"/>
          <p:cNvPicPr preferRelativeResize="0"/>
          <p:nvPr/>
        </p:nvPicPr>
        <p:blipFill rotWithShape="1">
          <a:blip r:embed="rId2">
            <a:alphaModFix/>
          </a:blip>
          <a:srcRect b="0" l="2423" r="2423" t="28116"/>
          <a:stretch/>
        </p:blipFill>
        <p:spPr>
          <a:xfrm>
            <a:off x="1203960" y="964096"/>
            <a:ext cx="9784080" cy="4929808"/>
          </a:xfrm>
          <a:custGeom>
            <a:rect b="b" l="l" r="r" t="t"/>
            <a:pathLst>
              <a:path extrusionOk="0" h="4929808" w="9784080">
                <a:moveTo>
                  <a:pt x="0" y="0"/>
                </a:moveTo>
                <a:lnTo>
                  <a:pt x="8962429" y="0"/>
                </a:lnTo>
                <a:lnTo>
                  <a:pt x="9784080" y="821651"/>
                </a:lnTo>
                <a:lnTo>
                  <a:pt x="9784080" y="4929808"/>
                </a:lnTo>
                <a:lnTo>
                  <a:pt x="821650" y="4929808"/>
                </a:lnTo>
                <a:lnTo>
                  <a:pt x="0" y="4108158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angepaste indeling">
  <p:cSld name="Aangepaste indeling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kleding, muur, persoon, whiteboard&#10;&#10;Automatisch gegenereerde beschrijving" id="657" name="Google Shape;657;p115"/>
          <p:cNvPicPr preferRelativeResize="0"/>
          <p:nvPr/>
        </p:nvPicPr>
        <p:blipFill rotWithShape="1">
          <a:blip r:embed="rId2">
            <a:alphaModFix/>
          </a:blip>
          <a:srcRect b="0" l="2423" r="2423" t="28116"/>
          <a:stretch/>
        </p:blipFill>
        <p:spPr>
          <a:xfrm>
            <a:off x="1203960" y="964096"/>
            <a:ext cx="9784080" cy="4929808"/>
          </a:xfrm>
          <a:custGeom>
            <a:rect b="b" l="l" r="r" t="t"/>
            <a:pathLst>
              <a:path extrusionOk="0" h="4929808" w="9784080">
                <a:moveTo>
                  <a:pt x="0" y="0"/>
                </a:moveTo>
                <a:lnTo>
                  <a:pt x="8962429" y="0"/>
                </a:lnTo>
                <a:lnTo>
                  <a:pt x="9784080" y="821651"/>
                </a:lnTo>
                <a:lnTo>
                  <a:pt x="9784080" y="4929808"/>
                </a:lnTo>
                <a:lnTo>
                  <a:pt x="821650" y="4929808"/>
                </a:lnTo>
                <a:lnTo>
                  <a:pt x="0" y="4108158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angepaste indeling">
  <p:cSld name="1_Aangepaste indeling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5.xml"/><Relationship Id="rId19" Type="http://schemas.openxmlformats.org/officeDocument/2006/relationships/theme" Target="../theme/theme6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9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1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theme" Target="../theme/theme11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theme" Target="../theme/theme2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theme" Target="../theme/theme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7.xml"/><Relationship Id="rId20" Type="http://schemas.openxmlformats.org/officeDocument/2006/relationships/theme" Target="../theme/theme10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g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theme" Target="../theme/theme4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46"/>
          <p:cNvGrpSpPr/>
          <p:nvPr/>
        </p:nvGrpSpPr>
        <p:grpSpPr>
          <a:xfrm>
            <a:off x="74622" y="99203"/>
            <a:ext cx="11855154" cy="6612227"/>
            <a:chOff x="74622" y="99203"/>
            <a:chExt cx="11855154" cy="6612227"/>
          </a:xfrm>
        </p:grpSpPr>
        <p:pic>
          <p:nvPicPr>
            <p:cNvPr descr="Afbeelding met Graphics, schermopname, Kleurrijkheid&#10;&#10;Automatisch gegenereerde beschrijving" id="12" name="Google Shape;12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13" name="Google Shape;13;p46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14" name="Google Shape;1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MVX23_Logo_Basislogo_Full_colour_Wit" id="15" name="Google Shape;15;p46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Training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F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48"/>
          <p:cNvGrpSpPr/>
          <p:nvPr/>
        </p:nvGrpSpPr>
        <p:grpSpPr>
          <a:xfrm>
            <a:off x="105273" y="222525"/>
            <a:ext cx="11905753" cy="6488905"/>
            <a:chOff x="105273" y="222525"/>
            <a:chExt cx="11905753" cy="6488905"/>
          </a:xfrm>
        </p:grpSpPr>
        <p:sp>
          <p:nvSpPr>
            <p:cNvPr descr="MVX23_Logo_Basislogo_Full_colour_Wit" id="200" name="Google Shape;200;p48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D006A"/>
                  </a:solidFill>
                  <a:latin typeface="DM Sans"/>
                  <a:ea typeface="DM Sans"/>
                  <a:cs typeface="DM Sans"/>
                  <a:sym typeface="DM Sans"/>
                </a:rPr>
                <a:t>Training title</a:t>
              </a:r>
              <a:endParaRPr/>
            </a:p>
          </p:txBody>
        </p:sp>
        <p:sp>
          <p:nvSpPr>
            <p:cNvPr descr="MVX23_Logo_Basislogo_Full_colour_Wit" id="201" name="Google Shape;201;p48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202" name="Google Shape;202;p4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203" name="Google Shape;203;p48"/>
          <p:cNvPicPr preferRelativeResize="0"/>
          <p:nvPr/>
        </p:nvPicPr>
        <p:blipFill rotWithShape="1">
          <a:blip r:embed="rId2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  <p:sldLayoutId id="2147483666" r:id="rId4"/>
    <p:sldLayoutId id="2147483667" r:id="rId5"/>
    <p:sldLayoutId id="2147483668" r:id="rId6"/>
    <p:sldLayoutId id="2147483669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822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52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1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lorful logo on a black background&#10;&#10;AI-generated content may be incorrect." id="225" name="Google Shape;225;p50"/>
          <p:cNvPicPr preferRelativeResize="0"/>
          <p:nvPr/>
        </p:nvPicPr>
        <p:blipFill rotWithShape="1">
          <a:blip r:embed="rId1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50"/>
          <p:cNvGrpSpPr/>
          <p:nvPr/>
        </p:nvGrpSpPr>
        <p:grpSpPr>
          <a:xfrm>
            <a:off x="105273" y="222525"/>
            <a:ext cx="11905753" cy="6488905"/>
            <a:chOff x="105273" y="222525"/>
            <a:chExt cx="11905753" cy="6488905"/>
          </a:xfrm>
        </p:grpSpPr>
        <p:sp>
          <p:nvSpPr>
            <p:cNvPr descr="MVX23_Logo_Basislogo_Full_colour_Wit" id="227" name="Google Shape;227;p50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D006A"/>
                  </a:solidFill>
                  <a:latin typeface="DM Sans"/>
                  <a:ea typeface="DM Sans"/>
                  <a:cs typeface="DM Sans"/>
                  <a:sym typeface="DM Sans"/>
                </a:rPr>
                <a:t>Training title</a:t>
              </a:r>
              <a:endParaRPr/>
            </a:p>
          </p:txBody>
        </p:sp>
        <p:sp>
          <p:nvSpPr>
            <p:cNvPr descr="MVX23_Logo_Basislogo_Full_colour_Wit" id="228" name="Google Shape;228;p50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229" name="Google Shape;229;p5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8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F26B43"/>
          </p15:clr>
        </p15:guide>
        <p15:guide id="4" pos="7152">
          <p15:clr>
            <a:srgbClr val="F26B43"/>
          </p15:clr>
        </p15:guide>
        <p15:guide id="5" orient="horz" pos="391">
          <p15:clr>
            <a:srgbClr val="F26B43"/>
          </p15:clr>
        </p15:guide>
        <p15:guide id="6" orient="horz" pos="3929">
          <p15:clr>
            <a:srgbClr val="F26B43"/>
          </p15:clr>
        </p15:guide>
        <p15:guide id="7" orient="horz" pos="82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1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52"/>
          <p:cNvGrpSpPr/>
          <p:nvPr/>
        </p:nvGrpSpPr>
        <p:grpSpPr>
          <a:xfrm>
            <a:off x="105273" y="215909"/>
            <a:ext cx="11901460" cy="6495521"/>
            <a:chOff x="105273" y="215909"/>
            <a:chExt cx="11901460" cy="6495521"/>
          </a:xfrm>
        </p:grpSpPr>
        <p:sp>
          <p:nvSpPr>
            <p:cNvPr descr="MVX23_Logo_Basislogo_Full_colour_Wit" id="243" name="Google Shape;243;p52"/>
            <p:cNvSpPr txBox="1"/>
            <p:nvPr/>
          </p:nvSpPr>
          <p:spPr>
            <a:xfrm>
              <a:off x="6446209" y="215909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AI Fundamentals </a:t>
              </a:r>
              <a:endParaRPr/>
            </a:p>
          </p:txBody>
        </p:sp>
        <p:sp>
          <p:nvSpPr>
            <p:cNvPr descr="MVX23_Logo_Basislogo_Full_colour_Wit" id="244" name="Google Shape;244;p52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245" name="Google Shape;245;p52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246" name="Google Shape;246;p52"/>
          <p:cNvPicPr preferRelativeResize="0"/>
          <p:nvPr/>
        </p:nvPicPr>
        <p:blipFill rotWithShape="1">
          <a:blip r:embed="rId2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3"/>
    <p:sldLayoutId id="2147483677" r:id="rId4"/>
    <p:sldLayoutId id="2147483678" r:id="rId5"/>
    <p:sldLayoutId id="214748367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8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F26B43"/>
          </p15:clr>
        </p15:guide>
        <p15:guide id="4" pos="7152">
          <p15:clr>
            <a:srgbClr val="F26B43"/>
          </p15:clr>
        </p15:guide>
        <p15:guide id="5" orient="horz" pos="391">
          <p15:clr>
            <a:srgbClr val="F26B43"/>
          </p15:clr>
        </p15:guide>
        <p15:guide id="6" orient="horz" pos="3936">
          <p15:clr>
            <a:srgbClr val="F26B43"/>
          </p15:clr>
        </p15:guide>
        <p15:guide id="7" orient="horz" pos="84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1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lorful logo on a black background&#10;&#10;AI-generated content may be incorrect." id="258" name="Google Shape;258;p54"/>
          <p:cNvPicPr preferRelativeResize="0"/>
          <p:nvPr/>
        </p:nvPicPr>
        <p:blipFill rotWithShape="1">
          <a:blip r:embed="rId1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54"/>
          <p:cNvGrpSpPr/>
          <p:nvPr/>
        </p:nvGrpSpPr>
        <p:grpSpPr>
          <a:xfrm>
            <a:off x="105273" y="222525"/>
            <a:ext cx="11905753" cy="6488905"/>
            <a:chOff x="105273" y="222525"/>
            <a:chExt cx="11905753" cy="6488905"/>
          </a:xfrm>
        </p:grpSpPr>
        <p:sp>
          <p:nvSpPr>
            <p:cNvPr descr="MVX23_Logo_Basislogo_Full_colour_Wit" id="260" name="Google Shape;260;p54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D006A"/>
                  </a:solidFill>
                  <a:latin typeface="DM Sans"/>
                  <a:ea typeface="DM Sans"/>
                  <a:cs typeface="DM Sans"/>
                  <a:sym typeface="DM Sans"/>
                </a:rPr>
                <a:t>Lean Green Belt Essentials</a:t>
              </a:r>
              <a:endParaRPr/>
            </a:p>
          </p:txBody>
        </p:sp>
        <p:sp>
          <p:nvSpPr>
            <p:cNvPr descr="MVX23_Logo_Basislogo_Full_colour_Wit" id="261" name="Google Shape;261;p54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262" name="Google Shape;262;p5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3"/>
    <p:sldLayoutId id="2147483682" r:id="rId4"/>
    <p:sldLayoutId id="2147483683" r:id="rId5"/>
    <p:sldLayoutId id="214748368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8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F26B43"/>
          </p15:clr>
        </p15:guide>
        <p15:guide id="4" pos="7152">
          <p15:clr>
            <a:srgbClr val="F26B43"/>
          </p15:clr>
        </p15:guide>
        <p15:guide id="5" orient="horz" pos="391">
          <p15:clr>
            <a:srgbClr val="F26B43"/>
          </p15:clr>
        </p15:guide>
        <p15:guide id="6" orient="horz" pos="3929">
          <p15:clr>
            <a:srgbClr val="F26B43"/>
          </p15:clr>
        </p15:guide>
        <p15:guide id="7" orient="horz" pos="82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BF4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56"/>
          <p:cNvGrpSpPr/>
          <p:nvPr/>
        </p:nvGrpSpPr>
        <p:grpSpPr>
          <a:xfrm>
            <a:off x="105273" y="222525"/>
            <a:ext cx="11905753" cy="6488905"/>
            <a:chOff x="105273" y="222525"/>
            <a:chExt cx="11905753" cy="6488905"/>
          </a:xfrm>
        </p:grpSpPr>
        <p:sp>
          <p:nvSpPr>
            <p:cNvPr descr="MVX23_Logo_Basislogo_Full_colour_Wit" id="275" name="Google Shape;275;p56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D006A"/>
                  </a:solidFill>
                  <a:latin typeface="DM Sans"/>
                  <a:ea typeface="DM Sans"/>
                  <a:cs typeface="DM Sans"/>
                  <a:sym typeface="DM Sans"/>
                </a:rPr>
                <a:t>Lean Green Belt Essentials</a:t>
              </a:r>
              <a:endParaRPr/>
            </a:p>
          </p:txBody>
        </p:sp>
        <p:sp>
          <p:nvSpPr>
            <p:cNvPr descr="MVX23_Logo_Basislogo_Full_colour_Wit" id="276" name="Google Shape;276;p56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277" name="Google Shape;277;p56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278" name="Google Shape;278;p56"/>
          <p:cNvPicPr preferRelativeResize="0"/>
          <p:nvPr/>
        </p:nvPicPr>
        <p:blipFill rotWithShape="1">
          <a:blip r:embed="rId2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3"/>
    <p:sldLayoutId id="2147483687" r:id="rId4"/>
    <p:sldLayoutId id="2147483688" r:id="rId5"/>
    <p:sldLayoutId id="214748368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822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3929">
          <p15:clr>
            <a:srgbClr val="F26B43"/>
          </p15:clr>
        </p15:guide>
        <p15:guide id="5" pos="52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E1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58"/>
          <p:cNvGrpSpPr/>
          <p:nvPr/>
        </p:nvGrpSpPr>
        <p:grpSpPr>
          <a:xfrm>
            <a:off x="74622" y="99203"/>
            <a:ext cx="11932111" cy="6612227"/>
            <a:chOff x="74622" y="99203"/>
            <a:chExt cx="11932111" cy="6612227"/>
          </a:xfrm>
        </p:grpSpPr>
        <p:pic>
          <p:nvPicPr>
            <p:cNvPr descr="Afbeelding met Graphics, schermopname, Kleurrijkheid&#10;&#10;Automatisch gegenereerde beschrijving" id="295" name="Google Shape;295;p58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296" name="Google Shape;296;p58"/>
            <p:cNvSpPr txBox="1"/>
            <p:nvPr/>
          </p:nvSpPr>
          <p:spPr>
            <a:xfrm>
              <a:off x="6446209" y="215909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006A"/>
                </a:buClr>
                <a:buSzPts val="900"/>
                <a:buFont typeface="DM Sans"/>
                <a:buNone/>
              </a:pPr>
              <a:r>
                <a:rPr b="0" i="0" lang="en-US" sz="900" u="none" cap="none" strike="noStrike">
                  <a:solidFill>
                    <a:srgbClr val="0D006A"/>
                  </a:solidFill>
                  <a:latin typeface="DM Sans"/>
                  <a:ea typeface="DM Sans"/>
                  <a:cs typeface="DM Sans"/>
                  <a:sym typeface="DM Sans"/>
                </a:rPr>
                <a:t>Lean Green Belt Essentials</a:t>
              </a:r>
              <a:endParaRPr/>
            </a:p>
          </p:txBody>
        </p:sp>
        <p:sp>
          <p:nvSpPr>
            <p:cNvPr descr="MVX23_Logo_Basislogo_Full_colour_Wit" id="297" name="Google Shape;297;p58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>
                  <a:solidFill>
                    <a:srgbClr val="1F053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 b="0" i="0" sz="900">
                <a:solidFill>
                  <a:srgbClr val="1F053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descr="Afbeelding met symbool, geel, schermopname, Lettertype&#10;&#10;Automatisch gegenereerde beschrijving" id="298" name="Google Shape;298;p5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1" r:id="rId3"/>
    <p:sldLayoutId id="2147483692" r:id="rId4"/>
    <p:sldLayoutId id="2147483693" r:id="rId5"/>
    <p:sldLayoutId id="2147483694" r:id="rId6"/>
    <p:sldLayoutId id="214748369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8">
          <p15:clr>
            <a:srgbClr val="F26B43"/>
          </p15:clr>
        </p15:guide>
        <p15:guide id="2" pos="3840">
          <p15:clr>
            <a:srgbClr val="F26B43"/>
          </p15:clr>
        </p15:guide>
        <p15:guide id="3" pos="528">
          <p15:clr>
            <a:srgbClr val="F26B43"/>
          </p15:clr>
        </p15:guide>
        <p15:guide id="4" pos="7152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3936">
          <p15:clr>
            <a:srgbClr val="F26B43"/>
          </p15:clr>
        </p15:guide>
        <p15:guide id="7" orient="horz" pos="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61"/>
          <p:cNvGrpSpPr/>
          <p:nvPr/>
        </p:nvGrpSpPr>
        <p:grpSpPr>
          <a:xfrm>
            <a:off x="74622" y="99203"/>
            <a:ext cx="11855154" cy="6612227"/>
            <a:chOff x="74622" y="99203"/>
            <a:chExt cx="11855154" cy="6612227"/>
          </a:xfrm>
        </p:grpSpPr>
        <p:pic>
          <p:nvPicPr>
            <p:cNvPr descr="Afbeelding met Graphics, schermopname, Kleurrijkheid&#10;&#10;Automatisch gegenereerde beschrijving" id="451" name="Google Shape;451;p6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452" name="Google Shape;452;p61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453" name="Google Shape;45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MVX23_Logo_Basislogo_Full_colour_Wit" id="454" name="Google Shape;454;p61"/>
          <p:cNvSpPr txBox="1"/>
          <p:nvPr/>
        </p:nvSpPr>
        <p:spPr>
          <a:xfrm>
            <a:off x="6450502" y="222525"/>
            <a:ext cx="55605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AI Fundamentals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violet, Lila, Magenta, Kleurrijkheid&#10;&#10;Automatisch gegenereerde beschrijving" id="640" name="Google Shape;640;p1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34" y="0"/>
            <a:ext cx="1218953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1" name="Google Shape;641;p111"/>
          <p:cNvGrpSpPr/>
          <p:nvPr/>
        </p:nvGrpSpPr>
        <p:grpSpPr>
          <a:xfrm>
            <a:off x="105273" y="222525"/>
            <a:ext cx="11905753" cy="6488905"/>
            <a:chOff x="105273" y="222525"/>
            <a:chExt cx="11905753" cy="6488905"/>
          </a:xfrm>
        </p:grpSpPr>
        <p:sp>
          <p:nvSpPr>
            <p:cNvPr descr="MVX23_Logo_Basislogo_Full_colour_Wit" id="642" name="Google Shape;642;p111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Training</a:t>
              </a:r>
              <a:endParaRPr/>
            </a:p>
          </p:txBody>
        </p:sp>
        <p:sp>
          <p:nvSpPr>
            <p:cNvPr descr="MVX23_Logo_Basislogo_Full_colour_Wit" id="643" name="Google Shape;643;p111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644" name="Google Shape;644;p1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colorful logo on a black background&#10;&#10;AI-generated content may be incorrect." id="645" name="Google Shape;645;p111"/>
          <p:cNvPicPr preferRelativeResize="0"/>
          <p:nvPr/>
        </p:nvPicPr>
        <p:blipFill rotWithShape="1">
          <a:blip r:embed="rId3">
            <a:alphaModFix/>
          </a:blip>
          <a:srcRect b="19978" l="13522" r="21416" t="18000"/>
          <a:stretch/>
        </p:blipFill>
        <p:spPr>
          <a:xfrm>
            <a:off x="121915" y="705392"/>
            <a:ext cx="548640" cy="5225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4" r:id="rId4"/>
    <p:sldLayoutId id="214748371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391">
          <p15:clr>
            <a:srgbClr val="F26B43"/>
          </p15:clr>
        </p15:guide>
        <p15:guide id="3" orient="horz" pos="822">
          <p15:clr>
            <a:srgbClr val="F26B43"/>
          </p15:clr>
        </p15:guide>
        <p15:guide id="4" pos="529">
          <p15:clr>
            <a:srgbClr val="F26B43"/>
          </p15:clr>
        </p15:guide>
        <p15:guide id="5" pos="7174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fbeelding met Kleurrijkheid, waas, sinaasappel, paars&#10;&#10;Automatisch gegenereerde beschrijving" id="650" name="Google Shape;650;p1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892"/>
            <a:ext cx="12192000" cy="68562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" name="Google Shape;651;p114"/>
          <p:cNvGrpSpPr/>
          <p:nvPr/>
        </p:nvGrpSpPr>
        <p:grpSpPr>
          <a:xfrm>
            <a:off x="74622" y="99203"/>
            <a:ext cx="11936404" cy="6612227"/>
            <a:chOff x="74622" y="99203"/>
            <a:chExt cx="11936404" cy="6612227"/>
          </a:xfrm>
        </p:grpSpPr>
        <p:pic>
          <p:nvPicPr>
            <p:cNvPr descr="Afbeelding met Graphics, schermopname, Kleurrijkheid&#10;&#10;Automatisch gegenereerde beschrijving" id="652" name="Google Shape;652;p1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4622" y="99203"/>
              <a:ext cx="456914" cy="45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MVX23_Logo_Basislogo_Full_colour_Wit" id="653" name="Google Shape;653;p114"/>
            <p:cNvSpPr txBox="1"/>
            <p:nvPr/>
          </p:nvSpPr>
          <p:spPr>
            <a:xfrm>
              <a:off x="6450502" y="222525"/>
              <a:ext cx="5560524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Training</a:t>
              </a:r>
              <a:endParaRPr/>
            </a:p>
          </p:txBody>
        </p:sp>
        <p:sp>
          <p:nvSpPr>
            <p:cNvPr descr="MVX23_Logo_Basislogo_Full_colour_Wit" id="654" name="Google Shape;654;p114"/>
            <p:cNvSpPr txBox="1"/>
            <p:nvPr/>
          </p:nvSpPr>
          <p:spPr>
            <a:xfrm>
              <a:off x="105273" y="6480598"/>
              <a:ext cx="1137740" cy="230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maverx.nl</a:t>
              </a:r>
              <a:endParaRPr/>
            </a:p>
          </p:txBody>
        </p:sp>
        <p:pic>
          <p:nvPicPr>
            <p:cNvPr descr="Afbeelding met symbool, geel, schermopname, Lettertype&#10;&#10;Automatisch gegenereerde beschrijving" id="655" name="Google Shape;655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72862" y="6549937"/>
              <a:ext cx="456914" cy="9215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7" r:id="rId4"/>
    <p:sldLayoutId id="214748371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r="http://schemas.openxmlformats.org/officeDocument/2006/relationships" name="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radient 0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radient 0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5_Aangepast ontwer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2023-05-02T09:33:33Z</dcterms:created>
  <dc:creator>Youssry Askar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0x0101004BE8BAC7D0CC8E4DA7B1B6DBF6830891</vt:lpwstr>
  </property>
  <property fmtid="{D5CDD505-2E9C-101B-9397-08002B2CF9AE}" pid="3" name="MediaServiceImageTags">
    <vt:lpwstr/>
  </property>
</Properties>
</file>