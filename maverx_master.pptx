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Space Grotesk SemiBold"/>
      <p:regular r:id="rId7"/>
      <p:bold r:id="rId8"/>
    </p:embeddedFont>
    <p:embeddedFont>
      <p:font typeface="Space Grotesk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SpaceGrotesk-bold.fntdata"/><Relationship Id="rId9" Type="http://schemas.openxmlformats.org/officeDocument/2006/relationships/font" Target="fonts/SpaceGrotes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SpaceGroteskSemiBold-regular.fntdata"/><Relationship Id="rId8" Type="http://schemas.openxmlformats.org/officeDocument/2006/relationships/font" Target="fonts/SpaceGrotesk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44575"/>
            <a:ext cx="8520600" cy="12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b="1"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558375"/>
            <a:ext cx="8520600" cy="10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800"/>
              <a:buNone/>
              <a:defRPr sz="2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divider">
  <p:cSld name="CUSTOM">
    <p:bg>
      <p:bgPr>
        <a:solidFill>
          <a:srgbClr val="1A004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534750" y="1801725"/>
            <a:ext cx="8074500" cy="10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pace Grotesk"/>
              <a:buNone/>
              <a:defRPr sz="44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">
    <p:bg>
      <p:bgPr>
        <a:solidFill>
          <a:srgbClr val="FDEBDB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0" y="0"/>
            <a:ext cx="472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descr="MVX23_Logo_Basislogo_Full_colour_Wit" id="18" name="Google Shape;18;p4"/>
          <p:cNvSpPr txBox="1"/>
          <p:nvPr/>
        </p:nvSpPr>
        <p:spPr>
          <a:xfrm>
            <a:off x="5084050" y="415193"/>
            <a:ext cx="181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002060"/>
                </a:solidFill>
                <a:latin typeface="Space Grotesk"/>
                <a:ea typeface="Space Grotesk"/>
                <a:cs typeface="Space Grotesk"/>
                <a:sym typeface="Space Grotesk"/>
              </a:rPr>
              <a:t>Agenda</a:t>
            </a:r>
            <a:endParaRPr/>
          </a:p>
        </p:txBody>
      </p:sp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10574525">
            <a:off x="4749164" y="1304603"/>
            <a:ext cx="4316381" cy="798807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  <p:pic>
        <p:nvPicPr>
          <p:cNvPr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72" y="42507"/>
            <a:ext cx="841782" cy="84100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4874250" y="1531238"/>
            <a:ext cx="40662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3" type="subTitle"/>
          </p:nvPr>
        </p:nvSpPr>
        <p:spPr>
          <a:xfrm>
            <a:off x="4874250" y="2137838"/>
            <a:ext cx="40662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4" type="subTitle"/>
          </p:nvPr>
        </p:nvSpPr>
        <p:spPr>
          <a:xfrm>
            <a:off x="4874250" y="2744438"/>
            <a:ext cx="40662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5" type="subTitle"/>
          </p:nvPr>
        </p:nvSpPr>
        <p:spPr>
          <a:xfrm>
            <a:off x="4874250" y="3351038"/>
            <a:ext cx="40662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6" type="subTitle"/>
          </p:nvPr>
        </p:nvSpPr>
        <p:spPr>
          <a:xfrm>
            <a:off x="4874250" y="3957638"/>
            <a:ext cx="40662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F0D61"/>
              </a:buClr>
              <a:buSzPts val="1800"/>
              <a:buFont typeface="Space Grotesk"/>
              <a:buNone/>
              <a:defRPr b="1" sz="1800">
                <a:solidFill>
                  <a:srgbClr val="2F0D6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bullets">
  <p:cSld name="CUSTOM_2">
    <p:bg>
      <p:bgPr>
        <a:solidFill>
          <a:srgbClr val="F2F2F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233400" y="157625"/>
            <a:ext cx="8074500" cy="83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233400" y="992225"/>
            <a:ext cx="8511300" cy="3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●"/>
              <a:defRPr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○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■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●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○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■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●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○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■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two_column">
  <p:cSld name="CUSTOM_3">
    <p:bg>
      <p:bgPr>
        <a:solidFill>
          <a:srgbClr val="F2F2F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233400" y="157625"/>
            <a:ext cx="8074500" cy="83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233400" y="1129925"/>
            <a:ext cx="4163700" cy="3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●"/>
              <a:defRPr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○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■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●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○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■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●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○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■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4620400" y="1129925"/>
            <a:ext cx="4163700" cy="3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●"/>
              <a:defRPr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○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■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●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○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■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●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○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■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_cards">
  <p:cSld name="CUSTOM_4_1">
    <p:bg>
      <p:bgPr>
        <a:solidFill>
          <a:srgbClr val="F2F2F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6154095" y="1206800"/>
            <a:ext cx="2657700" cy="3053700"/>
          </a:xfrm>
          <a:prstGeom prst="roundRect">
            <a:avLst>
              <a:gd fmla="val 4551" name="adj"/>
            </a:avLst>
          </a:prstGeom>
          <a:solidFill>
            <a:srgbClr val="D31972"/>
          </a:solidFill>
          <a:ln>
            <a:noFill/>
          </a:ln>
        </p:spPr>
        <p:txBody>
          <a:bodyPr anchorCtr="0" anchor="ctr" bIns="46825" lIns="93700" spcFirstLastPara="1" rIns="93700" wrap="square" tIns="46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3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7"/>
          <p:cNvSpPr/>
          <p:nvPr/>
        </p:nvSpPr>
        <p:spPr>
          <a:xfrm>
            <a:off x="6174847" y="1241918"/>
            <a:ext cx="2657700" cy="3053700"/>
          </a:xfrm>
          <a:prstGeom prst="roundRect">
            <a:avLst>
              <a:gd fmla="val 4551" name="adj"/>
            </a:avLst>
          </a:prstGeom>
          <a:solidFill>
            <a:srgbClr val="FDF5F9"/>
          </a:solidFill>
          <a:ln>
            <a:noFill/>
          </a:ln>
        </p:spPr>
        <p:txBody>
          <a:bodyPr anchorCtr="0" anchor="ctr" bIns="46825" lIns="93700" spcFirstLastPara="1" rIns="93700" wrap="square" tIns="46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3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6238604" y="1412766"/>
            <a:ext cx="23607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700" spcFirstLastPara="1" rIns="93700" wrap="square" tIns="468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35">
              <a:solidFill>
                <a:srgbClr val="D31972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37" name="Google Shape;37;p7"/>
          <p:cNvGrpSpPr/>
          <p:nvPr/>
        </p:nvGrpSpPr>
        <p:grpSpPr>
          <a:xfrm>
            <a:off x="3241045" y="1212054"/>
            <a:ext cx="2678681" cy="3078304"/>
            <a:chOff x="4294942" y="1110811"/>
            <a:chExt cx="3619350" cy="1742009"/>
          </a:xfrm>
        </p:grpSpPr>
        <p:sp>
          <p:nvSpPr>
            <p:cNvPr id="38" name="Google Shape;38;p7"/>
            <p:cNvSpPr/>
            <p:nvPr/>
          </p:nvSpPr>
          <p:spPr>
            <a:xfrm>
              <a:off x="4294942" y="1110811"/>
              <a:ext cx="3591000" cy="1728000"/>
            </a:xfrm>
            <a:prstGeom prst="roundRect">
              <a:avLst>
                <a:gd fmla="val 4551" name="adj"/>
              </a:avLst>
            </a:prstGeom>
            <a:solidFill>
              <a:srgbClr val="F79421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7"/>
            <p:cNvSpPr/>
            <p:nvPr/>
          </p:nvSpPr>
          <p:spPr>
            <a:xfrm>
              <a:off x="4323292" y="1124820"/>
              <a:ext cx="3591000" cy="1728000"/>
            </a:xfrm>
            <a:prstGeom prst="roundRect">
              <a:avLst>
                <a:gd fmla="val 5525" name="adj"/>
              </a:avLst>
            </a:prstGeom>
            <a:solidFill>
              <a:srgbClr val="FEF8F4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7"/>
            <p:cNvSpPr txBox="1"/>
            <p:nvPr/>
          </p:nvSpPr>
          <p:spPr>
            <a:xfrm>
              <a:off x="4401674" y="1207925"/>
              <a:ext cx="31266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25" lIns="93700" spcFirstLastPara="1" rIns="93700" wrap="square" tIns="468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35">
                <a:solidFill>
                  <a:srgbClr val="B16E2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</p:grpSp>
      <p:grpSp>
        <p:nvGrpSpPr>
          <p:cNvPr id="41" name="Google Shape;41;p7"/>
          <p:cNvGrpSpPr/>
          <p:nvPr/>
        </p:nvGrpSpPr>
        <p:grpSpPr>
          <a:xfrm>
            <a:off x="309225" y="1212043"/>
            <a:ext cx="2697148" cy="3080488"/>
            <a:chOff x="603848" y="1109580"/>
            <a:chExt cx="3644302" cy="1743245"/>
          </a:xfrm>
        </p:grpSpPr>
        <p:sp>
          <p:nvSpPr>
            <p:cNvPr id="42" name="Google Shape;42;p7"/>
            <p:cNvSpPr/>
            <p:nvPr/>
          </p:nvSpPr>
          <p:spPr>
            <a:xfrm>
              <a:off x="603848" y="1109580"/>
              <a:ext cx="3591000" cy="1728000"/>
            </a:xfrm>
            <a:prstGeom prst="roundRect">
              <a:avLst>
                <a:gd fmla="val 4551" name="adj"/>
              </a:avLst>
            </a:prstGeom>
            <a:solidFill>
              <a:srgbClr val="5400AD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7"/>
            <p:cNvSpPr/>
            <p:nvPr/>
          </p:nvSpPr>
          <p:spPr>
            <a:xfrm>
              <a:off x="628650" y="1124825"/>
              <a:ext cx="3619500" cy="1728000"/>
            </a:xfrm>
            <a:prstGeom prst="roundRect">
              <a:avLst>
                <a:gd fmla="val 4551" name="adj"/>
              </a:avLst>
            </a:prstGeom>
            <a:solidFill>
              <a:srgbClr val="FCF6FA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7"/>
            <p:cNvSpPr txBox="1"/>
            <p:nvPr/>
          </p:nvSpPr>
          <p:spPr>
            <a:xfrm>
              <a:off x="714800" y="1207925"/>
              <a:ext cx="3228900" cy="1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25" lIns="93700" spcFirstLastPara="1" rIns="93700" wrap="square" tIns="468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35">
                <a:solidFill>
                  <a:srgbClr val="5400A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</p:grpSp>
      <p:sp>
        <p:nvSpPr>
          <p:cNvPr id="45" name="Google Shape;45;p7"/>
          <p:cNvSpPr txBox="1"/>
          <p:nvPr>
            <p:ph type="title"/>
          </p:nvPr>
        </p:nvSpPr>
        <p:spPr>
          <a:xfrm>
            <a:off x="233400" y="157625"/>
            <a:ext cx="8074500" cy="83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49100" y="1809950"/>
            <a:ext cx="2417400" cy="23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3381913" y="1809950"/>
            <a:ext cx="2417400" cy="23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274238" y="1924700"/>
            <a:ext cx="2417400" cy="23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4" type="subTitle"/>
          </p:nvPr>
        </p:nvSpPr>
        <p:spPr>
          <a:xfrm>
            <a:off x="340075" y="1346025"/>
            <a:ext cx="2582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5" type="subTitle"/>
          </p:nvPr>
        </p:nvSpPr>
        <p:spPr>
          <a:xfrm>
            <a:off x="3331438" y="1346025"/>
            <a:ext cx="2582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6" type="subTitle"/>
          </p:nvPr>
        </p:nvSpPr>
        <p:spPr>
          <a:xfrm>
            <a:off x="6238588" y="1346025"/>
            <a:ext cx="2582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_quadrant">
  <p:cSld name="CUSTOM_5">
    <p:bg>
      <p:bgPr>
        <a:solidFill>
          <a:schemeClr val="l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>
            <a:off x="230350" y="3351342"/>
            <a:ext cx="4111500" cy="1539600"/>
          </a:xfrm>
          <a:prstGeom prst="roundRect">
            <a:avLst>
              <a:gd fmla="val 4551" name="adj"/>
            </a:avLst>
          </a:prstGeom>
          <a:solidFill>
            <a:srgbClr val="D31972"/>
          </a:solidFill>
          <a:ln>
            <a:noFill/>
          </a:ln>
        </p:spPr>
        <p:txBody>
          <a:bodyPr anchorCtr="0" anchor="ctr" bIns="46825" lIns="93700" spcFirstLastPara="1" rIns="93700" wrap="square" tIns="46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3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262454" y="3369049"/>
            <a:ext cx="4111500" cy="1539600"/>
          </a:xfrm>
          <a:prstGeom prst="roundRect">
            <a:avLst>
              <a:gd fmla="val 4551" name="adj"/>
            </a:avLst>
          </a:prstGeom>
          <a:solidFill>
            <a:srgbClr val="FDF5F9"/>
          </a:solidFill>
          <a:ln>
            <a:noFill/>
          </a:ln>
        </p:spPr>
        <p:txBody>
          <a:bodyPr anchorCtr="0" anchor="ctr" bIns="46825" lIns="93700" spcFirstLastPara="1" rIns="93700" wrap="square" tIns="46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3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" name="Google Shape;55;p8"/>
          <p:cNvGrpSpPr/>
          <p:nvPr/>
        </p:nvGrpSpPr>
        <p:grpSpPr>
          <a:xfrm>
            <a:off x="4769457" y="1674668"/>
            <a:ext cx="4143794" cy="1551956"/>
            <a:chOff x="4294942" y="1110811"/>
            <a:chExt cx="3619350" cy="1742009"/>
          </a:xfrm>
        </p:grpSpPr>
        <p:sp>
          <p:nvSpPr>
            <p:cNvPr id="56" name="Google Shape;56;p8"/>
            <p:cNvSpPr/>
            <p:nvPr/>
          </p:nvSpPr>
          <p:spPr>
            <a:xfrm>
              <a:off x="4294942" y="1110811"/>
              <a:ext cx="3591000" cy="1728000"/>
            </a:xfrm>
            <a:prstGeom prst="roundRect">
              <a:avLst>
                <a:gd fmla="val 4551" name="adj"/>
              </a:avLst>
            </a:prstGeom>
            <a:solidFill>
              <a:srgbClr val="F79421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8"/>
            <p:cNvSpPr/>
            <p:nvPr/>
          </p:nvSpPr>
          <p:spPr>
            <a:xfrm>
              <a:off x="4323292" y="1124820"/>
              <a:ext cx="3591000" cy="1728000"/>
            </a:xfrm>
            <a:prstGeom prst="roundRect">
              <a:avLst>
                <a:gd fmla="val 5525" name="adj"/>
              </a:avLst>
            </a:prstGeom>
            <a:solidFill>
              <a:srgbClr val="FEF8F4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" name="Google Shape;58;p8"/>
          <p:cNvGrpSpPr/>
          <p:nvPr/>
        </p:nvGrpSpPr>
        <p:grpSpPr>
          <a:xfrm>
            <a:off x="4769896" y="3351404"/>
            <a:ext cx="4143355" cy="1562461"/>
            <a:chOff x="4295325" y="2913682"/>
            <a:chExt cx="3618967" cy="1753801"/>
          </a:xfrm>
        </p:grpSpPr>
        <p:sp>
          <p:nvSpPr>
            <p:cNvPr id="59" name="Google Shape;59;p8"/>
            <p:cNvSpPr/>
            <p:nvPr/>
          </p:nvSpPr>
          <p:spPr>
            <a:xfrm>
              <a:off x="4295325" y="2913682"/>
              <a:ext cx="3591000" cy="1728000"/>
            </a:xfrm>
            <a:prstGeom prst="roundRect">
              <a:avLst>
                <a:gd fmla="val 4551" name="adj"/>
              </a:avLst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4323292" y="2939483"/>
              <a:ext cx="3591000" cy="1728000"/>
            </a:xfrm>
            <a:prstGeom prst="roundRect">
              <a:avLst>
                <a:gd fmla="val 7474" name="adj"/>
              </a:avLst>
            </a:prstGeom>
            <a:solidFill>
              <a:srgbClr val="FBFBFB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8"/>
          <p:cNvSpPr txBox="1"/>
          <p:nvPr>
            <p:ph type="title"/>
          </p:nvPr>
        </p:nvSpPr>
        <p:spPr>
          <a:xfrm>
            <a:off x="233400" y="58473"/>
            <a:ext cx="8074500" cy="83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62" name="Google Shape;62;p8"/>
          <p:cNvGrpSpPr/>
          <p:nvPr/>
        </p:nvGrpSpPr>
        <p:grpSpPr>
          <a:xfrm>
            <a:off x="234057" y="1674662"/>
            <a:ext cx="4172361" cy="1553057"/>
            <a:chOff x="603848" y="1109580"/>
            <a:chExt cx="3644302" cy="1743245"/>
          </a:xfrm>
        </p:grpSpPr>
        <p:sp>
          <p:nvSpPr>
            <p:cNvPr id="63" name="Google Shape;63;p8"/>
            <p:cNvSpPr/>
            <p:nvPr/>
          </p:nvSpPr>
          <p:spPr>
            <a:xfrm>
              <a:off x="603848" y="1109580"/>
              <a:ext cx="3591000" cy="1728000"/>
            </a:xfrm>
            <a:prstGeom prst="roundRect">
              <a:avLst>
                <a:gd fmla="val 4551" name="adj"/>
              </a:avLst>
            </a:prstGeom>
            <a:solidFill>
              <a:srgbClr val="5400AD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8"/>
            <p:cNvSpPr/>
            <p:nvPr/>
          </p:nvSpPr>
          <p:spPr>
            <a:xfrm>
              <a:off x="628650" y="1124825"/>
              <a:ext cx="3619500" cy="1728000"/>
            </a:xfrm>
            <a:prstGeom prst="roundRect">
              <a:avLst>
                <a:gd fmla="val 4551" name="adj"/>
              </a:avLst>
            </a:prstGeom>
            <a:solidFill>
              <a:srgbClr val="FCF6FA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" name="Google Shape;65;p8"/>
          <p:cNvSpPr txBox="1"/>
          <p:nvPr>
            <p:ph idx="1" type="body"/>
          </p:nvPr>
        </p:nvSpPr>
        <p:spPr>
          <a:xfrm>
            <a:off x="287150" y="2216773"/>
            <a:ext cx="3978600" cy="10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2" type="subTitle"/>
          </p:nvPr>
        </p:nvSpPr>
        <p:spPr>
          <a:xfrm>
            <a:off x="287138" y="1752838"/>
            <a:ext cx="40662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F157C"/>
              </a:buClr>
              <a:buSzPts val="1800"/>
              <a:buFont typeface="Space Grotesk"/>
              <a:buNone/>
              <a:defRPr b="1" sz="1800">
                <a:solidFill>
                  <a:srgbClr val="3F157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3" type="body"/>
          </p:nvPr>
        </p:nvSpPr>
        <p:spPr>
          <a:xfrm>
            <a:off x="285100" y="3865910"/>
            <a:ext cx="3978600" cy="10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4" type="subTitle"/>
          </p:nvPr>
        </p:nvSpPr>
        <p:spPr>
          <a:xfrm>
            <a:off x="285088" y="3401975"/>
            <a:ext cx="40662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D31972"/>
              </a:buClr>
              <a:buSzPts val="1800"/>
              <a:buFont typeface="Space Grotesk"/>
              <a:buNone/>
              <a:defRPr b="1" sz="1800">
                <a:solidFill>
                  <a:srgbClr val="D3197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5" type="body"/>
          </p:nvPr>
        </p:nvSpPr>
        <p:spPr>
          <a:xfrm>
            <a:off x="4808475" y="3865923"/>
            <a:ext cx="3978600" cy="10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0" name="Google Shape;70;p8"/>
          <p:cNvSpPr txBox="1"/>
          <p:nvPr>
            <p:ph idx="6" type="subTitle"/>
          </p:nvPr>
        </p:nvSpPr>
        <p:spPr>
          <a:xfrm>
            <a:off x="4808463" y="3401988"/>
            <a:ext cx="40662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pace Grotesk"/>
              <a:buNone/>
              <a:defRPr b="1">
                <a:solidFill>
                  <a:srgbClr val="0C343D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pace Grotesk"/>
              <a:buNone/>
              <a:defRPr b="1" sz="1800">
                <a:solidFill>
                  <a:srgbClr val="0C343D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pace Grotesk"/>
              <a:buNone/>
              <a:defRPr b="1" sz="1800">
                <a:solidFill>
                  <a:srgbClr val="0C343D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pace Grotesk"/>
              <a:buNone/>
              <a:defRPr b="1" sz="1800">
                <a:solidFill>
                  <a:srgbClr val="0C343D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pace Grotesk"/>
              <a:buNone/>
              <a:defRPr b="1" sz="1800">
                <a:solidFill>
                  <a:srgbClr val="0C343D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pace Grotesk"/>
              <a:buNone/>
              <a:defRPr b="1" sz="1800">
                <a:solidFill>
                  <a:srgbClr val="0C343D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pace Grotesk"/>
              <a:buNone/>
              <a:defRPr b="1" sz="1800">
                <a:solidFill>
                  <a:srgbClr val="0C343D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pace Grotesk"/>
              <a:buNone/>
              <a:defRPr b="1" sz="1800">
                <a:solidFill>
                  <a:srgbClr val="0C343D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Space Grotesk"/>
              <a:buNone/>
              <a:defRPr b="1" sz="1800">
                <a:solidFill>
                  <a:srgbClr val="0C343D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7" type="body"/>
          </p:nvPr>
        </p:nvSpPr>
        <p:spPr>
          <a:xfrm>
            <a:off x="4808475" y="2178248"/>
            <a:ext cx="3978600" cy="10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●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○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200"/>
              <a:buFont typeface="Space Grotesk"/>
              <a:buChar char="■"/>
              <a:defRPr sz="12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8" type="subTitle"/>
          </p:nvPr>
        </p:nvSpPr>
        <p:spPr>
          <a:xfrm>
            <a:off x="4808463" y="1714313"/>
            <a:ext cx="40662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48A28"/>
              </a:buClr>
              <a:buSzPts val="1800"/>
              <a:buFont typeface="Space Grotesk"/>
              <a:buNone/>
              <a:defRPr b="1" sz="1800">
                <a:solidFill>
                  <a:srgbClr val="F48A2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3" name="Google Shape;73;p8"/>
          <p:cNvSpPr txBox="1"/>
          <p:nvPr>
            <p:ph idx="9" type="body"/>
          </p:nvPr>
        </p:nvSpPr>
        <p:spPr>
          <a:xfrm>
            <a:off x="233400" y="840125"/>
            <a:ext cx="8511300" cy="8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●"/>
              <a:defRPr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○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■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●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○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■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●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○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1800"/>
              <a:buFont typeface="Space Grotesk"/>
              <a:buChar char="■"/>
              <a:defRPr sz="1800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USTOM_6">
    <p:bg>
      <p:bgPr>
        <a:solidFill>
          <a:srgbClr val="FDEBDB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230550" y="2440065"/>
            <a:ext cx="4111500" cy="1189800"/>
          </a:xfrm>
          <a:prstGeom prst="roundRect">
            <a:avLst>
              <a:gd fmla="val 4551" name="adj"/>
            </a:avLst>
          </a:prstGeom>
          <a:solidFill>
            <a:srgbClr val="D31972"/>
          </a:solidFill>
          <a:ln>
            <a:noFill/>
          </a:ln>
        </p:spPr>
        <p:txBody>
          <a:bodyPr anchorCtr="0" anchor="ctr" bIns="46825" lIns="93700" spcFirstLastPara="1" rIns="93700" wrap="square" tIns="46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3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262654" y="2453749"/>
            <a:ext cx="4111500" cy="1189800"/>
          </a:xfrm>
          <a:prstGeom prst="roundRect">
            <a:avLst>
              <a:gd fmla="val 4551" name="adj"/>
            </a:avLst>
          </a:prstGeom>
          <a:solidFill>
            <a:srgbClr val="D31972"/>
          </a:solidFill>
          <a:ln>
            <a:noFill/>
          </a:ln>
        </p:spPr>
        <p:txBody>
          <a:bodyPr anchorCtr="0" anchor="ctr" bIns="46825" lIns="93700" spcFirstLastPara="1" rIns="93700" wrap="square" tIns="46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3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9"/>
          <p:cNvGrpSpPr/>
          <p:nvPr/>
        </p:nvGrpSpPr>
        <p:grpSpPr>
          <a:xfrm>
            <a:off x="4769657" y="1144267"/>
            <a:ext cx="4143794" cy="1199373"/>
            <a:chOff x="4294942" y="1110811"/>
            <a:chExt cx="3619350" cy="1742009"/>
          </a:xfrm>
        </p:grpSpPr>
        <p:sp>
          <p:nvSpPr>
            <p:cNvPr id="78" name="Google Shape;78;p9"/>
            <p:cNvSpPr/>
            <p:nvPr/>
          </p:nvSpPr>
          <p:spPr>
            <a:xfrm>
              <a:off x="4294942" y="1110811"/>
              <a:ext cx="3591000" cy="1728000"/>
            </a:xfrm>
            <a:prstGeom prst="roundRect">
              <a:avLst>
                <a:gd fmla="val 4551" name="adj"/>
              </a:avLst>
            </a:prstGeom>
            <a:solidFill>
              <a:srgbClr val="F48A28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4323292" y="1124820"/>
              <a:ext cx="3591000" cy="1728000"/>
            </a:xfrm>
            <a:prstGeom prst="roundRect">
              <a:avLst>
                <a:gd fmla="val 5525" name="adj"/>
              </a:avLst>
            </a:prstGeom>
            <a:solidFill>
              <a:srgbClr val="F48A28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80;p9"/>
          <p:cNvGrpSpPr/>
          <p:nvPr/>
        </p:nvGrpSpPr>
        <p:grpSpPr>
          <a:xfrm>
            <a:off x="234258" y="1144263"/>
            <a:ext cx="4172361" cy="1200224"/>
            <a:chOff x="603848" y="1109580"/>
            <a:chExt cx="3644302" cy="1743245"/>
          </a:xfrm>
        </p:grpSpPr>
        <p:sp>
          <p:nvSpPr>
            <p:cNvPr id="81" name="Google Shape;81;p9"/>
            <p:cNvSpPr/>
            <p:nvPr/>
          </p:nvSpPr>
          <p:spPr>
            <a:xfrm>
              <a:off x="603848" y="1109580"/>
              <a:ext cx="3591000" cy="1728000"/>
            </a:xfrm>
            <a:prstGeom prst="roundRect">
              <a:avLst>
                <a:gd fmla="val 4551" name="adj"/>
              </a:avLst>
            </a:prstGeom>
            <a:solidFill>
              <a:srgbClr val="5400AD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9"/>
            <p:cNvSpPr/>
            <p:nvPr/>
          </p:nvSpPr>
          <p:spPr>
            <a:xfrm>
              <a:off x="628650" y="1124825"/>
              <a:ext cx="3619500" cy="1728000"/>
            </a:xfrm>
            <a:prstGeom prst="roundRect">
              <a:avLst>
                <a:gd fmla="val 4551" name="adj"/>
              </a:avLst>
            </a:prstGeom>
            <a:solidFill>
              <a:srgbClr val="5400AD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" name="Google Shape;83;p9"/>
          <p:cNvGrpSpPr/>
          <p:nvPr/>
        </p:nvGrpSpPr>
        <p:grpSpPr>
          <a:xfrm>
            <a:off x="234222" y="3752840"/>
            <a:ext cx="8677172" cy="1200213"/>
            <a:chOff x="603848" y="1109580"/>
            <a:chExt cx="3644339" cy="1743228"/>
          </a:xfrm>
        </p:grpSpPr>
        <p:sp>
          <p:nvSpPr>
            <p:cNvPr id="84" name="Google Shape;84;p9"/>
            <p:cNvSpPr/>
            <p:nvPr/>
          </p:nvSpPr>
          <p:spPr>
            <a:xfrm>
              <a:off x="603848" y="1109580"/>
              <a:ext cx="3591000" cy="1728000"/>
            </a:xfrm>
            <a:prstGeom prst="roundRect">
              <a:avLst>
                <a:gd fmla="val 4551" name="adj"/>
              </a:avLst>
            </a:prstGeom>
            <a:solidFill>
              <a:srgbClr val="2F0D61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615787" y="1124808"/>
              <a:ext cx="3632400" cy="1728000"/>
            </a:xfrm>
            <a:prstGeom prst="roundRect">
              <a:avLst>
                <a:gd fmla="val 4551" name="adj"/>
              </a:avLst>
            </a:prstGeom>
            <a:solidFill>
              <a:srgbClr val="2F0D61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" name="Google Shape;86;p9"/>
          <p:cNvSpPr txBox="1"/>
          <p:nvPr>
            <p:ph type="title"/>
          </p:nvPr>
        </p:nvSpPr>
        <p:spPr>
          <a:xfrm>
            <a:off x="233400" y="157625"/>
            <a:ext cx="8074500" cy="83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06A"/>
              </a:buClr>
              <a:buSzPts val="2800"/>
              <a:buFont typeface="Space Grotesk"/>
              <a:buNone/>
              <a:defRPr b="1">
                <a:solidFill>
                  <a:srgbClr val="0D006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7" name="Google Shape;87;p9"/>
          <p:cNvSpPr txBox="1"/>
          <p:nvPr>
            <p:ph idx="1" type="body"/>
          </p:nvPr>
        </p:nvSpPr>
        <p:spPr>
          <a:xfrm>
            <a:off x="287350" y="1699575"/>
            <a:ext cx="40662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8" name="Google Shape;88;p9"/>
          <p:cNvSpPr txBox="1"/>
          <p:nvPr>
            <p:ph idx="2" type="subTitle"/>
          </p:nvPr>
        </p:nvSpPr>
        <p:spPr>
          <a:xfrm>
            <a:off x="287325" y="1235638"/>
            <a:ext cx="40662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89" name="Google Shape;89;p9"/>
          <p:cNvGrpSpPr/>
          <p:nvPr/>
        </p:nvGrpSpPr>
        <p:grpSpPr>
          <a:xfrm>
            <a:off x="4770096" y="2440074"/>
            <a:ext cx="4143355" cy="1207492"/>
            <a:chOff x="4295325" y="2913682"/>
            <a:chExt cx="3618967" cy="1753801"/>
          </a:xfrm>
        </p:grpSpPr>
        <p:sp>
          <p:nvSpPr>
            <p:cNvPr id="90" name="Google Shape;90;p9"/>
            <p:cNvSpPr/>
            <p:nvPr/>
          </p:nvSpPr>
          <p:spPr>
            <a:xfrm>
              <a:off x="4295325" y="2913682"/>
              <a:ext cx="3591000" cy="1728000"/>
            </a:xfrm>
            <a:prstGeom prst="roundRect">
              <a:avLst>
                <a:gd fmla="val 4551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4323292" y="2939483"/>
              <a:ext cx="3591000" cy="1728000"/>
            </a:xfrm>
            <a:prstGeom prst="roundRect">
              <a:avLst>
                <a:gd fmla="val 747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6825" lIns="93700" spcFirstLastPara="1" rIns="93700" wrap="square" tIns="46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38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9"/>
          <p:cNvSpPr txBox="1"/>
          <p:nvPr>
            <p:ph idx="3" type="body"/>
          </p:nvPr>
        </p:nvSpPr>
        <p:spPr>
          <a:xfrm>
            <a:off x="4808688" y="1690700"/>
            <a:ext cx="40662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93" name="Google Shape;93;p9"/>
          <p:cNvSpPr txBox="1"/>
          <p:nvPr>
            <p:ph idx="4" type="subTitle"/>
          </p:nvPr>
        </p:nvSpPr>
        <p:spPr>
          <a:xfrm>
            <a:off x="4808663" y="1226763"/>
            <a:ext cx="40662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94" name="Google Shape;94;p9"/>
          <p:cNvSpPr txBox="1"/>
          <p:nvPr>
            <p:ph idx="5" type="body"/>
          </p:nvPr>
        </p:nvSpPr>
        <p:spPr>
          <a:xfrm>
            <a:off x="4808688" y="2958163"/>
            <a:ext cx="40662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6" type="subTitle"/>
          </p:nvPr>
        </p:nvSpPr>
        <p:spPr>
          <a:xfrm>
            <a:off x="4808663" y="2494225"/>
            <a:ext cx="40662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7" type="body"/>
          </p:nvPr>
        </p:nvSpPr>
        <p:spPr>
          <a:xfrm>
            <a:off x="253200" y="2958575"/>
            <a:ext cx="40662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8" type="subTitle"/>
          </p:nvPr>
        </p:nvSpPr>
        <p:spPr>
          <a:xfrm>
            <a:off x="253175" y="2494638"/>
            <a:ext cx="40662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9" type="body"/>
          </p:nvPr>
        </p:nvSpPr>
        <p:spPr>
          <a:xfrm>
            <a:off x="253253" y="4262871"/>
            <a:ext cx="86217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●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○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Char char="■"/>
              <a:defRPr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3" type="subTitle"/>
          </p:nvPr>
        </p:nvSpPr>
        <p:spPr>
          <a:xfrm>
            <a:off x="253200" y="3798925"/>
            <a:ext cx="86217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 b="1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MVX23_Logo_Basislogo_Full_colour_Wit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23730" y="4082375"/>
            <a:ext cx="1329050" cy="1330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/>
          <p:nvPr>
            <p:ph type="ctrTitle"/>
          </p:nvPr>
        </p:nvSpPr>
        <p:spPr>
          <a:xfrm>
            <a:off x="311700" y="744575"/>
            <a:ext cx="8520600" cy="12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 txBox="1"/>
          <p:nvPr>
            <p:ph idx="1" type="subTitle"/>
          </p:nvPr>
        </p:nvSpPr>
        <p:spPr>
          <a:xfrm>
            <a:off x="311700" y="2558375"/>
            <a:ext cx="8520600" cy="10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